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svg" ContentType="image/sv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图片 7" descr="图片2"/>
          <p:cNvPicPr/>
          <p:nvPr/>
        </p:nvPicPr>
        <p:blipFill>
          <a:blip r:embed="rId2"/>
          <a:stretch/>
        </p:blipFill>
        <p:spPr>
          <a:xfrm>
            <a:off x="0" y="0"/>
            <a:ext cx="1218672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" name="图片 7" descr="图片1"/>
          <p:cNvPicPr/>
          <p:nvPr/>
        </p:nvPicPr>
        <p:blipFill>
          <a:blip r:embed="rId3"/>
          <a:stretch/>
        </p:blipFill>
        <p:spPr>
          <a:xfrm>
            <a:off x="5040" y="0"/>
            <a:ext cx="1218672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60240" y="1130400"/>
            <a:ext cx="10858320" cy="221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8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rPr>
              <a:t>Click to add title</a:t>
            </a:r>
            <a:endParaRPr b="0" lang="en-US" sz="4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60240" y="5585400"/>
            <a:ext cx="36572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rPr>
              <a:t>Presenter name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60240" y="5859720"/>
            <a:ext cx="36572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zh-CN" sz="1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点击以编辑提纲文本格式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zh-CN" sz="1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第二提纲级别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zh-CN" sz="1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第三提纲级别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zh-CN" sz="1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第四提纲级别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zh-CN" sz="1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第五提纲级别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zh-CN" sz="1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第六提纲级别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zh-CN" sz="1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第七提纲级别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dk1">
            <a:lumMod val="95000"/>
            <a:lumOff val="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7" descr="图片2"/>
          <p:cNvPicPr/>
          <p:nvPr/>
        </p:nvPicPr>
        <p:blipFill>
          <a:blip r:embed="rId2"/>
          <a:stretch/>
        </p:blipFill>
        <p:spPr>
          <a:xfrm>
            <a:off x="0" y="0"/>
            <a:ext cx="1218672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60240" y="128520"/>
            <a:ext cx="10858320" cy="8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rPr>
              <a:t>Click to add title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60240" y="1130400"/>
            <a:ext cx="10858320" cy="50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rPr>
              <a:t>Click to add text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rPr>
              <a:t>Second level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rPr>
              <a:t>Third level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rPr>
              <a:t>Fourth level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rPr>
              <a:t>Fifth level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1"/>
          </p:nvPr>
        </p:nvSpPr>
        <p:spPr>
          <a:xfrm>
            <a:off x="4718160" y="6409800"/>
            <a:ext cx="27428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2"/>
          </p:nvPr>
        </p:nvSpPr>
        <p:spPr>
          <a:xfrm>
            <a:off x="660240" y="6409800"/>
            <a:ext cx="36572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3"/>
          </p:nvPr>
        </p:nvSpPr>
        <p:spPr>
          <a:xfrm>
            <a:off x="7861320" y="6409800"/>
            <a:ext cx="36572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enda">
    <p:bg>
      <p:bgPr>
        <a:solidFill>
          <a:schemeClr val="dk1">
            <a:lumMod val="95000"/>
            <a:lumOff val="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7" descr="图片2"/>
          <p:cNvPicPr/>
          <p:nvPr/>
        </p:nvPicPr>
        <p:blipFill>
          <a:blip r:embed="rId2"/>
          <a:stretch/>
        </p:blipFill>
        <p:spPr>
          <a:xfrm>
            <a:off x="0" y="0"/>
            <a:ext cx="1218672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0240" y="1500120"/>
            <a:ext cx="2836080" cy="91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r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rPr>
              <a:t>Agenda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745080" y="1500120"/>
            <a:ext cx="7773480" cy="463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Font typeface="Arial"/>
              <a:buAutoNum type="arabicPeriod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rPr>
              <a:t>Click to add text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Font typeface="微软雅黑"/>
              <a:buChar char="•"/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rPr>
              <a:t>Second level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2" marL="1257480" indent="-343080" defTabSz="9144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Font typeface="Arial"/>
              <a:buAutoNum type="alphaLcParenR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rPr>
              <a:t>Third level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rPr>
              <a:t>Fourth level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rPr>
              <a:t>Fifth level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4"/>
          </p:nvPr>
        </p:nvSpPr>
        <p:spPr>
          <a:xfrm>
            <a:off x="4718160" y="6409800"/>
            <a:ext cx="27428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5"/>
          </p:nvPr>
        </p:nvSpPr>
        <p:spPr>
          <a:xfrm>
            <a:off x="660240" y="6409800"/>
            <a:ext cx="36572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6"/>
          </p:nvPr>
        </p:nvSpPr>
        <p:spPr>
          <a:xfrm>
            <a:off x="7861320" y="6409800"/>
            <a:ext cx="36572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chemeClr val="dk1">
            <a:lumMod val="95000"/>
            <a:lumOff val="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7" descr="图片2"/>
          <p:cNvPicPr/>
          <p:nvPr/>
        </p:nvPicPr>
        <p:blipFill>
          <a:blip r:embed="rId2"/>
          <a:stretch/>
        </p:blipFill>
        <p:spPr>
          <a:xfrm>
            <a:off x="0" y="0"/>
            <a:ext cx="1218672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图片 7" descr="图片1"/>
          <p:cNvPicPr/>
          <p:nvPr/>
        </p:nvPicPr>
        <p:blipFill>
          <a:blip r:embed="rId3"/>
          <a:stretch/>
        </p:blipFill>
        <p:spPr>
          <a:xfrm>
            <a:off x="5040" y="0"/>
            <a:ext cx="1218672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图片 6" descr="C:/Users/scc10/Desktop/新建文件夹/图片11.png图片11"/>
          <p:cNvPicPr/>
          <p:nvPr/>
        </p:nvPicPr>
        <p:blipFill>
          <a:blip r:embed="rId4"/>
          <a:srcRect l="0" t="5" r="0" b="5"/>
          <a:stretch/>
        </p:blipFill>
        <p:spPr>
          <a:xfrm>
            <a:off x="-124560" y="1061640"/>
            <a:ext cx="6809400" cy="383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977760" y="2680560"/>
            <a:ext cx="6883200" cy="59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lnSpcReduction="9999"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36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rPr>
              <a:t>Click to add title</a:t>
            </a:r>
            <a:endParaRPr b="0" lang="en-US" sz="36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点击以编辑提纲文本格式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zh-CN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第二提纲级别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zh-CN" sz="1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第三提纲级别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zh-CN" sz="1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第四提纲级别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第五提纲级别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第六提纲级别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第七提纲级别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dk1">
            <a:lumMod val="95000"/>
            <a:lumOff val="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7" descr="图片2"/>
          <p:cNvPicPr/>
          <p:nvPr/>
        </p:nvPicPr>
        <p:blipFill>
          <a:blip r:embed="rId2"/>
          <a:stretch/>
        </p:blipFill>
        <p:spPr>
          <a:xfrm>
            <a:off x="0" y="0"/>
            <a:ext cx="1218672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60240" y="128520"/>
            <a:ext cx="10858320" cy="8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rPr>
              <a:t>Click to add title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dt" idx="7"/>
          </p:nvPr>
        </p:nvSpPr>
        <p:spPr>
          <a:xfrm>
            <a:off x="4718160" y="6409800"/>
            <a:ext cx="27428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8"/>
          </p:nvPr>
        </p:nvSpPr>
        <p:spPr>
          <a:xfrm>
            <a:off x="660240" y="6409800"/>
            <a:ext cx="36572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sldNum" idx="9"/>
          </p:nvPr>
        </p:nvSpPr>
        <p:spPr>
          <a:xfrm>
            <a:off x="7861320" y="6409800"/>
            <a:ext cx="36572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点击以编辑提纲文本格式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zh-CN" sz="1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第二提纲级别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zh-CN" sz="1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第三提纲级别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zh-CN" sz="1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第四提纲级别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第五提纲级别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第六提纲级别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第七提纲级别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dk1">
            <a:lumMod val="95000"/>
            <a:lumOff val="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7" descr="图片2"/>
          <p:cNvPicPr/>
          <p:nvPr/>
        </p:nvPicPr>
        <p:blipFill>
          <a:blip r:embed="rId2"/>
          <a:stretch/>
        </p:blipFill>
        <p:spPr>
          <a:xfrm>
            <a:off x="0" y="0"/>
            <a:ext cx="1218672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PlaceHolder 1"/>
          <p:cNvSpPr>
            <a:spLocks noGrp="1"/>
          </p:cNvSpPr>
          <p:nvPr>
            <p:ph type="dt" idx="10"/>
          </p:nvPr>
        </p:nvSpPr>
        <p:spPr>
          <a:xfrm>
            <a:off x="4718160" y="6409800"/>
            <a:ext cx="27428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ftr" idx="11"/>
          </p:nvPr>
        </p:nvSpPr>
        <p:spPr>
          <a:xfrm>
            <a:off x="660240" y="6409800"/>
            <a:ext cx="36572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sldNum" idx="12"/>
          </p:nvPr>
        </p:nvSpPr>
        <p:spPr>
          <a:xfrm>
            <a:off x="7861320" y="6409800"/>
            <a:ext cx="36572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losing">
    <p:bg>
      <p:bgPr>
        <a:solidFill>
          <a:schemeClr val="dk1">
            <a:lumMod val="95000"/>
            <a:lumOff val="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7" descr="图片2"/>
          <p:cNvPicPr/>
          <p:nvPr/>
        </p:nvPicPr>
        <p:blipFill>
          <a:blip r:embed="rId2"/>
          <a:stretch/>
        </p:blipFill>
        <p:spPr>
          <a:xfrm>
            <a:off x="0" y="0"/>
            <a:ext cx="1218672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图片 7" descr="图片1"/>
          <p:cNvPicPr/>
          <p:nvPr/>
        </p:nvPicPr>
        <p:blipFill>
          <a:blip r:embed="rId3"/>
          <a:stretch/>
        </p:blipFill>
        <p:spPr>
          <a:xfrm>
            <a:off x="5040" y="0"/>
            <a:ext cx="1218672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60240" y="1130400"/>
            <a:ext cx="8102160" cy="318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8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rPr>
              <a:t>Click to add title</a:t>
            </a:r>
            <a:endParaRPr b="0" lang="en-US" sz="4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60240" y="5585400"/>
            <a:ext cx="36572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rPr>
              <a:t>Presenter name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660240" y="5859720"/>
            <a:ext cx="36572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zh-CN" sz="1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点击以编辑提纲文本格式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zh-CN" sz="1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第二提纲级别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zh-CN" sz="1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第三提纲级别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zh-CN" sz="1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第四提纲级别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zh-CN" sz="1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第五提纲级别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zh-CN" sz="1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第六提纲级别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zh-CN" sz="1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第七提纲级别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3.png"/><Relationship Id="rId3" Type="http://schemas.openxmlformats.org/officeDocument/2006/relationships/image" Target="../media/image23.png"/><Relationship Id="rId4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svg"/><Relationship Id="rId5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11" descr="C:/Users/scc10/Desktop/新建文件夹/图片4.png图片4"/>
          <p:cNvPicPr/>
          <p:nvPr/>
        </p:nvPicPr>
        <p:blipFill>
          <a:blip r:embed="rId1"/>
          <a:srcRect l="0" t="39" r="0" b="39"/>
          <a:stretch/>
        </p:blipFill>
        <p:spPr>
          <a:xfrm>
            <a:off x="6335280" y="1054800"/>
            <a:ext cx="6294240" cy="416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图片 10" descr="C:/Users/scc10/Desktop/新建文件夹/图片5.png图片5"/>
          <p:cNvPicPr/>
          <p:nvPr/>
        </p:nvPicPr>
        <p:blipFill>
          <a:blip r:embed="rId2">
            <a:alphaModFix amt="80000"/>
          </a:blip>
          <a:srcRect l="0" t="5" r="0" b="5"/>
          <a:stretch/>
        </p:blipFill>
        <p:spPr>
          <a:xfrm>
            <a:off x="-545400" y="1054800"/>
            <a:ext cx="6294240" cy="416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图片 12" descr="C:/Users/scc10/Desktop/新建文件夹/图片6.png图片6"/>
          <p:cNvPicPr/>
          <p:nvPr/>
        </p:nvPicPr>
        <p:blipFill>
          <a:blip r:embed="rId3">
            <a:alphaModFix amt="90000"/>
          </a:blip>
          <a:srcRect l="12" t="0" r="12" b="0"/>
          <a:stretch/>
        </p:blipFill>
        <p:spPr>
          <a:xfrm>
            <a:off x="360" y="0"/>
            <a:ext cx="5976720" cy="37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PA_圆角矩形 31"/>
          <p:cNvSpPr/>
          <p:nvPr/>
        </p:nvSpPr>
        <p:spPr>
          <a:xfrm>
            <a:off x="3701880" y="5033160"/>
            <a:ext cx="1799640" cy="3394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1f55f4"/>
              </a:gs>
              <a:gs pos="100000">
                <a:srgbClr val="0acec1">
                  <a:alpha val="0"/>
                </a:srgbClr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endParaRPr b="0" lang="en-US" sz="1400" strike="noStrike" u="none">
              <a:solidFill>
                <a:schemeClr val="lt1"/>
              </a:solidFill>
              <a:effectLst/>
              <a:uFillTx/>
              <a:latin typeface="微软雅黑"/>
              <a:ea typeface="微软雅黑"/>
            </a:endParaRPr>
          </a:p>
        </p:txBody>
      </p:sp>
      <p:sp>
        <p:nvSpPr>
          <p:cNvPr id="41" name="PA_圆角矩形 31"/>
          <p:cNvSpPr/>
          <p:nvPr/>
        </p:nvSpPr>
        <p:spPr>
          <a:xfrm>
            <a:off x="6096600" y="5033160"/>
            <a:ext cx="2795400" cy="3394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1f55f4"/>
              </a:gs>
              <a:gs pos="100000">
                <a:srgbClr val="0acec1">
                  <a:alpha val="0"/>
                </a:srgbClr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endParaRPr b="0" lang="en-US" sz="1400" strike="noStrike" u="none">
              <a:solidFill>
                <a:schemeClr val="lt1"/>
              </a:solidFill>
              <a:effectLst/>
              <a:uFillTx/>
              <a:latin typeface="微软雅黑"/>
              <a:ea typeface="微软雅黑"/>
            </a:endParaRPr>
          </a:p>
        </p:txBody>
      </p:sp>
      <p:pic>
        <p:nvPicPr>
          <p:cNvPr id="42" name="图片 2" descr="C:/Users/scc10/Desktop/新建文件夹/图片7.png图片7"/>
          <p:cNvPicPr/>
          <p:nvPr/>
        </p:nvPicPr>
        <p:blipFill>
          <a:blip r:embed="rId4"/>
          <a:srcRect l="0" t="101" r="0" b="101"/>
          <a:stretch/>
        </p:blipFill>
        <p:spPr>
          <a:xfrm>
            <a:off x="3762360" y="396360"/>
            <a:ext cx="4319640" cy="20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文本框 6"/>
          <p:cNvSpPr/>
          <p:nvPr/>
        </p:nvSpPr>
        <p:spPr>
          <a:xfrm>
            <a:off x="1956960" y="2829600"/>
            <a:ext cx="827928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  <a:scene3d>
              <a:camera prst="obliqueTopRight"/>
              <a:lightRig dir="t" rig="twoPt">
                <a:rot lat="0" lon="0" rev="1800000"/>
              </a:lightRig>
            </a:scene3d>
            <a:sp3d extrusionH="101600" contourW="6350" prstMaterial="matte">
              <a:extrusionClr>
                <a:schemeClr val="tx1">
                  <a:lumMod val="85000"/>
                </a:schemeClr>
              </a:extrusionClr>
              <a:contourClr>
                <a:schemeClr val="tx1"/>
              </a:contourClr>
            </a:sp3d>
          </a:bodyPr>
          <a:p>
            <a:pPr algn="ctr" defTabSz="914400">
              <a:lnSpc>
                <a:spcPct val="100000"/>
              </a:lnSpc>
            </a:pPr>
            <a:r>
              <a:rPr b="1" lang="en-US" sz="6000" strike="noStrike" u="non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文本框 14"/>
          <p:cNvSpPr/>
          <p:nvPr/>
        </p:nvSpPr>
        <p:spPr>
          <a:xfrm>
            <a:off x="3960000" y="4053960"/>
            <a:ext cx="392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  <a:scene3d>
              <a:camera prst="orthographicFront"/>
              <a:lightRig dir="t" rig="threePt"/>
            </a:scene3d>
            <a:sp3d contourW="12700"/>
          </a:bodyPr>
          <a:p>
            <a:pPr algn="ctr" defTabSz="914400">
              <a:lnSpc>
                <a:spcPct val="100000"/>
              </a:lnSpc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{{subtitle}}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文本框 1"/>
          <p:cNvSpPr/>
          <p:nvPr/>
        </p:nvSpPr>
        <p:spPr>
          <a:xfrm>
            <a:off x="3833280" y="5033160"/>
            <a:ext cx="153684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{{author}}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文本框 3"/>
          <p:cNvSpPr/>
          <p:nvPr/>
        </p:nvSpPr>
        <p:spPr>
          <a:xfrm>
            <a:off x="6407640" y="5066640"/>
            <a:ext cx="212436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{{date}}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nodeType="withEffect" fill="hold" presetClass="entr" presetID="4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nodeType="after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2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1"/>
          <p:cNvSpPr/>
          <p:nvPr/>
        </p:nvSpPr>
        <p:spPr>
          <a:xfrm>
            <a:off x="0" y="0"/>
            <a:ext cx="12200040" cy="6858360"/>
          </a:xfrm>
          <a:prstGeom prst="rect">
            <a:avLst/>
          </a:prstGeom>
          <a:solidFill>
            <a:srgbClr val="0c0d0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微软雅黑"/>
            </a:endParaRPr>
          </a:p>
        </p:txBody>
      </p:sp>
      <p:pic>
        <p:nvPicPr>
          <p:cNvPr id="48" name="图片 5" descr="C:/Users/scc10/Desktop/新建文件夹/图片3.png图片3"/>
          <p:cNvPicPr/>
          <p:nvPr/>
        </p:nvPicPr>
        <p:blipFill>
          <a:blip r:embed="rId1"/>
          <a:srcRect l="14" t="0" r="14" b="0"/>
          <a:stretch/>
        </p:blipFill>
        <p:spPr>
          <a:xfrm>
            <a:off x="2126160" y="2000880"/>
            <a:ext cx="8165880" cy="461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PlaceHolder 1"/>
          <p:cNvSpPr>
            <a:spLocks noGrp="1"/>
          </p:cNvSpPr>
          <p:nvPr>
            <p:ph/>
          </p:nvPr>
        </p:nvSpPr>
        <p:spPr>
          <a:xfrm>
            <a:off x="2622600" y="2682360"/>
            <a:ext cx="7057800" cy="54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spAutoFit/>
          </a:bodyPr>
          <a:p>
            <a:pPr indent="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{{toc_content}}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0" name="文本框 9"/>
          <p:cNvSpPr/>
          <p:nvPr/>
        </p:nvSpPr>
        <p:spPr>
          <a:xfrm>
            <a:off x="307440" y="1241280"/>
            <a:ext cx="181836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微软雅黑"/>
                <a:ea typeface="微软雅黑"/>
              </a:rPr>
              <a:t>CONTENTS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文本框 7"/>
          <p:cNvSpPr/>
          <p:nvPr/>
        </p:nvSpPr>
        <p:spPr>
          <a:xfrm>
            <a:off x="291600" y="339120"/>
            <a:ext cx="1780920" cy="92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zh-CN" sz="5400" strike="noStrike" u="none">
                <a:solidFill>
                  <a:srgbClr val="03b7ff"/>
                </a:solidFill>
                <a:effectLst/>
                <a:uFillTx/>
                <a:latin typeface="微软雅黑"/>
                <a:ea typeface="微软雅黑"/>
              </a:rPr>
              <a:t>目 录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" name="图片 4" descr="C:/Users/scc10/Desktop/新建文件夹/图片8.png图片8"/>
          <p:cNvPicPr/>
          <p:nvPr/>
        </p:nvPicPr>
        <p:blipFill>
          <a:blip r:embed="rId2"/>
          <a:srcRect l="11" t="0" r="11" b="0"/>
          <a:stretch/>
        </p:blipFill>
        <p:spPr>
          <a:xfrm>
            <a:off x="8877240" y="-276120"/>
            <a:ext cx="3563280" cy="2958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图片 8" descr=""/>
          <p:cNvPicPr/>
          <p:nvPr/>
        </p:nvPicPr>
        <p:blipFill>
          <a:blip r:embed="rId3"/>
          <a:stretch/>
        </p:blipFill>
        <p:spPr>
          <a:xfrm>
            <a:off x="2207880" y="45000"/>
            <a:ext cx="1511640" cy="151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" dur="indefinite" restart="never" nodeType="tmRoot">
          <p:childTnLst>
            <p:seq>
              <p:cTn id="28" dur="indefinite" nodeType="mainSeq"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after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nodeType="with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nodeType="with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nodeType="after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5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9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0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nodeType="with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图片 9" descr="C:/Users/scc10/Desktop/新建文件夹/图片10.png图片10"/>
          <p:cNvPicPr/>
          <p:nvPr/>
        </p:nvPicPr>
        <p:blipFill>
          <a:blip r:embed="rId1"/>
          <a:srcRect l="16" t="0" r="16" b="0"/>
          <a:stretch/>
        </p:blipFill>
        <p:spPr>
          <a:xfrm>
            <a:off x="7675920" y="-556200"/>
            <a:ext cx="4944240" cy="4105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" name="图片 8" descr="C:/Users/scc10/Desktop/新建文件夹/图片9.png图片9"/>
          <p:cNvPicPr/>
          <p:nvPr/>
        </p:nvPicPr>
        <p:blipFill>
          <a:blip r:embed="rId2">
            <a:alphaModFix amt="80000"/>
          </a:blip>
          <a:srcRect l="0" t="8" r="0" b="8"/>
          <a:stretch/>
        </p:blipFill>
        <p:spPr>
          <a:xfrm>
            <a:off x="6287040" y="1321920"/>
            <a:ext cx="4688640" cy="468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901800" y="793440"/>
            <a:ext cx="4815000" cy="173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zh-CN" sz="36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rPr>
              <a:t>第</a:t>
            </a:r>
            <a:r>
              <a:rPr b="1" lang="en-US" sz="36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rPr>
              <a:t>{{section_number}}</a:t>
            </a:r>
            <a:r>
              <a:rPr b="1" lang="zh-CN" sz="36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rPr>
              <a:t>章   </a:t>
            </a:r>
            <a:r>
              <a:rPr b="1" lang="en-US" sz="36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rPr>
              <a:t>{{section_title}}</a:t>
            </a:r>
            <a:endParaRPr b="0" lang="en-US" sz="36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7" name="标题 3" descr="18f3b840-2b23-4a94-be1b-6b450a7a62c8"/>
          <p:cNvSpPr/>
          <p:nvPr/>
        </p:nvSpPr>
        <p:spPr>
          <a:xfrm>
            <a:off x="901800" y="3198600"/>
            <a:ext cx="481500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rPr>
              <a:t>{{section_overview}}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5" dur="indefinite" restart="never" nodeType="tmRoot">
          <p:childTnLst>
            <p:seq>
              <p:cTn id="56" dur="indefinite" nodeType="mainSeq"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after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nodeType="afterEffect" fill="hold" presetClass="entr" presetID="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edge" transition="in">
                                      <p:cBhvr additive="repl">
                                        <p:cTn id="6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nodeType="after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7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nodeType="after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7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组合 5"/>
          <p:cNvGrpSpPr/>
          <p:nvPr/>
        </p:nvGrpSpPr>
        <p:grpSpPr>
          <a:xfrm>
            <a:off x="6400800" y="1066680"/>
            <a:ext cx="4800240" cy="1049760"/>
            <a:chOff x="6400800" y="1066680"/>
            <a:chExt cx="4800240" cy="1049760"/>
          </a:xfrm>
        </p:grpSpPr>
        <p:cxnSp>
          <p:nvCxnSpPr>
            <p:cNvPr id="59" name="直接连接符 8"/>
            <p:cNvCxnSpPr/>
            <p:nvPr/>
          </p:nvCxnSpPr>
          <p:spPr>
            <a:xfrm>
              <a:off x="6400800" y="1216440"/>
              <a:ext cx="360" cy="900360"/>
            </a:xfrm>
            <a:prstGeom prst="straightConnector1">
              <a:avLst/>
            </a:prstGeom>
            <a:ln w="28575">
              <a:solidFill>
                <a:srgbClr val="ffcb06"/>
              </a:solidFill>
            </a:ln>
          </p:spPr>
        </p:cxnSp>
        <p:sp>
          <p:nvSpPr>
            <p:cNvPr id="60" name="文本框 15"/>
            <p:cNvSpPr/>
            <p:nvPr/>
          </p:nvSpPr>
          <p:spPr>
            <a:xfrm>
              <a:off x="6489720" y="1066680"/>
              <a:ext cx="4711320" cy="460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50000"/>
                </a:lnSpc>
              </a:pPr>
              <a:r>
                <a:rPr b="0" lang="en-US" sz="1600" strike="noStrike" u="none">
                  <a:solidFill>
                    <a:schemeClr val="lt1">
                      <a:lumMod val="85000"/>
                    </a:schemeClr>
                  </a:solidFill>
                  <a:effectLst/>
                  <a:uFillTx/>
                  <a:latin typeface="微软雅黑"/>
                  <a:ea typeface="微软雅黑"/>
                </a:rPr>
                <a:t>{{detailed_content[0]}}</a:t>
              </a:r>
              <a:endParaRPr b="0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1" name="组合 6"/>
          <p:cNvGrpSpPr/>
          <p:nvPr/>
        </p:nvGrpSpPr>
        <p:grpSpPr>
          <a:xfrm>
            <a:off x="6400800" y="3016080"/>
            <a:ext cx="4800240" cy="1049040"/>
            <a:chOff x="6400800" y="3016080"/>
            <a:chExt cx="4800240" cy="1049040"/>
          </a:xfrm>
        </p:grpSpPr>
        <p:cxnSp>
          <p:nvCxnSpPr>
            <p:cNvPr id="62" name="直接连接符 9"/>
            <p:cNvCxnSpPr/>
            <p:nvPr/>
          </p:nvCxnSpPr>
          <p:spPr>
            <a:xfrm>
              <a:off x="6400800" y="3165120"/>
              <a:ext cx="360" cy="900360"/>
            </a:xfrm>
            <a:prstGeom prst="straightConnector1">
              <a:avLst/>
            </a:prstGeom>
            <a:ln w="28575">
              <a:solidFill>
                <a:srgbClr val="0dcebd"/>
              </a:solidFill>
            </a:ln>
          </p:spPr>
        </p:cxnSp>
        <p:sp>
          <p:nvSpPr>
            <p:cNvPr id="63" name="文本框 16"/>
            <p:cNvSpPr/>
            <p:nvPr/>
          </p:nvSpPr>
          <p:spPr>
            <a:xfrm>
              <a:off x="6489720" y="3016080"/>
              <a:ext cx="4711320" cy="460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50000"/>
                </a:lnSpc>
              </a:pPr>
              <a:r>
                <a:rPr b="0" lang="en-US" sz="1600" strike="noStrike" u="none">
                  <a:solidFill>
                    <a:schemeClr val="lt1">
                      <a:lumMod val="85000"/>
                    </a:schemeClr>
                  </a:solidFill>
                  <a:effectLst/>
                  <a:uFillTx/>
                  <a:latin typeface="微软雅黑"/>
                  <a:ea typeface="微软雅黑"/>
                </a:rPr>
                <a:t>{{detailed_content[1]}}</a:t>
              </a:r>
              <a:endParaRPr b="0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4" name="任意多边形: 形状 33"/>
          <p:cNvSpPr/>
          <p:nvPr/>
        </p:nvSpPr>
        <p:spPr>
          <a:xfrm>
            <a:off x="3024360" y="1850400"/>
            <a:ext cx="1080000" cy="923760"/>
          </a:xfrm>
          <a:custGeom>
            <a:avLst/>
            <a:gdLst>
              <a:gd name="textAreaLeft" fmla="*/ 0 w 1080000"/>
              <a:gd name="textAreaRight" fmla="*/ 1080360 w 1080000"/>
              <a:gd name="textAreaTop" fmla="*/ 0 h 923760"/>
              <a:gd name="textAreaBottom" fmla="*/ 924120 h 923760"/>
              <a:gd name="GluePoint1X" fmla="*/ 468996 w 937992"/>
              <a:gd name="GluePoint1Y" fmla="*/ 0 h 924232"/>
              <a:gd name="GluePoint2X" fmla="*/ 937992 w 937992"/>
              <a:gd name="GluePoint2Y" fmla="*/ 924232 h 924232"/>
              <a:gd name="GluePoint3X" fmla="*/ 0 w 937992"/>
              <a:gd name="GluePoint3Y" fmla="*/ 924232 h 924232"/>
              <a:gd name="GluePoint4X" fmla="*/ 468996 w 937992"/>
              <a:gd name="GluePoint4Y" fmla="*/ 0 h 92423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937992" h="924232">
                <a:moveTo>
                  <a:pt x="468996" y="0"/>
                </a:moveTo>
                <a:lnTo>
                  <a:pt x="937992" y="924232"/>
                </a:lnTo>
                <a:lnTo>
                  <a:pt x="0" y="924232"/>
                </a:lnTo>
                <a:lnTo>
                  <a:pt x="468996" y="0"/>
                </a:lnTo>
                <a:close/>
              </a:path>
            </a:pathLst>
          </a:custGeom>
          <a:solidFill>
            <a:srgbClr val="fe7a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微软雅黑"/>
            </a:endParaRPr>
          </a:p>
        </p:txBody>
      </p:sp>
      <p:grpSp>
        <p:nvGrpSpPr>
          <p:cNvPr id="65" name="组合 12"/>
          <p:cNvGrpSpPr/>
          <p:nvPr/>
        </p:nvGrpSpPr>
        <p:grpSpPr>
          <a:xfrm>
            <a:off x="6400800" y="4711680"/>
            <a:ext cx="4800240" cy="1049040"/>
            <a:chOff x="6400800" y="4711680"/>
            <a:chExt cx="4800240" cy="1049040"/>
          </a:xfrm>
        </p:grpSpPr>
        <p:cxnSp>
          <p:nvCxnSpPr>
            <p:cNvPr id="66" name="直接连接符 3"/>
            <p:cNvCxnSpPr/>
            <p:nvPr/>
          </p:nvCxnSpPr>
          <p:spPr>
            <a:xfrm>
              <a:off x="6400800" y="4860720"/>
              <a:ext cx="360" cy="900360"/>
            </a:xfrm>
            <a:prstGeom prst="straightConnector1">
              <a:avLst/>
            </a:prstGeom>
            <a:ln w="28575">
              <a:solidFill>
                <a:srgbClr val="1f56f0"/>
              </a:solidFill>
            </a:ln>
          </p:spPr>
        </p:cxnSp>
        <p:sp>
          <p:nvSpPr>
            <p:cNvPr id="67" name="文本框 4"/>
            <p:cNvSpPr/>
            <p:nvPr/>
          </p:nvSpPr>
          <p:spPr>
            <a:xfrm>
              <a:off x="6489720" y="4711680"/>
              <a:ext cx="4711320" cy="460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50000"/>
                </a:lnSpc>
              </a:pPr>
              <a:r>
                <a:rPr b="0" lang="en-US" sz="1600" strike="noStrike" u="none">
                  <a:solidFill>
                    <a:schemeClr val="lt1">
                      <a:lumMod val="85000"/>
                    </a:schemeClr>
                  </a:solidFill>
                  <a:effectLst/>
                  <a:uFillTx/>
                  <a:latin typeface="微软雅黑"/>
                  <a:ea typeface="微软雅黑"/>
                </a:rPr>
                <a:t>{{detailed_content[2]}}</a:t>
              </a:r>
              <a:endParaRPr b="0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8" name="组合 13"/>
          <p:cNvGrpSpPr/>
          <p:nvPr/>
        </p:nvGrpSpPr>
        <p:grpSpPr>
          <a:xfrm>
            <a:off x="1248840" y="4888800"/>
            <a:ext cx="4631040" cy="923760"/>
            <a:chOff x="1248840" y="4888800"/>
            <a:chExt cx="4631040" cy="923760"/>
          </a:xfrm>
        </p:grpSpPr>
        <p:sp>
          <p:nvSpPr>
            <p:cNvPr id="69" name="任意多边形: 形状 36"/>
            <p:cNvSpPr/>
            <p:nvPr/>
          </p:nvSpPr>
          <p:spPr>
            <a:xfrm>
              <a:off x="1248840" y="4888800"/>
              <a:ext cx="4631040" cy="923760"/>
            </a:xfrm>
            <a:custGeom>
              <a:avLst/>
              <a:gdLst>
                <a:gd name="textAreaLeft" fmla="*/ 0 w 4631040"/>
                <a:gd name="textAreaRight" fmla="*/ 4631400 w 4631040"/>
                <a:gd name="textAreaTop" fmla="*/ 0 h 923760"/>
                <a:gd name="textAreaBottom" fmla="*/ 924120 h 923760"/>
                <a:gd name="GluePoint1X" fmla="*/ 468998 w 4021393"/>
                <a:gd name="GluePoint1Y" fmla="*/ 0 h 924234"/>
                <a:gd name="GluePoint2X" fmla="*/ 3552397 w 4021393"/>
                <a:gd name="GluePoint2Y" fmla="*/ 0 h 924234"/>
                <a:gd name="GluePoint3X" fmla="*/ 4021393 w 4021393"/>
                <a:gd name="GluePoint3Y" fmla="*/ 924234 h 924234"/>
                <a:gd name="GluePoint4X" fmla="*/ 0 w 4021393"/>
                <a:gd name="GluePoint4Y" fmla="*/ 924234 h 924234"/>
                <a:gd name="GluePoint5X" fmla="*/ 468998 w 4021393"/>
                <a:gd name="GluePoint5Y" fmla="*/ 0 h 9242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4021393" h="924234">
                  <a:moveTo>
                    <a:pt x="468998" y="0"/>
                  </a:moveTo>
                  <a:lnTo>
                    <a:pt x="3552397" y="0"/>
                  </a:lnTo>
                  <a:lnTo>
                    <a:pt x="4021393" y="924234"/>
                  </a:lnTo>
                  <a:lnTo>
                    <a:pt x="0" y="924234"/>
                  </a:lnTo>
                  <a:lnTo>
                    <a:pt x="468998" y="0"/>
                  </a:lnTo>
                  <a:close/>
                </a:path>
              </a:pathLst>
            </a:custGeom>
            <a:solidFill>
              <a:srgbClr val="1f56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思源黑体 CN Normal"/>
                <a:ea typeface="思源黑体 CN Normal"/>
              </a:endParaRPr>
            </a:p>
          </p:txBody>
        </p:sp>
        <p:sp>
          <p:nvSpPr>
            <p:cNvPr id="70" name="文本框 7"/>
            <p:cNvSpPr/>
            <p:nvPr/>
          </p:nvSpPr>
          <p:spPr>
            <a:xfrm>
              <a:off x="2289240" y="5157360"/>
              <a:ext cx="2549520" cy="36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800" strike="noStrike" u="none">
                  <a:solidFill>
                    <a:schemeClr val="lt1"/>
                  </a:solidFill>
                  <a:effectLst/>
                  <a:uFillTx/>
                  <a:latin typeface="思源黑体 CN Normal"/>
                  <a:ea typeface="思源黑体 CN Normal"/>
                </a:rPr>
                <a:t>{{content_points[2]}}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1" name="组合 14"/>
          <p:cNvGrpSpPr/>
          <p:nvPr/>
        </p:nvGrpSpPr>
        <p:grpSpPr>
          <a:xfrm>
            <a:off x="1892160" y="3920400"/>
            <a:ext cx="3344040" cy="790920"/>
            <a:chOff x="1892160" y="3920400"/>
            <a:chExt cx="3344040" cy="790920"/>
          </a:xfrm>
        </p:grpSpPr>
        <p:sp>
          <p:nvSpPr>
            <p:cNvPr id="72" name="任意多边形: 形状 35"/>
            <p:cNvSpPr/>
            <p:nvPr/>
          </p:nvSpPr>
          <p:spPr>
            <a:xfrm>
              <a:off x="1892160" y="3920400"/>
              <a:ext cx="3344040" cy="790920"/>
            </a:xfrm>
            <a:custGeom>
              <a:avLst/>
              <a:gdLst>
                <a:gd name="textAreaLeft" fmla="*/ 0 w 3344040"/>
                <a:gd name="textAreaRight" fmla="*/ 3344400 w 3344040"/>
                <a:gd name="textAreaTop" fmla="*/ 0 h 790920"/>
                <a:gd name="textAreaBottom" fmla="*/ 791280 h 790920"/>
                <a:gd name="GluePoint1X" fmla="*/ 401640 w 2903783"/>
                <a:gd name="GluePoint1Y" fmla="*/ 0 h 791496"/>
                <a:gd name="GluePoint2X" fmla="*/ 2502143 w 2903783"/>
                <a:gd name="GluePoint2Y" fmla="*/ 0 h 791496"/>
                <a:gd name="GluePoint3X" fmla="*/ 2903783 w 2903783"/>
                <a:gd name="GluePoint3Y" fmla="*/ 791496 h 791496"/>
                <a:gd name="GluePoint4X" fmla="*/ 0 w 2903783"/>
                <a:gd name="GluePoint4Y" fmla="*/ 791496 h 791496"/>
                <a:gd name="GluePoint5X" fmla="*/ 401640 w 2903783"/>
                <a:gd name="GluePoint5Y" fmla="*/ 0 h 7914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903783" h="791496">
                  <a:moveTo>
                    <a:pt x="401640" y="0"/>
                  </a:moveTo>
                  <a:lnTo>
                    <a:pt x="2502143" y="0"/>
                  </a:lnTo>
                  <a:lnTo>
                    <a:pt x="2903783" y="791496"/>
                  </a:lnTo>
                  <a:lnTo>
                    <a:pt x="0" y="791496"/>
                  </a:lnTo>
                  <a:lnTo>
                    <a:pt x="401640" y="0"/>
                  </a:lnTo>
                  <a:close/>
                </a:path>
              </a:pathLst>
            </a:custGeom>
            <a:solidFill>
              <a:srgbClr val="0dce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思源黑体 CN Normal"/>
                <a:ea typeface="思源黑体 CN Normal"/>
              </a:endParaRPr>
            </a:p>
          </p:txBody>
        </p:sp>
        <p:sp>
          <p:nvSpPr>
            <p:cNvPr id="73" name="文本框 10"/>
            <p:cNvSpPr/>
            <p:nvPr/>
          </p:nvSpPr>
          <p:spPr>
            <a:xfrm>
              <a:off x="2289240" y="4122360"/>
              <a:ext cx="2549880" cy="36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800" strike="noStrike" u="none">
                  <a:solidFill>
                    <a:schemeClr val="lt1"/>
                  </a:solidFill>
                  <a:effectLst/>
                  <a:uFillTx/>
                  <a:latin typeface="思源黑体 CN Normal"/>
                  <a:ea typeface="思源黑体 CN Normal"/>
                </a:rPr>
                <a:t>{{content_points[1]}}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4" name="组合 17"/>
          <p:cNvGrpSpPr/>
          <p:nvPr/>
        </p:nvGrpSpPr>
        <p:grpSpPr>
          <a:xfrm>
            <a:off x="2458080" y="2951640"/>
            <a:ext cx="2211840" cy="790920"/>
            <a:chOff x="2458080" y="2951640"/>
            <a:chExt cx="2211840" cy="790920"/>
          </a:xfrm>
        </p:grpSpPr>
        <p:sp>
          <p:nvSpPr>
            <p:cNvPr id="75" name="任意多边形: 形状 34"/>
            <p:cNvSpPr/>
            <p:nvPr/>
          </p:nvSpPr>
          <p:spPr>
            <a:xfrm>
              <a:off x="2458080" y="2951640"/>
              <a:ext cx="2211840" cy="790920"/>
            </a:xfrm>
            <a:custGeom>
              <a:avLst/>
              <a:gdLst>
                <a:gd name="textAreaLeft" fmla="*/ 0 w 2211840"/>
                <a:gd name="textAreaRight" fmla="*/ 2212200 w 2211840"/>
                <a:gd name="textAreaTop" fmla="*/ 0 h 790920"/>
                <a:gd name="textAreaBottom" fmla="*/ 791280 h 790920"/>
                <a:gd name="GluePoint1X" fmla="*/ 401639 w 1920887"/>
                <a:gd name="GluePoint1Y" fmla="*/ 0 h 791495"/>
                <a:gd name="GluePoint2X" fmla="*/ 1519247 w 1920887"/>
                <a:gd name="GluePoint2Y" fmla="*/ 0 h 791495"/>
                <a:gd name="GluePoint3X" fmla="*/ 1920887 w 1920887"/>
                <a:gd name="GluePoint3Y" fmla="*/ 791495 h 791495"/>
                <a:gd name="GluePoint4X" fmla="*/ 0 w 1920887"/>
                <a:gd name="GluePoint4Y" fmla="*/ 791495 h 791495"/>
                <a:gd name="GluePoint5X" fmla="*/ 401639 w 1920887"/>
                <a:gd name="GluePoint5Y" fmla="*/ 0 h 79149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920887" h="791495">
                  <a:moveTo>
                    <a:pt x="401639" y="0"/>
                  </a:moveTo>
                  <a:lnTo>
                    <a:pt x="1519247" y="0"/>
                  </a:lnTo>
                  <a:lnTo>
                    <a:pt x="1920887" y="791495"/>
                  </a:lnTo>
                  <a:lnTo>
                    <a:pt x="0" y="791495"/>
                  </a:lnTo>
                  <a:lnTo>
                    <a:pt x="401639" y="0"/>
                  </a:lnTo>
                  <a:close/>
                </a:path>
              </a:pathLst>
            </a:custGeom>
            <a:solidFill>
              <a:srgbClr val="ffcb0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思源黑体 CN Normal"/>
                <a:ea typeface="思源黑体 CN Normal"/>
              </a:endParaRPr>
            </a:p>
          </p:txBody>
        </p:sp>
        <p:sp>
          <p:nvSpPr>
            <p:cNvPr id="76" name="文本框 11"/>
            <p:cNvSpPr/>
            <p:nvPr/>
          </p:nvSpPr>
          <p:spPr>
            <a:xfrm>
              <a:off x="2682360" y="3097440"/>
              <a:ext cx="1806120" cy="644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trike="noStrike" u="none">
                  <a:solidFill>
                    <a:schemeClr val="lt1"/>
                  </a:solidFill>
                  <a:effectLst/>
                  <a:uFillTx/>
                  <a:latin typeface="思源黑体 CN Normal"/>
                  <a:ea typeface="思源黑体 CN Normal"/>
                </a:rPr>
                <a:t>{{content_points[0]}}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60240" y="338040"/>
            <a:ext cx="10858320" cy="5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8" name="文本框 1"/>
          <p:cNvSpPr/>
          <p:nvPr/>
        </p:nvSpPr>
        <p:spPr>
          <a:xfrm>
            <a:off x="660240" y="1066680"/>
            <a:ext cx="52192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5" dur="indefinite" restart="never" nodeType="tmRoot">
          <p:childTnLst>
            <p:seq>
              <p:cTn id="76" dur="indefinite" nodeType="mainSeq"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nodeType="afterEffect" fill="hold" presetClass="entr" presetID="3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3" dur="4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4" dur="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nodeType="afterEffect" fill="hold" presetClass="entr" presetID="3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4" dur="4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5" dur="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nodeType="afterEffect" fill="hold" presetClass="entr" presetID="3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5" dur="4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6" dur="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12" nodeType="afterEffect" fill="hold" presetClass="entr" presetID="3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1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6" dur="4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7" dur="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箭头: 五边形 8"/>
          <p:cNvSpPr/>
          <p:nvPr/>
        </p:nvSpPr>
        <p:spPr>
          <a:xfrm rot="5400000">
            <a:off x="3459960" y="3228480"/>
            <a:ext cx="5272200" cy="874800"/>
          </a:xfrm>
          <a:prstGeom prst="homePlate">
            <a:avLst>
              <a:gd name="adj" fmla="val 80337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微软雅黑"/>
            </a:endParaRPr>
          </a:p>
        </p:txBody>
      </p:sp>
      <p:grpSp>
        <p:nvGrpSpPr>
          <p:cNvPr id="80" name="组合 2"/>
          <p:cNvGrpSpPr/>
          <p:nvPr/>
        </p:nvGrpSpPr>
        <p:grpSpPr>
          <a:xfrm>
            <a:off x="5796360" y="1194480"/>
            <a:ext cx="1474560" cy="1474560"/>
            <a:chOff x="5796360" y="1194480"/>
            <a:chExt cx="1474560" cy="1474560"/>
          </a:xfrm>
        </p:grpSpPr>
        <p:sp>
          <p:nvSpPr>
            <p:cNvPr id="81" name="矩形 9"/>
            <p:cNvSpPr/>
            <p:nvPr/>
          </p:nvSpPr>
          <p:spPr>
            <a:xfrm rot="2700000">
              <a:off x="6012360" y="1410120"/>
              <a:ext cx="1042560" cy="1042560"/>
            </a:xfrm>
            <a:prstGeom prst="rect">
              <a:avLst/>
            </a:prstGeom>
            <a:solidFill>
              <a:srgbClr val="1f56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8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微软雅黑"/>
                </a:rPr>
                <a:t>    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文本框 3"/>
            <p:cNvSpPr/>
            <p:nvPr/>
          </p:nvSpPr>
          <p:spPr>
            <a:xfrm>
              <a:off x="6273000" y="1701360"/>
              <a:ext cx="520920" cy="46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2400" strike="noStrike" u="none">
                  <a:solidFill>
                    <a:schemeClr val="lt1"/>
                  </a:solidFill>
                  <a:effectLst/>
                  <a:uFillTx/>
                  <a:latin typeface="思源黑体 CN Normal"/>
                  <a:ea typeface="思源黑体 CN Normal"/>
                </a:rPr>
                <a:t>01</a:t>
              </a:r>
              <a:endPara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3" name="组合 25"/>
          <p:cNvGrpSpPr/>
          <p:nvPr/>
        </p:nvGrpSpPr>
        <p:grpSpPr>
          <a:xfrm>
            <a:off x="5796360" y="2998800"/>
            <a:ext cx="1474560" cy="1474560"/>
            <a:chOff x="5796360" y="2998800"/>
            <a:chExt cx="1474560" cy="1474560"/>
          </a:xfrm>
        </p:grpSpPr>
        <p:sp>
          <p:nvSpPr>
            <p:cNvPr id="84" name="矩形 11"/>
            <p:cNvSpPr/>
            <p:nvPr/>
          </p:nvSpPr>
          <p:spPr>
            <a:xfrm rot="2700000">
              <a:off x="6012360" y="3214440"/>
              <a:ext cx="1042560" cy="1042560"/>
            </a:xfrm>
            <a:prstGeom prst="rect">
              <a:avLst/>
            </a:prstGeom>
            <a:solidFill>
              <a:srgbClr val="ffcb0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85" name="文本框 13"/>
            <p:cNvSpPr/>
            <p:nvPr/>
          </p:nvSpPr>
          <p:spPr>
            <a:xfrm>
              <a:off x="6271560" y="3502440"/>
              <a:ext cx="520920" cy="46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2400" strike="noStrike" u="none">
                  <a:solidFill>
                    <a:schemeClr val="lt1"/>
                  </a:solidFill>
                  <a:effectLst/>
                  <a:uFillTx/>
                  <a:latin typeface="思源黑体 CN Normal"/>
                  <a:ea typeface="思源黑体 CN Normal"/>
                </a:rPr>
                <a:t>03</a:t>
              </a:r>
              <a:endPara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6" name="组合 24"/>
          <p:cNvGrpSpPr/>
          <p:nvPr/>
        </p:nvGrpSpPr>
        <p:grpSpPr>
          <a:xfrm>
            <a:off x="4921200" y="2096640"/>
            <a:ext cx="1474560" cy="1474560"/>
            <a:chOff x="4921200" y="2096640"/>
            <a:chExt cx="1474560" cy="1474560"/>
          </a:xfrm>
        </p:grpSpPr>
        <p:sp>
          <p:nvSpPr>
            <p:cNvPr id="87" name="矩形 10"/>
            <p:cNvSpPr/>
            <p:nvPr/>
          </p:nvSpPr>
          <p:spPr>
            <a:xfrm rot="2700000">
              <a:off x="5137200" y="2312280"/>
              <a:ext cx="1042560" cy="1042560"/>
            </a:xfrm>
            <a:prstGeom prst="rect">
              <a:avLst/>
            </a:prstGeom>
            <a:solidFill>
              <a:srgbClr val="0dce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88" name="文本框 14"/>
            <p:cNvSpPr/>
            <p:nvPr/>
          </p:nvSpPr>
          <p:spPr>
            <a:xfrm>
              <a:off x="5382360" y="2615760"/>
              <a:ext cx="520920" cy="46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2400" strike="noStrike" u="none">
                  <a:solidFill>
                    <a:schemeClr val="lt1"/>
                  </a:solidFill>
                  <a:effectLst/>
                  <a:uFillTx/>
                  <a:latin typeface="思源黑体 CN Normal"/>
                  <a:ea typeface="思源黑体 CN Normal"/>
                </a:rPr>
                <a:t>02</a:t>
              </a:r>
              <a:endPara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9" name="组合 26"/>
          <p:cNvGrpSpPr/>
          <p:nvPr/>
        </p:nvGrpSpPr>
        <p:grpSpPr>
          <a:xfrm>
            <a:off x="4921200" y="3900960"/>
            <a:ext cx="1474560" cy="1474560"/>
            <a:chOff x="4921200" y="3900960"/>
            <a:chExt cx="1474560" cy="1474560"/>
          </a:xfrm>
        </p:grpSpPr>
        <p:sp>
          <p:nvSpPr>
            <p:cNvPr id="90" name="矩形 12"/>
            <p:cNvSpPr/>
            <p:nvPr/>
          </p:nvSpPr>
          <p:spPr>
            <a:xfrm rot="2700000">
              <a:off x="5137200" y="4116600"/>
              <a:ext cx="1042560" cy="1042560"/>
            </a:xfrm>
            <a:prstGeom prst="rect">
              <a:avLst/>
            </a:prstGeom>
            <a:solidFill>
              <a:srgbClr val="fe7a0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91" name="文本框 15"/>
            <p:cNvSpPr/>
            <p:nvPr/>
          </p:nvSpPr>
          <p:spPr>
            <a:xfrm>
              <a:off x="5380920" y="4416840"/>
              <a:ext cx="520920" cy="46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2400" strike="noStrike" u="none">
                  <a:solidFill>
                    <a:schemeClr val="lt1"/>
                  </a:solidFill>
                  <a:effectLst/>
                  <a:uFillTx/>
                  <a:latin typeface="思源黑体 CN Normal"/>
                  <a:ea typeface="思源黑体 CN Normal"/>
                </a:rPr>
                <a:t>04</a:t>
              </a:r>
              <a:endPara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2" name="文本框 16"/>
          <p:cNvSpPr/>
          <p:nvPr/>
        </p:nvSpPr>
        <p:spPr>
          <a:xfrm>
            <a:off x="7359840" y="1679760"/>
            <a:ext cx="376488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6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{{detailed_content[0]}}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文本框 17"/>
          <p:cNvSpPr/>
          <p:nvPr/>
        </p:nvSpPr>
        <p:spPr>
          <a:xfrm>
            <a:off x="7359840" y="1336680"/>
            <a:ext cx="31395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rgbClr val="1f56f0"/>
                </a:solidFill>
                <a:effectLst/>
                <a:uFillTx/>
                <a:latin typeface="微软雅黑"/>
                <a:ea typeface="微软雅黑"/>
              </a:rPr>
              <a:t>{{content_points[0]}}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文本框 18"/>
          <p:cNvSpPr/>
          <p:nvPr/>
        </p:nvSpPr>
        <p:spPr>
          <a:xfrm>
            <a:off x="7359840" y="3681720"/>
            <a:ext cx="376488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6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{{detailed_content[2]}}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文本框 19"/>
          <p:cNvSpPr/>
          <p:nvPr/>
        </p:nvSpPr>
        <p:spPr>
          <a:xfrm>
            <a:off x="7359840" y="3326760"/>
            <a:ext cx="313956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rgbClr val="ffcb06"/>
                </a:solidFill>
                <a:effectLst/>
                <a:uFillTx/>
                <a:latin typeface="微软雅黑"/>
                <a:ea typeface="微软雅黑"/>
              </a:rPr>
              <a:t>{{content_points[2]}}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文本框 20"/>
          <p:cNvSpPr/>
          <p:nvPr/>
        </p:nvSpPr>
        <p:spPr>
          <a:xfrm>
            <a:off x="1155960" y="2793600"/>
            <a:ext cx="376488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6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{{detailed_content[1]}}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文本框 21"/>
          <p:cNvSpPr/>
          <p:nvPr/>
        </p:nvSpPr>
        <p:spPr>
          <a:xfrm>
            <a:off x="1155960" y="2438640"/>
            <a:ext cx="313956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rgbClr val="0dcebd"/>
                </a:solidFill>
                <a:effectLst/>
                <a:uFillTx/>
                <a:latin typeface="微软雅黑"/>
                <a:ea typeface="微软雅黑"/>
              </a:rPr>
              <a:t>{{content_points[1]}}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文本框 22"/>
          <p:cNvSpPr/>
          <p:nvPr/>
        </p:nvSpPr>
        <p:spPr>
          <a:xfrm>
            <a:off x="1155960" y="4788000"/>
            <a:ext cx="376488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6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{{detailed_content[3]}}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文本框 23"/>
          <p:cNvSpPr/>
          <p:nvPr/>
        </p:nvSpPr>
        <p:spPr>
          <a:xfrm>
            <a:off x="1155960" y="4433040"/>
            <a:ext cx="313956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rgbClr val="fe7a06"/>
                </a:solidFill>
                <a:effectLst/>
                <a:uFillTx/>
                <a:latin typeface="微软雅黑"/>
                <a:ea typeface="微软雅黑"/>
              </a:rPr>
              <a:t>{{content_points[3]}}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60240" y="338040"/>
            <a:ext cx="10858320" cy="5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1" name="文本框 5"/>
          <p:cNvSpPr/>
          <p:nvPr/>
        </p:nvSpPr>
        <p:spPr>
          <a:xfrm>
            <a:off x="660240" y="1066680"/>
            <a:ext cx="52192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8" dur="indefinite" restart="never" nodeType="tmRoot">
          <p:childTnLst>
            <p:seq>
              <p:cTn id="119" dur="indefinite" nodeType="mainSeq"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nodeType="afterEffect" fill="hold" presetClass="entr" presetID="4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2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nodeType="afterEffect" fill="hold" presetClass="entr" presetID="4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nodeType="withEffect" fill="hold" presetClass="entr" presetID="47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nodeType="withEffect" fill="hold" presetClass="entr" presetID="47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4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nodeType="withEffect" fill="hold" presetClass="entr" presetID="47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4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000"/>
                            </p:stCondLst>
                            <p:childTnLst>
                              <p:par>
                                <p:cTn id="149" nodeType="after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15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nodeType="with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15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500"/>
                            </p:stCondLst>
                            <p:childTnLst>
                              <p:par>
                                <p:cTn id="156" nodeType="after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15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nodeType="with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16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2000"/>
                            </p:stCondLst>
                            <p:childTnLst>
                              <p:par>
                                <p:cTn id="163" nodeType="after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16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nodeType="with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16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2500"/>
                            </p:stCondLst>
                            <p:childTnLst>
                              <p:par>
                                <p:cTn id="170" nodeType="after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17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nodeType="with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17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组合 15"/>
          <p:cNvGrpSpPr/>
          <p:nvPr/>
        </p:nvGrpSpPr>
        <p:grpSpPr>
          <a:xfrm>
            <a:off x="-799560" y="1700640"/>
            <a:ext cx="13817160" cy="3225600"/>
            <a:chOff x="-799560" y="1700640"/>
            <a:chExt cx="13817160" cy="3225600"/>
          </a:xfrm>
        </p:grpSpPr>
        <p:sp>
          <p:nvSpPr>
            <p:cNvPr id="103" name="任意多边形: 形状 8"/>
            <p:cNvSpPr/>
            <p:nvPr/>
          </p:nvSpPr>
          <p:spPr>
            <a:xfrm>
              <a:off x="-799560" y="1700640"/>
              <a:ext cx="13817160" cy="3225600"/>
            </a:xfrm>
            <a:custGeom>
              <a:avLst/>
              <a:gdLst>
                <a:gd name="textAreaLeft" fmla="*/ 0 w 13817160"/>
                <a:gd name="textAreaRight" fmla="*/ 13817520 w 13817160"/>
                <a:gd name="textAreaTop" fmla="*/ 0 h 3225600"/>
                <a:gd name="textAreaBottom" fmla="*/ 3225960 h 3225600"/>
                <a:gd name="GluePoint1X" fmla="*/ 0 w 13817600"/>
                <a:gd name="GluePoint1Y" fmla="*/ 3225800 h 3225800"/>
                <a:gd name="GluePoint2X" fmla="*/ 3378200 w 13817600"/>
                <a:gd name="GluePoint2Y" fmla="*/ 2184400 h 3225800"/>
                <a:gd name="GluePoint3X" fmla="*/ 5892800 w 13817600"/>
                <a:gd name="GluePoint3Y" fmla="*/ 2590800 h 3225800"/>
                <a:gd name="GluePoint4X" fmla="*/ 8255000 w 13817600"/>
                <a:gd name="GluePoint4Y" fmla="*/ 1625600 h 3225800"/>
                <a:gd name="GluePoint5X" fmla="*/ 10998200 w 13817600"/>
                <a:gd name="GluePoint5Y" fmla="*/ 1981200 h 3225800"/>
                <a:gd name="GluePoint6X" fmla="*/ 13817600 w 13817600"/>
                <a:gd name="GluePoint6Y" fmla="*/ 0 h 32258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13817600" h="3225800">
                  <a:moveTo>
                    <a:pt x="0" y="3225800"/>
                  </a:moveTo>
                  <a:cubicBezTo>
                    <a:pt x="1198033" y="2758016"/>
                    <a:pt x="2396067" y="2290233"/>
                    <a:pt x="3378200" y="2184400"/>
                  </a:cubicBezTo>
                  <a:cubicBezTo>
                    <a:pt x="4360333" y="2078567"/>
                    <a:pt x="5080000" y="2683933"/>
                    <a:pt x="5892800" y="2590800"/>
                  </a:cubicBezTo>
                  <a:cubicBezTo>
                    <a:pt x="6705600" y="2497667"/>
                    <a:pt x="7404100" y="1727200"/>
                    <a:pt x="8255000" y="1625600"/>
                  </a:cubicBezTo>
                  <a:cubicBezTo>
                    <a:pt x="9105900" y="1524000"/>
                    <a:pt x="10071100" y="2252133"/>
                    <a:pt x="10998200" y="1981200"/>
                  </a:cubicBezTo>
                  <a:cubicBezTo>
                    <a:pt x="11925300" y="1710267"/>
                    <a:pt x="13089467" y="237067"/>
                    <a:pt x="13817600" y="0"/>
                  </a:cubicBezTo>
                </a:path>
              </a:pathLst>
            </a:custGeom>
            <a:noFill/>
            <a:ln w="38100">
              <a:solidFill>
                <a:schemeClr val="dk1">
                  <a:alpha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104" name="椭圆 9"/>
            <p:cNvSpPr/>
            <p:nvPr/>
          </p:nvSpPr>
          <p:spPr>
            <a:xfrm>
              <a:off x="2596680" y="3813840"/>
              <a:ext cx="134640" cy="13464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105" name="椭圆 11"/>
            <p:cNvSpPr/>
            <p:nvPr/>
          </p:nvSpPr>
          <p:spPr>
            <a:xfrm>
              <a:off x="4628520" y="4213800"/>
              <a:ext cx="134640" cy="134640"/>
            </a:xfrm>
            <a:prstGeom prst="ellipse">
              <a:avLst/>
            </a:prstGeom>
            <a:solidFill>
              <a:srgbClr val="0dce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106" name="椭圆 12"/>
            <p:cNvSpPr/>
            <p:nvPr/>
          </p:nvSpPr>
          <p:spPr>
            <a:xfrm>
              <a:off x="7257600" y="3275280"/>
              <a:ext cx="134640" cy="134640"/>
            </a:xfrm>
            <a:prstGeom prst="ellipse">
              <a:avLst/>
            </a:prstGeom>
            <a:solidFill>
              <a:srgbClr val="fdc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107" name="椭圆 13"/>
            <p:cNvSpPr/>
            <p:nvPr/>
          </p:nvSpPr>
          <p:spPr>
            <a:xfrm>
              <a:off x="9689760" y="3678840"/>
              <a:ext cx="134640" cy="134640"/>
            </a:xfrm>
            <a:prstGeom prst="ellipse">
              <a:avLst/>
            </a:prstGeom>
            <a:solidFill>
              <a:srgbClr val="fe7a0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rgbClr val="fe7a06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108" name="文本框 14"/>
          <p:cNvSpPr/>
          <p:nvPr/>
        </p:nvSpPr>
        <p:spPr>
          <a:xfrm>
            <a:off x="1327680" y="2475720"/>
            <a:ext cx="3574800" cy="4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4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{{detailed_content[0]}}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文本框 16"/>
          <p:cNvSpPr/>
          <p:nvPr/>
        </p:nvSpPr>
        <p:spPr>
          <a:xfrm>
            <a:off x="3744720" y="5223600"/>
            <a:ext cx="3432960" cy="4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4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{{detailed_content[1]}}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文本框 17"/>
          <p:cNvSpPr/>
          <p:nvPr/>
        </p:nvSpPr>
        <p:spPr>
          <a:xfrm>
            <a:off x="8379000" y="4809600"/>
            <a:ext cx="3483720" cy="4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4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{{detailed_content[3]}}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文本框 18"/>
          <p:cNvSpPr/>
          <p:nvPr/>
        </p:nvSpPr>
        <p:spPr>
          <a:xfrm>
            <a:off x="5833080" y="2166480"/>
            <a:ext cx="34837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4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{{detailed_content[2]}}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文本框 19"/>
          <p:cNvSpPr/>
          <p:nvPr/>
        </p:nvSpPr>
        <p:spPr>
          <a:xfrm>
            <a:off x="1327320" y="2006640"/>
            <a:ext cx="357516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rgbClr val="1f56f0"/>
                </a:solidFill>
                <a:effectLst/>
                <a:uFillTx/>
                <a:latin typeface="微软雅黑"/>
                <a:ea typeface="微软雅黑"/>
              </a:rPr>
              <a:t>{{content_points[0]}}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文本框 2"/>
          <p:cNvSpPr/>
          <p:nvPr/>
        </p:nvSpPr>
        <p:spPr>
          <a:xfrm>
            <a:off x="3744720" y="4763160"/>
            <a:ext cx="357516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rgbClr val="0dcebd"/>
                </a:solidFill>
                <a:effectLst/>
                <a:uFillTx/>
                <a:latin typeface="微软雅黑"/>
                <a:ea typeface="微软雅黑"/>
              </a:rPr>
              <a:t>{{content_points[1]}}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文本框 3"/>
          <p:cNvSpPr/>
          <p:nvPr/>
        </p:nvSpPr>
        <p:spPr>
          <a:xfrm>
            <a:off x="5837040" y="1706040"/>
            <a:ext cx="357516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rgbClr val="ffcb06"/>
                </a:solidFill>
                <a:effectLst/>
                <a:uFillTx/>
                <a:latin typeface="微软雅黑"/>
                <a:ea typeface="微软雅黑"/>
              </a:rPr>
              <a:t>{{content_points[2]}}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文本框 6"/>
          <p:cNvSpPr/>
          <p:nvPr/>
        </p:nvSpPr>
        <p:spPr>
          <a:xfrm>
            <a:off x="8379000" y="4306680"/>
            <a:ext cx="3575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rgbClr val="fe7a06"/>
                </a:solidFill>
                <a:effectLst/>
                <a:uFillTx/>
                <a:latin typeface="微软雅黑"/>
                <a:ea typeface="微软雅黑"/>
              </a:rPr>
              <a:t>{{content_points[3]}}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60240" y="338040"/>
            <a:ext cx="10858320" cy="5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17" name="文本框 5"/>
          <p:cNvSpPr/>
          <p:nvPr/>
        </p:nvSpPr>
        <p:spPr>
          <a:xfrm>
            <a:off x="660240" y="1066680"/>
            <a:ext cx="1085832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6" dur="indefinite" restart="never" nodeType="tmRoot">
          <p:childTnLst>
            <p:seq>
              <p:cTn id="177" dur="indefinite" nodeType="mainSeq"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82" dur="1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5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nodeType="withEffect" fill="hold" presetClass="entr" presetID="42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8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0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1500"/>
                            </p:stCondLst>
                            <p:childTnLst>
                              <p:par>
                                <p:cTn id="192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nodeType="withEffect" fill="hold" presetClass="entr" presetID="47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98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9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2000"/>
                            </p:stCondLst>
                            <p:childTnLst>
                              <p:par>
                                <p:cTn id="201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nodeType="withEffect" fill="hold" presetClass="entr" presetID="42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2500"/>
                            </p:stCondLst>
                            <p:childTnLst>
                              <p:par>
                                <p:cTn id="210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nodeType="withEffect" fill="hold" presetClass="entr" presetID="47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16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标题 1"/>
          <p:cNvSpPr/>
          <p:nvPr/>
        </p:nvSpPr>
        <p:spPr>
          <a:xfrm>
            <a:off x="2193840" y="5554440"/>
            <a:ext cx="5466960" cy="3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20000"/>
              </a:lnSpc>
            </a:pPr>
            <a:r>
              <a:rPr b="0" lang="en-US" sz="16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{{detailed_content[2]}}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标题 1"/>
          <p:cNvSpPr/>
          <p:nvPr/>
        </p:nvSpPr>
        <p:spPr>
          <a:xfrm>
            <a:off x="2179800" y="5127120"/>
            <a:ext cx="548172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trike="noStrike" u="none">
                <a:solidFill>
                  <a:srgbClr val="ffcb06"/>
                </a:solidFill>
                <a:effectLst/>
                <a:uFillTx/>
                <a:latin typeface="微软雅黑"/>
                <a:ea typeface="微软雅黑"/>
              </a:rPr>
              <a:t>{{content_points[2]}}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椭圆 50"/>
          <p:cNvSpPr/>
          <p:nvPr/>
        </p:nvSpPr>
        <p:spPr>
          <a:xfrm>
            <a:off x="793800" y="5088960"/>
            <a:ext cx="935640" cy="935640"/>
          </a:xfrm>
          <a:prstGeom prst="ellipse">
            <a:avLst/>
          </a:prstGeom>
          <a:solidFill>
            <a:srgbClr val="ffcb06"/>
          </a:solidFill>
          <a:ln>
            <a:solidFill>
              <a:srgbClr val="2e2e2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微软雅黑"/>
            </a:endParaRPr>
          </a:p>
        </p:txBody>
      </p:sp>
      <p:pic>
        <p:nvPicPr>
          <p:cNvPr id="121" name="图片 2" descr=""/>
          <p:cNvPicPr/>
          <p:nvPr/>
        </p:nvPicPr>
        <p:blipFill>
          <a:blip r:embed="rId1"/>
          <a:stretch/>
        </p:blipFill>
        <p:spPr>
          <a:xfrm>
            <a:off x="973440" y="5268600"/>
            <a:ext cx="575640" cy="57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标题 1"/>
          <p:cNvSpPr/>
          <p:nvPr/>
        </p:nvSpPr>
        <p:spPr>
          <a:xfrm>
            <a:off x="2179800" y="3900240"/>
            <a:ext cx="5481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6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{{detailed_content[1]}}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标题 1"/>
          <p:cNvSpPr/>
          <p:nvPr/>
        </p:nvSpPr>
        <p:spPr>
          <a:xfrm>
            <a:off x="2166120" y="3486960"/>
            <a:ext cx="549504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trike="noStrike" u="none">
                <a:solidFill>
                  <a:srgbClr val="0dcebd"/>
                </a:solidFill>
                <a:effectLst/>
                <a:uFillTx/>
                <a:latin typeface="微软雅黑"/>
                <a:ea typeface="微软雅黑"/>
              </a:rPr>
              <a:t>{{content_points[1]}}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椭圆 53"/>
          <p:cNvSpPr/>
          <p:nvPr/>
        </p:nvSpPr>
        <p:spPr>
          <a:xfrm>
            <a:off x="793800" y="3465720"/>
            <a:ext cx="935640" cy="935640"/>
          </a:xfrm>
          <a:prstGeom prst="ellipse">
            <a:avLst/>
          </a:prstGeom>
          <a:solidFill>
            <a:srgbClr val="0dcebd"/>
          </a:solidFill>
          <a:ln>
            <a:solidFill>
              <a:srgbClr val="2e2e2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微软雅黑"/>
            </a:endParaRPr>
          </a:p>
        </p:txBody>
      </p:sp>
      <p:pic>
        <p:nvPicPr>
          <p:cNvPr id="125" name="图片 3" descr=""/>
          <p:cNvPicPr/>
          <p:nvPr/>
        </p:nvPicPr>
        <p:blipFill>
          <a:blip r:embed="rId2"/>
          <a:stretch/>
        </p:blipFill>
        <p:spPr>
          <a:xfrm>
            <a:off x="973440" y="3645360"/>
            <a:ext cx="575640" cy="575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6" name="组合 1"/>
          <p:cNvGrpSpPr/>
          <p:nvPr/>
        </p:nvGrpSpPr>
        <p:grpSpPr>
          <a:xfrm>
            <a:off x="793800" y="1767600"/>
            <a:ext cx="6867360" cy="1010880"/>
            <a:chOff x="793800" y="1767600"/>
            <a:chExt cx="6867360" cy="1010880"/>
          </a:xfrm>
        </p:grpSpPr>
        <p:sp>
          <p:nvSpPr>
            <p:cNvPr id="127" name="标题 1"/>
            <p:cNvSpPr/>
            <p:nvPr/>
          </p:nvSpPr>
          <p:spPr>
            <a:xfrm>
              <a:off x="2166480" y="2238480"/>
              <a:ext cx="5494320" cy="457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spAutoFit/>
            </a:bodyPr>
            <a:p>
              <a:pPr defTabSz="914400">
                <a:lnSpc>
                  <a:spcPct val="150000"/>
                </a:lnSpc>
              </a:pPr>
              <a:r>
                <a:rPr b="0" lang="en-US" sz="1600" strike="noStrike" u="none">
                  <a:solidFill>
                    <a:schemeClr val="lt1">
                      <a:lumMod val="85000"/>
                    </a:schemeClr>
                  </a:solidFill>
                  <a:effectLst/>
                  <a:uFillTx/>
                  <a:latin typeface="微软雅黑"/>
                  <a:ea typeface="微软雅黑"/>
                </a:rPr>
                <a:t>{{detailed_content[0]}}</a:t>
              </a:r>
              <a:endParaRPr b="0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标题 1"/>
            <p:cNvSpPr/>
            <p:nvPr/>
          </p:nvSpPr>
          <p:spPr>
            <a:xfrm>
              <a:off x="2152800" y="1767600"/>
              <a:ext cx="5508360" cy="39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2000" strike="noStrike" u="none">
                  <a:solidFill>
                    <a:srgbClr val="1f56f0"/>
                  </a:solidFill>
                  <a:effectLst/>
                  <a:uFillTx/>
                  <a:latin typeface="微软雅黑"/>
                  <a:ea typeface="微软雅黑"/>
                </a:rPr>
                <a:t>{{content_points[0]}}</a:t>
              </a:r>
              <a:endParaRPr b="0" lang="en-US" sz="2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椭圆 49"/>
            <p:cNvSpPr/>
            <p:nvPr/>
          </p:nvSpPr>
          <p:spPr>
            <a:xfrm>
              <a:off x="793800" y="1842840"/>
              <a:ext cx="935640" cy="935640"/>
            </a:xfrm>
            <a:prstGeom prst="ellipse">
              <a:avLst/>
            </a:prstGeom>
            <a:solidFill>
              <a:srgbClr val="1f56f0"/>
            </a:solidFill>
            <a:ln>
              <a:solidFill>
                <a:srgbClr val="2e2e2e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pic>
          <p:nvPicPr>
            <p:cNvPr id="130" name="图片 4" descr=""/>
            <p:cNvPicPr/>
            <p:nvPr/>
          </p:nvPicPr>
          <p:blipFill>
            <a:blip r:embed="rId3"/>
            <a:stretch/>
          </p:blipFill>
          <p:spPr>
            <a:xfrm>
              <a:off x="973440" y="2022480"/>
              <a:ext cx="575640" cy="57564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31" name="图片 56" descr="C:/Users/scc10/Desktop/新建文件夹/图片13.png图片13"/>
          <p:cNvPicPr/>
          <p:nvPr/>
        </p:nvPicPr>
        <p:blipFill>
          <a:blip r:embed="rId4"/>
          <a:srcRect l="65" t="0" r="65" b="0"/>
          <a:stretch/>
        </p:blipFill>
        <p:spPr>
          <a:xfrm>
            <a:off x="7814880" y="1424160"/>
            <a:ext cx="3523320" cy="469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60240" y="338040"/>
            <a:ext cx="10858320" cy="5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3" name="文本框 8"/>
          <p:cNvSpPr/>
          <p:nvPr/>
        </p:nvSpPr>
        <p:spPr>
          <a:xfrm>
            <a:off x="660240" y="1066680"/>
            <a:ext cx="52192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218" dur="indefinite" restart="never" nodeType="tmRoot">
          <p:childTnLst>
            <p:seq>
              <p:cTn id="219" dur="indefinite" nodeType="mainSeq">
                <p:childTnLst>
                  <p:par>
                    <p:cTn id="220" fill="hold">
                      <p:stCondLst>
                        <p:cond delay="0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nodeType="after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2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500"/>
                            </p:stCondLst>
                            <p:childTnLst>
                              <p:par>
                                <p:cTn id="226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8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9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图片 56" descr="C:/Users/scc10/Desktop/新建文件夹/图片13.png图片13"/>
          <p:cNvPicPr/>
          <p:nvPr/>
        </p:nvPicPr>
        <p:blipFill>
          <a:blip r:embed="rId1"/>
          <a:srcRect l="65" t="0" r="65" b="0"/>
          <a:stretch/>
        </p:blipFill>
        <p:spPr>
          <a:xfrm>
            <a:off x="7814880" y="1424160"/>
            <a:ext cx="3523320" cy="469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标题 1"/>
          <p:cNvSpPr/>
          <p:nvPr/>
        </p:nvSpPr>
        <p:spPr>
          <a:xfrm>
            <a:off x="2071440" y="2181240"/>
            <a:ext cx="5211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6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{{detailed_content[0]}}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标题 1"/>
          <p:cNvSpPr/>
          <p:nvPr/>
        </p:nvSpPr>
        <p:spPr>
          <a:xfrm>
            <a:off x="2057400" y="1713960"/>
            <a:ext cx="522900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trike="noStrike" u="none">
                <a:solidFill>
                  <a:srgbClr val="2054f5"/>
                </a:solidFill>
                <a:effectLst/>
                <a:uFillTx/>
                <a:latin typeface="微软雅黑"/>
                <a:ea typeface="微软雅黑"/>
              </a:rPr>
              <a:t>{{content_points[0]}}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椭圆 3"/>
          <p:cNvSpPr/>
          <p:nvPr/>
        </p:nvSpPr>
        <p:spPr>
          <a:xfrm>
            <a:off x="793800" y="1713960"/>
            <a:ext cx="935640" cy="935640"/>
          </a:xfrm>
          <a:prstGeom prst="ellipse">
            <a:avLst/>
          </a:prstGeom>
          <a:solidFill>
            <a:srgbClr val="2054f5"/>
          </a:solidFill>
          <a:ln>
            <a:solidFill>
              <a:srgbClr val="2e2e2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微软雅黑"/>
            </a:endParaRPr>
          </a:p>
        </p:txBody>
      </p:sp>
      <p:pic>
        <p:nvPicPr>
          <p:cNvPr id="138" name="图片 5" descr=""/>
          <p:cNvPicPr/>
          <p:nvPr/>
        </p:nvPicPr>
        <p:blipFill>
          <a:blip r:embed="rId2"/>
          <a:stretch/>
        </p:blipFill>
        <p:spPr>
          <a:xfrm>
            <a:off x="973440" y="1893600"/>
            <a:ext cx="575640" cy="57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标题 1"/>
          <p:cNvSpPr/>
          <p:nvPr/>
        </p:nvSpPr>
        <p:spPr>
          <a:xfrm>
            <a:off x="2071440" y="4697640"/>
            <a:ext cx="5211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6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{{detailed_content[1]}}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标题 1"/>
          <p:cNvSpPr/>
          <p:nvPr/>
        </p:nvSpPr>
        <p:spPr>
          <a:xfrm>
            <a:off x="2057400" y="4230000"/>
            <a:ext cx="524340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trike="noStrike" u="none">
                <a:solidFill>
                  <a:srgbClr val="0acec1"/>
                </a:solidFill>
                <a:effectLst/>
                <a:uFillTx/>
                <a:latin typeface="微软雅黑"/>
                <a:ea typeface="微软雅黑"/>
              </a:rPr>
              <a:t>{{content_points[1]}}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椭圆 7"/>
          <p:cNvSpPr/>
          <p:nvPr/>
        </p:nvSpPr>
        <p:spPr>
          <a:xfrm>
            <a:off x="793800" y="4230360"/>
            <a:ext cx="935640" cy="935640"/>
          </a:xfrm>
          <a:prstGeom prst="ellipse">
            <a:avLst/>
          </a:prstGeom>
          <a:solidFill>
            <a:srgbClr val="0accc2"/>
          </a:solidFill>
          <a:ln>
            <a:solidFill>
              <a:srgbClr val="2e2e2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微软雅黑"/>
            </a:endParaRPr>
          </a:p>
        </p:txBody>
      </p:sp>
      <p:pic>
        <p:nvPicPr>
          <p:cNvPr id="142" name="图片 9" descr=""/>
          <p:cNvPicPr/>
          <p:nvPr/>
        </p:nvPicPr>
        <p:blipFill>
          <a:blip r:embed="rId3"/>
          <a:stretch/>
        </p:blipFill>
        <p:spPr>
          <a:xfrm>
            <a:off x="973440" y="4410000"/>
            <a:ext cx="575640" cy="57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60240" y="338040"/>
            <a:ext cx="10858320" cy="5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4" name="文本框 10"/>
          <p:cNvSpPr/>
          <p:nvPr/>
        </p:nvSpPr>
        <p:spPr>
          <a:xfrm>
            <a:off x="660240" y="1066680"/>
            <a:ext cx="664056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230" dur="indefinite" restart="never" nodeType="tmRoot">
          <p:childTnLst>
            <p:seq>
              <p:cTn id="231" dur="indefinite" nodeType="mainSeq">
                <p:childTnLst>
                  <p:par>
                    <p:cTn id="232" fill="hold">
                      <p:stCondLst>
                        <p:cond delay="0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nodeType="after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3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矩形 11"/>
          <p:cNvSpPr/>
          <p:nvPr/>
        </p:nvSpPr>
        <p:spPr>
          <a:xfrm>
            <a:off x="757440" y="2888640"/>
            <a:ext cx="66430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2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思源黑体 CN Normal"/>
                <a:ea typeface="思源黑体 CN Normal"/>
              </a:rPr>
              <a:t>{{detailed_content[0]}}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文本框 2"/>
          <p:cNvSpPr/>
          <p:nvPr/>
        </p:nvSpPr>
        <p:spPr>
          <a:xfrm>
            <a:off x="757440" y="2304000"/>
            <a:ext cx="66438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spAutoFit/>
          </a:bodyPr>
          <a:p>
            <a:pPr defTabSz="914400">
              <a:lnSpc>
                <a:spcPct val="150000"/>
              </a:lnSpc>
            </a:pPr>
            <a:r>
              <a:rPr b="1" lang="en-US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rPr>
              <a:t>{{content_points[0]}}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7" name="图片 56" descr="C:/Users/scc10/Desktop/新建文件夹/图片13.png图片13"/>
          <p:cNvPicPr/>
          <p:nvPr/>
        </p:nvPicPr>
        <p:blipFill>
          <a:blip r:embed="rId1"/>
          <a:srcRect l="65" t="0" r="65" b="0"/>
          <a:stretch/>
        </p:blipFill>
        <p:spPr>
          <a:xfrm>
            <a:off x="7814880" y="1424160"/>
            <a:ext cx="3523320" cy="469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60240" y="338040"/>
            <a:ext cx="10858320" cy="5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9" name="文本框 3"/>
          <p:cNvSpPr/>
          <p:nvPr/>
        </p:nvSpPr>
        <p:spPr>
          <a:xfrm>
            <a:off x="660240" y="1066680"/>
            <a:ext cx="673956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7" dur="indefinite" restart="never" nodeType="tmRoot">
          <p:childTnLst>
            <p:seq>
              <p:cTn id="238" dur="indefinite" nodeType="mainSeq">
                <p:childTnLst>
                  <p:par>
                    <p:cTn id="239" fill="hold">
                      <p:stCondLst>
                        <p:cond delay="0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nodeType="after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3" dur="5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244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7"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24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500"/>
                            </p:stCondLst>
                            <p:childTnLst>
                              <p:par>
                                <p:cTn id="250" nodeType="after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5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矩形 7"/>
          <p:cNvSpPr/>
          <p:nvPr/>
        </p:nvSpPr>
        <p:spPr>
          <a:xfrm>
            <a:off x="2553840" y="1701720"/>
            <a:ext cx="3244320" cy="46429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>
            <a:outerShdw algn="ctr" blurRad="343080" rotWithShape="0" sx="102000" sy="102000">
              <a:schemeClr val="tx1">
                <a:lumMod val="95000"/>
                <a:lumOff val="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思源黑体 CN Normal"/>
              <a:ea typeface="思源黑体 CN Normal"/>
            </a:endParaRPr>
          </a:p>
        </p:txBody>
      </p:sp>
      <p:sp>
        <p:nvSpPr>
          <p:cNvPr id="151" name="矩形 8"/>
          <p:cNvSpPr/>
          <p:nvPr/>
        </p:nvSpPr>
        <p:spPr>
          <a:xfrm>
            <a:off x="6327720" y="1701720"/>
            <a:ext cx="3244320" cy="46429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>
            <a:outerShdw algn="ctr" blurRad="343080" rotWithShape="0" sx="102000" sy="102000">
              <a:schemeClr val="tx1">
                <a:lumMod val="95000"/>
                <a:lumOff val="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思源黑体 CN Normal"/>
              <a:ea typeface="思源黑体 CN Normal"/>
            </a:endParaRPr>
          </a:p>
        </p:txBody>
      </p:sp>
      <p:sp>
        <p:nvSpPr>
          <p:cNvPr id="152" name="文本框 36"/>
          <p:cNvSpPr/>
          <p:nvPr/>
        </p:nvSpPr>
        <p:spPr>
          <a:xfrm>
            <a:off x="2731680" y="1837800"/>
            <a:ext cx="276696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思源黑体 CN Medium"/>
                <a:ea typeface="思源黑体 CN Medium"/>
              </a:rPr>
              <a:t>{{content_points[0]}}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文本框 39"/>
          <p:cNvSpPr/>
          <p:nvPr/>
        </p:nvSpPr>
        <p:spPr>
          <a:xfrm>
            <a:off x="6501600" y="1837800"/>
            <a:ext cx="290916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思源黑体 CN Medium"/>
                <a:ea typeface="思源黑体 CN Medium"/>
              </a:rPr>
              <a:t>{{content_points[1]}}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4" name="Picture 54" descr="C:/Users/scc10/Desktop/新建文件夹/图片15.png图片15"/>
          <p:cNvPicPr/>
          <p:nvPr/>
        </p:nvPicPr>
        <p:blipFill>
          <a:blip r:embed="rId1"/>
          <a:srcRect l="55" t="0" r="55" b="0"/>
          <a:stretch/>
        </p:blipFill>
        <p:spPr>
          <a:xfrm>
            <a:off x="6327720" y="3933000"/>
            <a:ext cx="3243960" cy="2162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" name="Picture 47" descr="C:/Users/scc10/Desktop/新建文件夹/图片14.png图片14"/>
          <p:cNvPicPr/>
          <p:nvPr/>
        </p:nvPicPr>
        <p:blipFill>
          <a:blip r:embed="rId2"/>
          <a:srcRect l="55" t="0" r="55" b="0"/>
          <a:stretch/>
        </p:blipFill>
        <p:spPr>
          <a:xfrm>
            <a:off x="2554200" y="3932280"/>
            <a:ext cx="3243960" cy="216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矩形 68"/>
          <p:cNvSpPr/>
          <p:nvPr/>
        </p:nvSpPr>
        <p:spPr>
          <a:xfrm>
            <a:off x="2553840" y="6129720"/>
            <a:ext cx="3244320" cy="240480"/>
          </a:xfrm>
          <a:prstGeom prst="rect">
            <a:avLst/>
          </a:prstGeom>
          <a:solidFill>
            <a:srgbClr val="1f56f0"/>
          </a:solidFill>
          <a:ln w="9525">
            <a:noFill/>
          </a:ln>
          <a:effectLst>
            <a:outerShdw algn="tl" blurRad="19044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思源黑体 CN Medium"/>
            </a:endParaRPr>
          </a:p>
        </p:txBody>
      </p:sp>
      <p:sp>
        <p:nvSpPr>
          <p:cNvPr id="157" name="矩形 69"/>
          <p:cNvSpPr/>
          <p:nvPr/>
        </p:nvSpPr>
        <p:spPr>
          <a:xfrm>
            <a:off x="6328080" y="6129720"/>
            <a:ext cx="3243960" cy="240120"/>
          </a:xfrm>
          <a:prstGeom prst="rect">
            <a:avLst/>
          </a:prstGeom>
          <a:solidFill>
            <a:srgbClr val="fdcc04"/>
          </a:solidFill>
          <a:ln w="76200">
            <a:noFill/>
          </a:ln>
          <a:effectLst>
            <a:outerShdw algn="tl" blurRad="419040" dir="2399574" dist="253744" rotWithShape="0" sx="90000" sy="9000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600" strike="noStrike" u="none">
              <a:solidFill>
                <a:schemeClr val="dk1">
                  <a:lumMod val="95000"/>
                </a:schemeClr>
              </a:solidFill>
              <a:effectLst/>
              <a:uFillTx/>
              <a:latin typeface="思源黑体 CN Medium"/>
              <a:ea typeface="思源黑体 CN Medium"/>
            </a:endParaRPr>
          </a:p>
        </p:txBody>
      </p:sp>
      <p:sp>
        <p:nvSpPr>
          <p:cNvPr id="158" name="矩形 71"/>
          <p:cNvSpPr/>
          <p:nvPr/>
        </p:nvSpPr>
        <p:spPr>
          <a:xfrm rot="16200000">
            <a:off x="3618720" y="2864880"/>
            <a:ext cx="1114200" cy="3244320"/>
          </a:xfrm>
          <a:prstGeom prst="rect">
            <a:avLst/>
          </a:prstGeom>
          <a:gradFill rotWithShape="0">
            <a:gsLst>
              <a:gs pos="0">
                <a:srgbClr val="e4e6ea"/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思源黑体 CN Normal"/>
              <a:ea typeface="思源黑体 CN Normal"/>
            </a:endParaRPr>
          </a:p>
        </p:txBody>
      </p:sp>
      <p:sp>
        <p:nvSpPr>
          <p:cNvPr id="159" name="矩形 72"/>
          <p:cNvSpPr/>
          <p:nvPr/>
        </p:nvSpPr>
        <p:spPr>
          <a:xfrm rot="16200000">
            <a:off x="7392600" y="2864880"/>
            <a:ext cx="1114200" cy="3244320"/>
          </a:xfrm>
          <a:prstGeom prst="rect">
            <a:avLst/>
          </a:prstGeom>
          <a:gradFill rotWithShape="0">
            <a:gsLst>
              <a:gs pos="0">
                <a:srgbClr val="e4e6ea"/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思源黑体 CN Normal"/>
              <a:ea typeface="思源黑体 CN Normal"/>
            </a:endParaRPr>
          </a:p>
        </p:txBody>
      </p:sp>
      <p:sp>
        <p:nvSpPr>
          <p:cNvPr id="160" name="文本框 74"/>
          <p:cNvSpPr/>
          <p:nvPr/>
        </p:nvSpPr>
        <p:spPr>
          <a:xfrm>
            <a:off x="2731680" y="2797920"/>
            <a:ext cx="29332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思源黑体 CN Normal"/>
                <a:ea typeface="思源黑体 CN Normal"/>
              </a:rPr>
              <a:t>{{detailed_content[0]}}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61" name="组合 75"/>
          <p:cNvGrpSpPr/>
          <p:nvPr/>
        </p:nvGrpSpPr>
        <p:grpSpPr>
          <a:xfrm>
            <a:off x="2839320" y="2501640"/>
            <a:ext cx="2659320" cy="0"/>
            <a:chOff x="2839320" y="2501640"/>
            <a:chExt cx="2659320" cy="0"/>
          </a:xfrm>
        </p:grpSpPr>
        <p:cxnSp>
          <p:nvCxnSpPr>
            <p:cNvPr id="162" name="直接连接符 76"/>
            <p:cNvCxnSpPr/>
            <p:nvPr/>
          </p:nvCxnSpPr>
          <p:spPr>
            <a:xfrm>
              <a:off x="2839320" y="2501640"/>
              <a:ext cx="2659680" cy="360"/>
            </a:xfrm>
            <a:prstGeom prst="straightConnector1">
              <a:avLst/>
            </a:prstGeom>
            <a:ln w="9525">
              <a:solidFill>
                <a:srgbClr val="2256f7"/>
              </a:solidFill>
            </a:ln>
          </p:spPr>
        </p:cxnSp>
        <p:cxnSp>
          <p:nvCxnSpPr>
            <p:cNvPr id="163" name="直接连接符 77"/>
            <p:cNvCxnSpPr/>
            <p:nvPr/>
          </p:nvCxnSpPr>
          <p:spPr>
            <a:xfrm>
              <a:off x="2839320" y="2501640"/>
              <a:ext cx="507960" cy="360"/>
            </a:xfrm>
            <a:prstGeom prst="straightConnector1">
              <a:avLst/>
            </a:prstGeom>
            <a:ln w="28575">
              <a:solidFill>
                <a:srgbClr val="2256f7"/>
              </a:solidFill>
            </a:ln>
          </p:spPr>
        </p:cxnSp>
      </p:grpSp>
      <p:grpSp>
        <p:nvGrpSpPr>
          <p:cNvPr id="164" name="组合 78"/>
          <p:cNvGrpSpPr/>
          <p:nvPr/>
        </p:nvGrpSpPr>
        <p:grpSpPr>
          <a:xfrm>
            <a:off x="6604200" y="2501640"/>
            <a:ext cx="2659320" cy="0"/>
            <a:chOff x="6604200" y="2501640"/>
            <a:chExt cx="2659320" cy="0"/>
          </a:xfrm>
        </p:grpSpPr>
        <p:cxnSp>
          <p:nvCxnSpPr>
            <p:cNvPr id="165" name="直接连接符 79"/>
            <p:cNvCxnSpPr/>
            <p:nvPr/>
          </p:nvCxnSpPr>
          <p:spPr>
            <a:xfrm>
              <a:off x="6604200" y="2501640"/>
              <a:ext cx="2659680" cy="360"/>
            </a:xfrm>
            <a:prstGeom prst="straightConnector1">
              <a:avLst/>
            </a:prstGeom>
            <a:ln w="9525">
              <a:solidFill>
                <a:srgbClr val="fdcc04"/>
              </a:solidFill>
            </a:ln>
          </p:spPr>
        </p:cxnSp>
        <p:cxnSp>
          <p:nvCxnSpPr>
            <p:cNvPr id="166" name="直接连接符 80"/>
            <p:cNvCxnSpPr/>
            <p:nvPr/>
          </p:nvCxnSpPr>
          <p:spPr>
            <a:xfrm>
              <a:off x="6604200" y="2501640"/>
              <a:ext cx="508320" cy="360"/>
            </a:xfrm>
            <a:prstGeom prst="straightConnector1">
              <a:avLst/>
            </a:prstGeom>
            <a:ln w="28575">
              <a:solidFill>
                <a:srgbClr val="fdcc04"/>
              </a:solidFill>
            </a:ln>
          </p:spPr>
        </p:cxnSp>
      </p:grpSp>
      <p:sp>
        <p:nvSpPr>
          <p:cNvPr id="167" name="文本框 84"/>
          <p:cNvSpPr/>
          <p:nvPr/>
        </p:nvSpPr>
        <p:spPr>
          <a:xfrm>
            <a:off x="6477120" y="2797920"/>
            <a:ext cx="29332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思源黑体 CN Normal"/>
                <a:ea typeface="思源黑体 CN Normal"/>
              </a:rPr>
              <a:t>{{detailed_content[1]}}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60240" y="338040"/>
            <a:ext cx="10858320" cy="5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69" name="文本框 2"/>
          <p:cNvSpPr/>
          <p:nvPr/>
        </p:nvSpPr>
        <p:spPr>
          <a:xfrm>
            <a:off x="660240" y="1066680"/>
            <a:ext cx="1085832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3" dur="indefinite" restart="never" nodeType="tmRoot">
          <p:childTnLst>
            <p:seq>
              <p:cTn id="254" dur="indefinite" nodeType="mainSeq"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nodeType="after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9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0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61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nodeType="with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4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5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6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nodeType="with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9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0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71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nodeType="with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4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5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76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nodeType="with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9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0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8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nodeType="with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4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5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86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nodeType="with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9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0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9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500"/>
                            </p:stCondLst>
                            <p:childTnLst>
                              <p:par>
                                <p:cTn id="293" nodeType="after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5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6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9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nodeType="with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0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1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0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nodeType="with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5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6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0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nodeType="with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0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1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12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nodeType="with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5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6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1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nodeType="with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20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1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2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nodeType="with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25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6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2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图片 26" descr="C:/Users/scc10/Desktop/新建文件夹/图片16.png图片16"/>
          <p:cNvSpPr/>
          <p:nvPr/>
        </p:nvSpPr>
        <p:spPr>
          <a:xfrm>
            <a:off x="486360" y="1531800"/>
            <a:ext cx="5169960" cy="4330440"/>
          </a:xfrm>
          <a:custGeom>
            <a:avLst/>
            <a:gdLst>
              <a:gd name="textAreaLeft" fmla="*/ 0 w 5169960"/>
              <a:gd name="textAreaRight" fmla="*/ 5170320 w 5169960"/>
              <a:gd name="textAreaTop" fmla="*/ 0 h 4330440"/>
              <a:gd name="textAreaBottom" fmla="*/ 4330800 h 4330440"/>
              <a:gd name="GluePoint1X" fmla="*/ 0 w 5170410"/>
              <a:gd name="GluePoint1Y" fmla="*/ 0 h 4330521"/>
              <a:gd name="GluePoint2X" fmla="*/ 4448642 w 5170410"/>
              <a:gd name="GluePoint2Y" fmla="*/ 0 h 4330521"/>
              <a:gd name="GluePoint3X" fmla="*/ 5170410 w 5170410"/>
              <a:gd name="GluePoint3Y" fmla="*/ 721768 h 4330521"/>
              <a:gd name="GluePoint4X" fmla="*/ 5170410 w 5170410"/>
              <a:gd name="GluePoint4Y" fmla="*/ 4330521 h 4330521"/>
              <a:gd name="GluePoint5X" fmla="*/ 0 w 5170410"/>
              <a:gd name="GluePoint5Y" fmla="*/ 4330521 h 433052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5170410" h="4330521">
                <a:moveTo>
                  <a:pt x="0" y="0"/>
                </a:moveTo>
                <a:lnTo>
                  <a:pt x="4448642" y="0"/>
                </a:lnTo>
                <a:cubicBezTo>
                  <a:pt x="4847263" y="0"/>
                  <a:pt x="5170410" y="323147"/>
                  <a:pt x="5170410" y="721768"/>
                </a:cubicBezTo>
                <a:lnTo>
                  <a:pt x="5170410" y="4330521"/>
                </a:lnTo>
                <a:lnTo>
                  <a:pt x="0" y="4330521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矩形: 单圆角 144"/>
          <p:cNvSpPr/>
          <p:nvPr/>
        </p:nvSpPr>
        <p:spPr>
          <a:xfrm>
            <a:off x="486360" y="5131440"/>
            <a:ext cx="5172840" cy="730440"/>
          </a:xfrm>
          <a:prstGeom prst="round1Rect">
            <a:avLst>
              <a:gd name="adj" fmla="val 50000"/>
            </a:avLst>
          </a:prstGeom>
          <a:solidFill>
            <a:srgbClr val="008fd2"/>
          </a:solidFill>
          <a:ln w="38100">
            <a:noFill/>
          </a:ln>
          <a:effectLst>
            <a:outerShdw algn="tl" blurRad="152280" dir="2700000" dist="75858" rotWithShape="0">
              <a:srgbClr val="20307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trike="noStrike" u="none">
              <a:solidFill>
                <a:schemeClr val="lt1"/>
              </a:solidFill>
              <a:effectLst/>
              <a:uFillTx/>
              <a:latin typeface="微软雅黑"/>
              <a:ea typeface="微软雅黑"/>
            </a:endParaRPr>
          </a:p>
        </p:txBody>
      </p:sp>
      <p:sp>
        <p:nvSpPr>
          <p:cNvPr id="172" name="矩形 43"/>
          <p:cNvSpPr/>
          <p:nvPr/>
        </p:nvSpPr>
        <p:spPr>
          <a:xfrm>
            <a:off x="7709400" y="4718160"/>
            <a:ext cx="42631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50000"/>
              </a:lnSpc>
            </a:pPr>
            <a:r>
              <a:rPr b="1" lang="en-US" sz="1800" strike="noStrike" u="none">
                <a:solidFill>
                  <a:srgbClr val="fdcc04"/>
                </a:solidFill>
                <a:effectLst/>
                <a:uFillTx/>
                <a:latin typeface="微软雅黑"/>
                <a:ea typeface="微软雅黑"/>
              </a:rPr>
              <a:t>{{content_points[2]}}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椭圆 37"/>
          <p:cNvSpPr/>
          <p:nvPr/>
        </p:nvSpPr>
        <p:spPr>
          <a:xfrm>
            <a:off x="6482880" y="4788000"/>
            <a:ext cx="1041840" cy="1041840"/>
          </a:xfrm>
          <a:prstGeom prst="ellipse">
            <a:avLst/>
          </a:prstGeom>
          <a:solidFill>
            <a:srgbClr val="ffcb06"/>
          </a:solidFill>
          <a:ln w="38100">
            <a:noFill/>
          </a:ln>
          <a:effectLst>
            <a:outerShdw algn="tl" blurRad="152280" dir="2700000" dist="75858" rotWithShape="0">
              <a:srgbClr val="20307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思源黑体 CN Normal"/>
              <a:ea typeface="思源黑体 CN Medium"/>
            </a:endParaRPr>
          </a:p>
        </p:txBody>
      </p:sp>
      <p:pic>
        <p:nvPicPr>
          <p:cNvPr id="174" name="图片 48" descr=""/>
          <p:cNvPicPr/>
          <p:nvPr/>
        </p:nvPicPr>
        <p:blipFill>
          <a:blip r:embed="rId2"/>
          <a:stretch/>
        </p:blipFill>
        <p:spPr>
          <a:xfrm>
            <a:off x="6720840" y="5021640"/>
            <a:ext cx="575640" cy="57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文本框 9"/>
          <p:cNvSpPr/>
          <p:nvPr/>
        </p:nvSpPr>
        <p:spPr>
          <a:xfrm>
            <a:off x="7705080" y="5294520"/>
            <a:ext cx="4263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2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{{detailed_content[2]}}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矩形 44"/>
          <p:cNvSpPr/>
          <p:nvPr/>
        </p:nvSpPr>
        <p:spPr>
          <a:xfrm>
            <a:off x="7709400" y="2923920"/>
            <a:ext cx="425916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en-US" sz="1800" strike="noStrike" u="none">
                <a:solidFill>
                  <a:srgbClr val="0acec1"/>
                </a:solidFill>
                <a:effectLst/>
                <a:uFillTx/>
                <a:latin typeface="微软雅黑"/>
                <a:ea typeface="微软雅黑"/>
              </a:rPr>
              <a:t>{{content_points[1]}}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椭圆 33"/>
          <p:cNvSpPr/>
          <p:nvPr/>
        </p:nvSpPr>
        <p:spPr>
          <a:xfrm>
            <a:off x="6482880" y="2995920"/>
            <a:ext cx="1041840" cy="1041840"/>
          </a:xfrm>
          <a:prstGeom prst="ellipse">
            <a:avLst/>
          </a:prstGeom>
          <a:solidFill>
            <a:srgbClr val="0dcebd"/>
          </a:solidFill>
          <a:ln>
            <a:noFill/>
          </a:ln>
          <a:effectLst>
            <a:outerShdw algn="t" blurRad="203040" dir="5400000" dist="101520" rotWithShape="0" sx="88000" sy="88000">
              <a:schemeClr val="accent2">
                <a:alpha val="3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400" strike="noStrike" u="none">
              <a:solidFill>
                <a:srgbClr val="03398a"/>
              </a:solidFill>
              <a:effectLst/>
              <a:uFillTx/>
              <a:latin typeface="思源黑体 CN Normal"/>
              <a:ea typeface="思源黑体 CN Normal"/>
            </a:endParaRPr>
          </a:p>
        </p:txBody>
      </p:sp>
      <p:pic>
        <p:nvPicPr>
          <p:cNvPr id="178" name="图片 46" descr=""/>
          <p:cNvPicPr/>
          <p:nvPr/>
        </p:nvPicPr>
        <p:blipFill>
          <a:blip r:embed="rId3"/>
          <a:stretch/>
        </p:blipFill>
        <p:spPr>
          <a:xfrm>
            <a:off x="6720840" y="3247560"/>
            <a:ext cx="575640" cy="57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文本框 10"/>
          <p:cNvSpPr/>
          <p:nvPr/>
        </p:nvSpPr>
        <p:spPr>
          <a:xfrm>
            <a:off x="7709400" y="3502800"/>
            <a:ext cx="4263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2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{{detailed_content[1]}}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矩形 42"/>
          <p:cNvSpPr/>
          <p:nvPr/>
        </p:nvSpPr>
        <p:spPr>
          <a:xfrm>
            <a:off x="7666920" y="1150200"/>
            <a:ext cx="430236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en-US" sz="1800" strike="noStrike" u="none">
                <a:solidFill>
                  <a:srgbClr val="1f55f4"/>
                </a:solidFill>
                <a:effectLst/>
                <a:uFillTx/>
                <a:latin typeface="微软雅黑"/>
                <a:ea typeface="微软雅黑"/>
              </a:rPr>
              <a:t>{{content_points[0]}}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椭圆 36"/>
          <p:cNvSpPr/>
          <p:nvPr/>
        </p:nvSpPr>
        <p:spPr>
          <a:xfrm>
            <a:off x="6482880" y="1222200"/>
            <a:ext cx="1041840" cy="1041840"/>
          </a:xfrm>
          <a:prstGeom prst="ellipse">
            <a:avLst/>
          </a:prstGeom>
          <a:solidFill>
            <a:srgbClr val="1f56f0"/>
          </a:solidFill>
          <a:ln w="38100">
            <a:noFill/>
          </a:ln>
          <a:effectLst>
            <a:outerShdw algn="tl" blurRad="152280" dir="2700000" dist="75858" rotWithShape="0">
              <a:srgbClr val="20307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思源黑体 CN Normal"/>
              <a:ea typeface="思源黑体 CN Medium"/>
            </a:endParaRPr>
          </a:p>
        </p:txBody>
      </p:sp>
      <p:pic>
        <p:nvPicPr>
          <p:cNvPr id="182" name="图片 47" descr=""/>
          <p:cNvPicPr/>
          <p:nvPr/>
        </p:nvPicPr>
        <p:blipFill>
          <a:blip r:embed="rId4"/>
          <a:stretch/>
        </p:blipFill>
        <p:spPr>
          <a:xfrm>
            <a:off x="6720840" y="1455480"/>
            <a:ext cx="575640" cy="57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文本框 11"/>
          <p:cNvSpPr/>
          <p:nvPr/>
        </p:nvSpPr>
        <p:spPr>
          <a:xfrm>
            <a:off x="7709400" y="1729080"/>
            <a:ext cx="4263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2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{{detailed_content[0]}}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文本框 4"/>
          <p:cNvSpPr/>
          <p:nvPr/>
        </p:nvSpPr>
        <p:spPr>
          <a:xfrm>
            <a:off x="660240" y="5294520"/>
            <a:ext cx="473436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rPr>
              <a:t>{{title}}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660240" y="338040"/>
            <a:ext cx="10858320" cy="5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86" name="文本框 6"/>
          <p:cNvSpPr/>
          <p:nvPr/>
        </p:nvSpPr>
        <p:spPr>
          <a:xfrm>
            <a:off x="660240" y="1066680"/>
            <a:ext cx="52192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图片 26" descr="C:/Users/scc10/Desktop/新建文件夹/图片16.png图片16"/>
          <p:cNvSpPr/>
          <p:nvPr/>
        </p:nvSpPr>
        <p:spPr>
          <a:xfrm>
            <a:off x="486360" y="1531800"/>
            <a:ext cx="5169960" cy="4330440"/>
          </a:xfrm>
          <a:custGeom>
            <a:avLst/>
            <a:gdLst>
              <a:gd name="textAreaLeft" fmla="*/ 0 w 5169960"/>
              <a:gd name="textAreaRight" fmla="*/ 5170320 w 5169960"/>
              <a:gd name="textAreaTop" fmla="*/ 0 h 4330440"/>
              <a:gd name="textAreaBottom" fmla="*/ 4330800 h 4330440"/>
              <a:gd name="GluePoint1X" fmla="*/ 0 w 5170410"/>
              <a:gd name="GluePoint1Y" fmla="*/ 0 h 4330521"/>
              <a:gd name="GluePoint2X" fmla="*/ 4448642 w 5170410"/>
              <a:gd name="GluePoint2Y" fmla="*/ 0 h 4330521"/>
              <a:gd name="GluePoint3X" fmla="*/ 5170410 w 5170410"/>
              <a:gd name="GluePoint3Y" fmla="*/ 721768 h 4330521"/>
              <a:gd name="GluePoint4X" fmla="*/ 5170410 w 5170410"/>
              <a:gd name="GluePoint4Y" fmla="*/ 4330521 h 4330521"/>
              <a:gd name="GluePoint5X" fmla="*/ 0 w 5170410"/>
              <a:gd name="GluePoint5Y" fmla="*/ 4330521 h 433052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5170410" h="4330521">
                <a:moveTo>
                  <a:pt x="0" y="0"/>
                </a:moveTo>
                <a:lnTo>
                  <a:pt x="4448642" y="0"/>
                </a:lnTo>
                <a:cubicBezTo>
                  <a:pt x="4847263" y="0"/>
                  <a:pt x="5170410" y="323147"/>
                  <a:pt x="5170410" y="721768"/>
                </a:cubicBezTo>
                <a:lnTo>
                  <a:pt x="5170410" y="4330521"/>
                </a:lnTo>
                <a:lnTo>
                  <a:pt x="0" y="4330521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矩形: 单圆角 144"/>
          <p:cNvSpPr/>
          <p:nvPr/>
        </p:nvSpPr>
        <p:spPr>
          <a:xfrm>
            <a:off x="486360" y="5131440"/>
            <a:ext cx="5167440" cy="730440"/>
          </a:xfrm>
          <a:prstGeom prst="round1Rect">
            <a:avLst>
              <a:gd name="adj" fmla="val 50000"/>
            </a:avLst>
          </a:prstGeom>
          <a:solidFill>
            <a:srgbClr val="008fd2"/>
          </a:solidFill>
          <a:ln w="38100">
            <a:noFill/>
          </a:ln>
          <a:effectLst>
            <a:outerShdw algn="tl" blurRad="152280" dir="2700000" dist="75858" rotWithShape="0">
              <a:srgbClr val="20307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trike="noStrike" u="none">
              <a:solidFill>
                <a:schemeClr val="lt1"/>
              </a:solidFill>
              <a:effectLst/>
              <a:uFillTx/>
              <a:latin typeface="微软雅黑"/>
              <a:ea typeface="微软雅黑"/>
            </a:endParaRPr>
          </a:p>
        </p:txBody>
      </p:sp>
      <p:sp>
        <p:nvSpPr>
          <p:cNvPr id="189" name="任意多边形 7"/>
          <p:cNvSpPr/>
          <p:nvPr/>
        </p:nvSpPr>
        <p:spPr>
          <a:xfrm>
            <a:off x="6203880" y="2123280"/>
            <a:ext cx="285480" cy="183960"/>
          </a:xfrm>
          <a:custGeom>
            <a:avLst/>
            <a:gdLst>
              <a:gd name="textAreaLeft" fmla="*/ 0 w 285480"/>
              <a:gd name="textAreaRight" fmla="*/ 285840 w 285480"/>
              <a:gd name="textAreaTop" fmla="*/ 0 h 183960"/>
              <a:gd name="textAreaBottom" fmla="*/ 184320 h 183960"/>
              <a:gd name="GluePoint1X" fmla="*/ 0 w 214313"/>
              <a:gd name="GluePoint1Y" fmla="*/ 61913 h 138113"/>
              <a:gd name="GluePoint2X" fmla="*/ 76200 w 214313"/>
              <a:gd name="GluePoint2Y" fmla="*/ 138113 h 138113"/>
              <a:gd name="GluePoint3X" fmla="*/ 214313 w 214313"/>
              <a:gd name="GluePoint3Y" fmla="*/ 0 h 13811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4313" h="138113">
                <a:moveTo>
                  <a:pt x="0" y="61913"/>
                </a:moveTo>
                <a:lnTo>
                  <a:pt x="76200" y="138113"/>
                </a:lnTo>
                <a:lnTo>
                  <a:pt x="214313" y="0"/>
                </a:lnTo>
              </a:path>
            </a:pathLst>
          </a:custGeom>
          <a:noFill/>
          <a:ln cap="rnd" w="25400">
            <a:solidFill>
              <a:srgbClr val="1f55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22040" rIns="122040" tIns="60840" bIns="608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400" strike="noStrike" u="none">
              <a:solidFill>
                <a:srgbClr val="1f56f0"/>
              </a:solidFill>
              <a:effectLst/>
              <a:uFillTx/>
              <a:latin typeface="思源黑体 CN Regular"/>
              <a:ea typeface="思源黑体 CN Regular"/>
            </a:endParaRPr>
          </a:p>
        </p:txBody>
      </p:sp>
      <p:sp>
        <p:nvSpPr>
          <p:cNvPr id="190" name="文本框 5"/>
          <p:cNvSpPr/>
          <p:nvPr/>
        </p:nvSpPr>
        <p:spPr>
          <a:xfrm>
            <a:off x="6502320" y="2042280"/>
            <a:ext cx="50162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2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{{detailed_content[0]}}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文本框 13"/>
          <p:cNvSpPr/>
          <p:nvPr/>
        </p:nvSpPr>
        <p:spPr>
          <a:xfrm>
            <a:off x="6095880" y="1315080"/>
            <a:ext cx="5422680" cy="5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en-US" sz="20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{{content_points[0]}}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任意多边形 1"/>
          <p:cNvSpPr/>
          <p:nvPr/>
        </p:nvSpPr>
        <p:spPr>
          <a:xfrm>
            <a:off x="6203880" y="3918600"/>
            <a:ext cx="285480" cy="183960"/>
          </a:xfrm>
          <a:custGeom>
            <a:avLst/>
            <a:gdLst>
              <a:gd name="textAreaLeft" fmla="*/ 0 w 285480"/>
              <a:gd name="textAreaRight" fmla="*/ 285840 w 285480"/>
              <a:gd name="textAreaTop" fmla="*/ 0 h 183960"/>
              <a:gd name="textAreaBottom" fmla="*/ 184320 h 183960"/>
              <a:gd name="GluePoint1X" fmla="*/ 0 w 214313"/>
              <a:gd name="GluePoint1Y" fmla="*/ 61913 h 138113"/>
              <a:gd name="GluePoint2X" fmla="*/ 76200 w 214313"/>
              <a:gd name="GluePoint2Y" fmla="*/ 138113 h 138113"/>
              <a:gd name="GluePoint3X" fmla="*/ 214313 w 214313"/>
              <a:gd name="GluePoint3Y" fmla="*/ 0 h 13811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4313" h="138113">
                <a:moveTo>
                  <a:pt x="0" y="61913"/>
                </a:moveTo>
                <a:lnTo>
                  <a:pt x="76200" y="138113"/>
                </a:lnTo>
                <a:lnTo>
                  <a:pt x="214313" y="0"/>
                </a:lnTo>
              </a:path>
            </a:pathLst>
          </a:custGeom>
          <a:noFill/>
          <a:ln cap="rnd" w="25400">
            <a:solidFill>
              <a:srgbClr val="0ace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22040" rIns="122040" tIns="60840" bIns="608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400" strike="noStrike" u="none">
              <a:solidFill>
                <a:srgbClr val="1f56f0"/>
              </a:solidFill>
              <a:effectLst/>
              <a:uFillTx/>
              <a:latin typeface="思源黑体 CN Regular"/>
              <a:ea typeface="思源黑体 CN Regular"/>
            </a:endParaRPr>
          </a:p>
        </p:txBody>
      </p:sp>
      <p:sp>
        <p:nvSpPr>
          <p:cNvPr id="193" name="文本框 2"/>
          <p:cNvSpPr/>
          <p:nvPr/>
        </p:nvSpPr>
        <p:spPr>
          <a:xfrm>
            <a:off x="6502320" y="3837240"/>
            <a:ext cx="50162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2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{{detailed_content[1]}}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文本框 3"/>
          <p:cNvSpPr/>
          <p:nvPr/>
        </p:nvSpPr>
        <p:spPr>
          <a:xfrm>
            <a:off x="6095880" y="3110400"/>
            <a:ext cx="5422680" cy="5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en-US" sz="20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{{content_points[1]}}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任意多边形 4"/>
          <p:cNvSpPr/>
          <p:nvPr/>
        </p:nvSpPr>
        <p:spPr>
          <a:xfrm>
            <a:off x="6203880" y="5713560"/>
            <a:ext cx="285480" cy="183960"/>
          </a:xfrm>
          <a:custGeom>
            <a:avLst/>
            <a:gdLst>
              <a:gd name="textAreaLeft" fmla="*/ 0 w 285480"/>
              <a:gd name="textAreaRight" fmla="*/ 285840 w 285480"/>
              <a:gd name="textAreaTop" fmla="*/ 0 h 183960"/>
              <a:gd name="textAreaBottom" fmla="*/ 184320 h 183960"/>
              <a:gd name="GluePoint1X" fmla="*/ 0 w 214313"/>
              <a:gd name="GluePoint1Y" fmla="*/ 61913 h 138113"/>
              <a:gd name="GluePoint2X" fmla="*/ 76200 w 214313"/>
              <a:gd name="GluePoint2Y" fmla="*/ 138113 h 138113"/>
              <a:gd name="GluePoint3X" fmla="*/ 214313 w 214313"/>
              <a:gd name="GluePoint3Y" fmla="*/ 0 h 13811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4313" h="138113">
                <a:moveTo>
                  <a:pt x="0" y="61913"/>
                </a:moveTo>
                <a:lnTo>
                  <a:pt x="76200" y="138113"/>
                </a:lnTo>
                <a:lnTo>
                  <a:pt x="214313" y="0"/>
                </a:lnTo>
              </a:path>
            </a:pathLst>
          </a:custGeom>
          <a:noFill/>
          <a:ln cap="rnd" w="25400">
            <a:solidFill>
              <a:srgbClr val="fdcc0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22040" rIns="122040" tIns="60840" bIns="608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400" strike="noStrike" u="none">
              <a:solidFill>
                <a:srgbClr val="1f56f0"/>
              </a:solidFill>
              <a:effectLst/>
              <a:uFillTx/>
              <a:latin typeface="思源黑体 CN Regular"/>
              <a:ea typeface="思源黑体 CN Regular"/>
            </a:endParaRPr>
          </a:p>
        </p:txBody>
      </p:sp>
      <p:sp>
        <p:nvSpPr>
          <p:cNvPr id="196" name="文本框 10"/>
          <p:cNvSpPr/>
          <p:nvPr/>
        </p:nvSpPr>
        <p:spPr>
          <a:xfrm>
            <a:off x="6502320" y="5632560"/>
            <a:ext cx="50162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2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{{detailed_content[2]}}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文本框 12"/>
          <p:cNvSpPr/>
          <p:nvPr/>
        </p:nvSpPr>
        <p:spPr>
          <a:xfrm>
            <a:off x="6095880" y="4905360"/>
            <a:ext cx="5422680" cy="5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en-US" sz="20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{{content_points[2]}}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文本框 15"/>
          <p:cNvSpPr/>
          <p:nvPr/>
        </p:nvSpPr>
        <p:spPr>
          <a:xfrm>
            <a:off x="660240" y="5294520"/>
            <a:ext cx="473436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rPr>
              <a:t>{{subtitle[0]}}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660240" y="338040"/>
            <a:ext cx="10858320" cy="5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00" name="文本框 8"/>
          <p:cNvSpPr/>
          <p:nvPr/>
        </p:nvSpPr>
        <p:spPr>
          <a:xfrm>
            <a:off x="660240" y="1066680"/>
            <a:ext cx="52192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8" dur="indefinite" restart="never" nodeType="tmRoot">
          <p:childTnLst>
            <p:seq>
              <p:cTn id="329" dur="indefinite" nodeType="mainSeq">
                <p:childTnLst>
                  <p:par>
                    <p:cTn id="330" fill="hold">
                      <p:stCondLst>
                        <p:cond delay="0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nodeType="after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34" dur="10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5" dur="10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336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nodeType="withEffect" fill="hold" presetClass="entr" presetID="53" presetSubtype="16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39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0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41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2" fill="hold">
                            <p:stCondLst>
                              <p:cond delay="1000"/>
                            </p:stCondLst>
                            <p:childTnLst>
                              <p:par>
                                <p:cTn id="343" nodeType="after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45" dur="10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6" dur="10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347"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nodeType="withEffect" fill="hold" presetClass="entr" presetID="53" presetSubtype="16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0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1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52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3" fill="hold">
                            <p:stCondLst>
                              <p:cond delay="2000"/>
                            </p:stCondLst>
                            <p:childTnLst>
                              <p:par>
                                <p:cTn id="354" nodeType="after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6" dur="1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7" dur="1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358"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nodeType="withEffect" fill="hold" presetClass="entr" presetID="53" presetSubtype="16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61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2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63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1627"/>
          <p:cNvSpPr/>
          <p:nvPr/>
        </p:nvSpPr>
        <p:spPr>
          <a:xfrm>
            <a:off x="6861240" y="942480"/>
            <a:ext cx="919080" cy="919080"/>
          </a:xfrm>
          <a:custGeom>
            <a:avLst/>
            <a:gdLst>
              <a:gd name="textAreaLeft" fmla="*/ 0 w 919080"/>
              <a:gd name="textAreaRight" fmla="*/ 919440 w 919080"/>
              <a:gd name="textAreaTop" fmla="*/ 0 h 919080"/>
              <a:gd name="textAreaBottom" fmla="*/ 919440 h 919080"/>
              <a:gd name="GluePoint1X" fmla="*/ 779362 w 19679"/>
              <a:gd name="GluePoint1Y" fmla="*/ 779362 h 19679"/>
              <a:gd name="GluePoint2X" fmla="*/ 779362 w 19679"/>
              <a:gd name="GluePoint2Y" fmla="*/ 779362 h 19679"/>
              <a:gd name="GluePoint3X" fmla="*/ 779362 w 19679"/>
              <a:gd name="GluePoint3Y" fmla="*/ 779362 h 19679"/>
              <a:gd name="GluePoint4X" fmla="*/ 779362 w 19679"/>
              <a:gd name="GluePoint4Y" fmla="*/ 779362 h 196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19679" h="19679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1f5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思源黑体 CN Normal"/>
              <a:ea typeface="思源黑体 CN Medium"/>
            </a:endParaRPr>
          </a:p>
        </p:txBody>
      </p:sp>
      <p:grpSp>
        <p:nvGrpSpPr>
          <p:cNvPr id="202" name="Group 1649"/>
          <p:cNvGrpSpPr/>
          <p:nvPr/>
        </p:nvGrpSpPr>
        <p:grpSpPr>
          <a:xfrm>
            <a:off x="7140600" y="1219320"/>
            <a:ext cx="360360" cy="365400"/>
            <a:chOff x="7140600" y="1219320"/>
            <a:chExt cx="360360" cy="365400"/>
          </a:xfrm>
        </p:grpSpPr>
        <p:sp>
          <p:nvSpPr>
            <p:cNvPr id="203" name="Shape 1647"/>
            <p:cNvSpPr/>
            <p:nvPr/>
          </p:nvSpPr>
          <p:spPr>
            <a:xfrm>
              <a:off x="7165800" y="1386720"/>
              <a:ext cx="307800" cy="19800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198000"/>
                <a:gd name="textAreaBottom" fmla="*/ 198360 h 198000"/>
                <a:gd name="GluePoint1X" fmla="logwidth/2"/>
                <a:gd name="GluePoint1Y" fmla="logheight/2"/>
                <a:gd name="GluePoint2X" fmla="logwidth/2"/>
                <a:gd name="GluePoint2Y" fmla="logheight/2"/>
                <a:gd name="GluePoint3X" fmla="logwidth/2"/>
                <a:gd name="GluePoint3Y" fmla="logheight/2"/>
                <a:gd name="GluePoint4X" fmla="logwidth/2"/>
                <a:gd name="GluePoint4Y" fmla="logheight/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chemeClr val="tx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3000" strike="noStrike" u="none">
                <a:solidFill>
                  <a:srgbClr val="ffffff"/>
                </a:solidFill>
                <a:effectLst/>
                <a:uFillTx/>
                <a:latin typeface="思源黑体 CN Medium"/>
                <a:ea typeface="思源黑体 CN Medium"/>
              </a:endParaRPr>
            </a:p>
          </p:txBody>
        </p:sp>
        <p:sp>
          <p:nvSpPr>
            <p:cNvPr id="204" name="Shape 1648"/>
            <p:cNvSpPr/>
            <p:nvPr/>
          </p:nvSpPr>
          <p:spPr>
            <a:xfrm>
              <a:off x="7140600" y="1219320"/>
              <a:ext cx="360360" cy="244800"/>
            </a:xfrm>
            <a:custGeom>
              <a:avLst/>
              <a:gdLst>
                <a:gd name="textAreaLeft" fmla="*/ 0 w 360360"/>
                <a:gd name="textAreaRight" fmla="*/ 360720 w 360360"/>
                <a:gd name="textAreaTop" fmla="*/ 0 h 244800"/>
                <a:gd name="textAreaBottom" fmla="*/ 245160 h 244800"/>
                <a:gd name="GluePoint1X" fmla="logwidth/2"/>
                <a:gd name="GluePoint1Y" fmla="logheight/2"/>
                <a:gd name="GluePoint2X" fmla="logwidth/2"/>
                <a:gd name="GluePoint2Y" fmla="logheight/2"/>
                <a:gd name="GluePoint3X" fmla="logwidth/2"/>
                <a:gd name="GluePoint3Y" fmla="logheight/2"/>
                <a:gd name="GluePoint4X" fmla="logwidth/2"/>
                <a:gd name="GluePoint4Y" fmla="logheight/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5023" y="21600"/>
                  </a:lnTo>
                  <a:lnTo>
                    <a:pt x="6823" y="18190"/>
                  </a:lnTo>
                  <a:lnTo>
                    <a:pt x="2314" y="18190"/>
                  </a:lnTo>
                  <a:lnTo>
                    <a:pt x="2314" y="3410"/>
                  </a:lnTo>
                  <a:lnTo>
                    <a:pt x="19286" y="3410"/>
                  </a:lnTo>
                  <a:lnTo>
                    <a:pt x="19286" y="18190"/>
                  </a:lnTo>
                  <a:lnTo>
                    <a:pt x="14777" y="18190"/>
                  </a:lnTo>
                  <a:lnTo>
                    <a:pt x="16577" y="21600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tx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3000" strike="noStrike" u="none">
                <a:solidFill>
                  <a:srgbClr val="ffffff"/>
                </a:solidFill>
                <a:effectLst/>
                <a:uFillTx/>
                <a:latin typeface="思源黑体 CN Medium"/>
                <a:ea typeface="思源黑体 CN Medium"/>
              </a:endParaRPr>
            </a:p>
          </p:txBody>
        </p:sp>
      </p:grpSp>
      <p:sp>
        <p:nvSpPr>
          <p:cNvPr id="205" name="PA-矩形 4"/>
          <p:cNvSpPr/>
          <p:nvPr/>
        </p:nvSpPr>
        <p:spPr>
          <a:xfrm>
            <a:off x="8095680" y="1311840"/>
            <a:ext cx="3245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200" spc="99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{{detailed_content[0]}}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PA-矩形 4"/>
          <p:cNvSpPr/>
          <p:nvPr/>
        </p:nvSpPr>
        <p:spPr>
          <a:xfrm>
            <a:off x="8095680" y="915480"/>
            <a:ext cx="32432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rgbClr val="1f56f0"/>
                </a:solidFill>
                <a:effectLst/>
                <a:uFillTx/>
                <a:latin typeface="微软雅黑"/>
                <a:ea typeface="微软雅黑"/>
              </a:rPr>
              <a:t>{{content_points[0]}}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619"/>
          <p:cNvSpPr/>
          <p:nvPr/>
        </p:nvSpPr>
        <p:spPr>
          <a:xfrm>
            <a:off x="6861240" y="2387520"/>
            <a:ext cx="918000" cy="919080"/>
          </a:xfrm>
          <a:custGeom>
            <a:avLst/>
            <a:gdLst>
              <a:gd name="textAreaLeft" fmla="*/ 0 w 918000"/>
              <a:gd name="textAreaRight" fmla="*/ 918360 w 918000"/>
              <a:gd name="textAreaTop" fmla="*/ 0 h 919080"/>
              <a:gd name="textAreaBottom" fmla="*/ 919440 h 919080"/>
              <a:gd name="GluePoint1X" fmla="*/ 779362 w 19679"/>
              <a:gd name="GluePoint1Y" fmla="*/ 779362 h 19679"/>
              <a:gd name="GluePoint2X" fmla="*/ 779362 w 19679"/>
              <a:gd name="GluePoint2Y" fmla="*/ 779362 h 19679"/>
              <a:gd name="GluePoint3X" fmla="*/ 779362 w 19679"/>
              <a:gd name="GluePoint3Y" fmla="*/ 779362 h 19679"/>
              <a:gd name="GluePoint4X" fmla="*/ 779362 w 19679"/>
              <a:gd name="GluePoint4Y" fmla="*/ 779362 h 196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19679" h="19679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0ace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思源黑体 CN Normal"/>
              <a:ea typeface="思源黑体 CN Medium"/>
            </a:endParaRPr>
          </a:p>
        </p:txBody>
      </p:sp>
      <p:sp>
        <p:nvSpPr>
          <p:cNvPr id="208" name="Shape 1645"/>
          <p:cNvSpPr/>
          <p:nvPr/>
        </p:nvSpPr>
        <p:spPr>
          <a:xfrm>
            <a:off x="7113960" y="2617560"/>
            <a:ext cx="412560" cy="412560"/>
          </a:xfrm>
          <a:custGeom>
            <a:avLst/>
            <a:gdLst>
              <a:gd name="textAreaLeft" fmla="*/ 0 w 412560"/>
              <a:gd name="textAreaRight" fmla="*/ 412920 w 412560"/>
              <a:gd name="textAreaTop" fmla="*/ 0 h 412560"/>
              <a:gd name="textAreaBottom" fmla="*/ 412920 h 412560"/>
              <a:gd name="GluePoint1X" fmla="logwidth/2"/>
              <a:gd name="GluePoint1Y" fmla="logheight/2"/>
              <a:gd name="GluePoint2X" fmla="logwidth/2"/>
              <a:gd name="GluePoint2Y" fmla="logheight/2"/>
              <a:gd name="GluePoint3X" fmla="logwidth/2"/>
              <a:gd name="GluePoint3Y" fmla="logheight/2"/>
              <a:gd name="GluePoint4X" fmla="logwidth/2"/>
              <a:gd name="GluePoint4Y" fmla="logheight/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0512" h="21600">
                <a:moveTo>
                  <a:pt x="13692" y="8626"/>
                </a:moveTo>
                <a:lnTo>
                  <a:pt x="12040" y="10330"/>
                </a:lnTo>
                <a:cubicBezTo>
                  <a:pt x="12133" y="10461"/>
                  <a:pt x="12223" y="10598"/>
                  <a:pt x="12309" y="10739"/>
                </a:cubicBezTo>
                <a:cubicBezTo>
                  <a:pt x="13857" y="13353"/>
                  <a:pt x="13057" y="16782"/>
                  <a:pt x="10523" y="18381"/>
                </a:cubicBezTo>
                <a:cubicBezTo>
                  <a:pt x="9676" y="18917"/>
                  <a:pt x="8707" y="19199"/>
                  <a:pt x="7721" y="19199"/>
                </a:cubicBezTo>
                <a:cubicBezTo>
                  <a:pt x="5825" y="19199"/>
                  <a:pt x="4105" y="18206"/>
                  <a:pt x="3118" y="16540"/>
                </a:cubicBezTo>
                <a:cubicBezTo>
                  <a:pt x="2367" y="15274"/>
                  <a:pt x="2141" y="13783"/>
                  <a:pt x="2477" y="12337"/>
                </a:cubicBezTo>
                <a:cubicBezTo>
                  <a:pt x="2815" y="10895"/>
                  <a:pt x="3674" y="9673"/>
                  <a:pt x="4902" y="8899"/>
                </a:cubicBezTo>
                <a:cubicBezTo>
                  <a:pt x="5751" y="8364"/>
                  <a:pt x="6720" y="8081"/>
                  <a:pt x="7707" y="8081"/>
                </a:cubicBezTo>
                <a:cubicBezTo>
                  <a:pt x="8723" y="8081"/>
                  <a:pt x="9686" y="8368"/>
                  <a:pt x="10517" y="8891"/>
                </a:cubicBezTo>
                <a:lnTo>
                  <a:pt x="9430" y="10070"/>
                </a:lnTo>
                <a:cubicBezTo>
                  <a:pt x="8906" y="9801"/>
                  <a:pt x="8322" y="9649"/>
                  <a:pt x="7711" y="9649"/>
                </a:cubicBezTo>
                <a:cubicBezTo>
                  <a:pt x="7000" y="9649"/>
                  <a:pt x="6303" y="9853"/>
                  <a:pt x="5695" y="10236"/>
                </a:cubicBezTo>
                <a:cubicBezTo>
                  <a:pt x="3875" y="11384"/>
                  <a:pt x="3302" y="13845"/>
                  <a:pt x="4414" y="15722"/>
                </a:cubicBezTo>
                <a:cubicBezTo>
                  <a:pt x="5123" y="16918"/>
                  <a:pt x="6358" y="17632"/>
                  <a:pt x="7715" y="17632"/>
                </a:cubicBezTo>
                <a:cubicBezTo>
                  <a:pt x="8425" y="17632"/>
                  <a:pt x="9122" y="17428"/>
                  <a:pt x="9730" y="17045"/>
                </a:cubicBezTo>
                <a:cubicBezTo>
                  <a:pt x="10611" y="16490"/>
                  <a:pt x="11230" y="15614"/>
                  <a:pt x="11471" y="14577"/>
                </a:cubicBezTo>
                <a:cubicBezTo>
                  <a:pt x="11713" y="13538"/>
                  <a:pt x="11550" y="12468"/>
                  <a:pt x="11010" y="11560"/>
                </a:cubicBezTo>
                <a:cubicBezTo>
                  <a:pt x="10991" y="11525"/>
                  <a:pt x="10967" y="11494"/>
                  <a:pt x="10946" y="11460"/>
                </a:cubicBezTo>
                <a:lnTo>
                  <a:pt x="8192" y="14304"/>
                </a:lnTo>
                <a:cubicBezTo>
                  <a:pt x="8116" y="14383"/>
                  <a:pt x="8016" y="14422"/>
                  <a:pt x="7917" y="14422"/>
                </a:cubicBezTo>
                <a:cubicBezTo>
                  <a:pt x="7819" y="14422"/>
                  <a:pt x="7718" y="14383"/>
                  <a:pt x="7644" y="14304"/>
                </a:cubicBezTo>
                <a:cubicBezTo>
                  <a:pt x="7490" y="14146"/>
                  <a:pt x="7490" y="13895"/>
                  <a:pt x="7644" y="13739"/>
                </a:cubicBezTo>
                <a:lnTo>
                  <a:pt x="17851" y="3203"/>
                </a:lnTo>
                <a:lnTo>
                  <a:pt x="17079" y="2942"/>
                </a:lnTo>
                <a:lnTo>
                  <a:pt x="15933" y="0"/>
                </a:lnTo>
                <a:lnTo>
                  <a:pt x="11871" y="4408"/>
                </a:lnTo>
                <a:lnTo>
                  <a:pt x="12605" y="6622"/>
                </a:lnTo>
                <a:lnTo>
                  <a:pt x="12142" y="7125"/>
                </a:lnTo>
                <a:cubicBezTo>
                  <a:pt x="10838" y="6182"/>
                  <a:pt x="9285" y="5680"/>
                  <a:pt x="7706" y="5680"/>
                </a:cubicBezTo>
                <a:cubicBezTo>
                  <a:pt x="6334" y="5680"/>
                  <a:pt x="4945" y="6058"/>
                  <a:pt x="3690" y="6850"/>
                </a:cubicBezTo>
                <a:cubicBezTo>
                  <a:pt x="56" y="9143"/>
                  <a:pt x="-1088" y="14042"/>
                  <a:pt x="1135" y="17791"/>
                </a:cubicBezTo>
                <a:cubicBezTo>
                  <a:pt x="2588" y="20245"/>
                  <a:pt x="5125" y="21600"/>
                  <a:pt x="7722" y="21600"/>
                </a:cubicBezTo>
                <a:cubicBezTo>
                  <a:pt x="9093" y="21600"/>
                  <a:pt x="10482" y="21221"/>
                  <a:pt x="11738" y="20430"/>
                </a:cubicBezTo>
                <a:cubicBezTo>
                  <a:pt x="15371" y="18135"/>
                  <a:pt x="16514" y="13237"/>
                  <a:pt x="14292" y="9487"/>
                </a:cubicBezTo>
                <a:cubicBezTo>
                  <a:pt x="14111" y="9179"/>
                  <a:pt x="13906" y="8898"/>
                  <a:pt x="13692" y="8626"/>
                </a:cubicBezTo>
                <a:moveTo>
                  <a:pt x="18676" y="3481"/>
                </a:moveTo>
                <a:lnTo>
                  <a:pt x="14381" y="7915"/>
                </a:lnTo>
                <a:lnTo>
                  <a:pt x="16451" y="8512"/>
                </a:lnTo>
                <a:lnTo>
                  <a:pt x="20512" y="4103"/>
                </a:lnTo>
                <a:lnTo>
                  <a:pt x="18676" y="3481"/>
                </a:lnTo>
                <a:close/>
              </a:path>
            </a:pathLst>
          </a:custGeom>
          <a:solidFill>
            <a:schemeClr val="tx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3000" strike="noStrike" u="none">
              <a:solidFill>
                <a:srgbClr val="ffffff"/>
              </a:solidFill>
              <a:effectLst/>
              <a:uFillTx/>
              <a:latin typeface="思源黑体 CN Medium"/>
              <a:ea typeface="思源黑体 CN Medium"/>
            </a:endParaRPr>
          </a:p>
        </p:txBody>
      </p:sp>
      <p:sp>
        <p:nvSpPr>
          <p:cNvPr id="209" name="PA-矩形 4"/>
          <p:cNvSpPr/>
          <p:nvPr/>
        </p:nvSpPr>
        <p:spPr>
          <a:xfrm>
            <a:off x="8095680" y="2757240"/>
            <a:ext cx="3245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200" spc="99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{{detailed_content[1]}}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PA-矩形 4"/>
          <p:cNvSpPr/>
          <p:nvPr/>
        </p:nvSpPr>
        <p:spPr>
          <a:xfrm>
            <a:off x="8016120" y="2360520"/>
            <a:ext cx="3322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rgbClr val="0dcebd"/>
                </a:solidFill>
                <a:effectLst/>
                <a:uFillTx/>
                <a:latin typeface="微软雅黑"/>
                <a:ea typeface="微软雅黑"/>
              </a:rPr>
              <a:t>{{content_points[1]}}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619"/>
          <p:cNvSpPr/>
          <p:nvPr/>
        </p:nvSpPr>
        <p:spPr>
          <a:xfrm>
            <a:off x="6861240" y="3832920"/>
            <a:ext cx="918000" cy="919080"/>
          </a:xfrm>
          <a:custGeom>
            <a:avLst/>
            <a:gdLst>
              <a:gd name="textAreaLeft" fmla="*/ 0 w 918000"/>
              <a:gd name="textAreaRight" fmla="*/ 918360 w 918000"/>
              <a:gd name="textAreaTop" fmla="*/ 0 h 919080"/>
              <a:gd name="textAreaBottom" fmla="*/ 919440 h 919080"/>
              <a:gd name="GluePoint1X" fmla="*/ 779362 w 19679"/>
              <a:gd name="GluePoint1Y" fmla="*/ 779362 h 19679"/>
              <a:gd name="GluePoint2X" fmla="*/ 779362 w 19679"/>
              <a:gd name="GluePoint2Y" fmla="*/ 779362 h 19679"/>
              <a:gd name="GluePoint3X" fmla="*/ 779362 w 19679"/>
              <a:gd name="GluePoint3Y" fmla="*/ 779362 h 19679"/>
              <a:gd name="GluePoint4X" fmla="*/ 779362 w 19679"/>
              <a:gd name="GluePoint4Y" fmla="*/ 779362 h 196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19679" h="19679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dcc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思源黑体 CN Normal"/>
              <a:ea typeface="思源黑体 CN Medium"/>
            </a:endParaRPr>
          </a:p>
        </p:txBody>
      </p:sp>
      <p:sp>
        <p:nvSpPr>
          <p:cNvPr id="212" name="Shape 1645"/>
          <p:cNvSpPr/>
          <p:nvPr/>
        </p:nvSpPr>
        <p:spPr>
          <a:xfrm>
            <a:off x="7113960" y="4072320"/>
            <a:ext cx="412560" cy="392760"/>
          </a:xfrm>
          <a:custGeom>
            <a:avLst/>
            <a:gdLst>
              <a:gd name="textAreaLeft" fmla="*/ 0 w 412560"/>
              <a:gd name="textAreaRight" fmla="*/ 412920 w 412560"/>
              <a:gd name="textAreaTop" fmla="*/ 0 h 392760"/>
              <a:gd name="textAreaBottom" fmla="*/ 393120 h 392760"/>
              <a:gd name="GluePoint1X" fmla="*/ 69048 w 609763"/>
              <a:gd name="GluePoint1Y" fmla="*/ 467002 h 580760"/>
              <a:gd name="GluePoint2X" fmla="*/ 84749 w 609763"/>
              <a:gd name="GluePoint2Y" fmla="*/ 482703 h 580760"/>
              <a:gd name="GluePoint3X" fmla="*/ 69048 w 609763"/>
              <a:gd name="GluePoint3Y" fmla="*/ 498404 h 580760"/>
              <a:gd name="GluePoint4X" fmla="*/ 53347 w 609763"/>
              <a:gd name="GluePoint4Y" fmla="*/ 482703 h 580760"/>
              <a:gd name="GluePoint5X" fmla="*/ 69048 w 609763"/>
              <a:gd name="GluePoint5Y" fmla="*/ 467002 h 580760"/>
              <a:gd name="GluePoint6X" fmla="*/ 69048 w 609763"/>
              <a:gd name="GluePoint6Y" fmla="*/ 327212 h 580760"/>
              <a:gd name="GluePoint7X" fmla="*/ 84749 w 609763"/>
              <a:gd name="GluePoint7Y" fmla="*/ 342913 h 580760"/>
              <a:gd name="GluePoint8X" fmla="*/ 69048 w 609763"/>
              <a:gd name="GluePoint8Y" fmla="*/ 358614 h 580760"/>
              <a:gd name="GluePoint9X" fmla="*/ 53347 w 609763"/>
              <a:gd name="GluePoint9Y" fmla="*/ 342913 h 580760"/>
              <a:gd name="GluePoint10X" fmla="*/ 69048 w 609763"/>
              <a:gd name="GluePoint10Y" fmla="*/ 327212 h 580760"/>
              <a:gd name="GluePoint11X" fmla="*/ 443351 w 609763"/>
              <a:gd name="GluePoint11Y" fmla="*/ 299768 h 580760"/>
              <a:gd name="GluePoint12X" fmla="*/ 370388 w 609763"/>
              <a:gd name="GluePoint12Y" fmla="*/ 324702 h 580760"/>
              <a:gd name="GluePoint13X" fmla="*/ 358882 w 609763"/>
              <a:gd name="GluePoint13Y" fmla="*/ 368686 h 580760"/>
              <a:gd name="GluePoint14X" fmla="*/ 363653 w 609763"/>
              <a:gd name="GluePoint14Y" fmla="*/ 378772 h 580760"/>
              <a:gd name="GluePoint15X" fmla="*/ 347096 w 609763"/>
              <a:gd name="GluePoint15Y" fmla="*/ 410429 h 580760"/>
              <a:gd name="GluePoint16X" fmla="*/ 360285 w 609763"/>
              <a:gd name="GluePoint16Y" fmla="*/ 417153 h 580760"/>
              <a:gd name="GluePoint17X" fmla="*/ 359163 w 609763"/>
              <a:gd name="GluePoint17Y" fmla="*/ 426118 h 580760"/>
              <a:gd name="GluePoint18X" fmla="*/ 365056 w 609763"/>
              <a:gd name="GluePoint18Y" fmla="*/ 441526 h 580760"/>
              <a:gd name="GluePoint19X" fmla="*/ 363933 w 609763"/>
              <a:gd name="GluePoint19Y" fmla="*/ 455534 h 580760"/>
              <a:gd name="GluePoint20X" fmla="*/ 381332 w 609763"/>
              <a:gd name="GluePoint20Y" fmla="*/ 463658 h 580760"/>
              <a:gd name="GluePoint21X" fmla="*/ 404063 w 609763"/>
              <a:gd name="GluePoint21Y" fmla="*/ 460016 h 580760"/>
              <a:gd name="GluePoint22X" fmla="*/ 392277 w 609763"/>
              <a:gd name="GluePoint22Y" fmla="*/ 489993 h 580760"/>
              <a:gd name="GluePoint23X" fmla="*/ 499476 w 609763"/>
              <a:gd name="GluePoint23Y" fmla="*/ 489993 h 580760"/>
              <a:gd name="GluePoint24X" fmla="*/ 468888 w 609763"/>
              <a:gd name="GluePoint24Y" fmla="*/ 437884 h 580760"/>
              <a:gd name="GluePoint25X" fmla="*/ 499196 w 609763"/>
              <a:gd name="GluePoint25Y" fmla="*/ 360842 h 580760"/>
              <a:gd name="GluePoint26X" fmla="*/ 443351 w 609763"/>
              <a:gd name="GluePoint26Y" fmla="*/ 299768 h 580760"/>
              <a:gd name="GluePoint27X" fmla="*/ 394522 w 609763"/>
              <a:gd name="GluePoint27Y" fmla="*/ 208438 h 580760"/>
              <a:gd name="GluePoint28X" fmla="*/ 405466 w 609763"/>
              <a:gd name="GluePoint28Y" fmla="*/ 213481 h 580760"/>
              <a:gd name="GluePoint29X" fmla="*/ 416972 w 609763"/>
              <a:gd name="GluePoint29Y" fmla="*/ 244578 h 580760"/>
              <a:gd name="GluePoint30X" fmla="*/ 431845 w 609763"/>
              <a:gd name="GluePoint30Y" fmla="*/ 252702 h 580760"/>
              <a:gd name="GluePoint31X" fmla="*/ 441106 w 609763"/>
              <a:gd name="GluePoint31Y" fmla="*/ 245699 h 580760"/>
              <a:gd name="GluePoint32X" fmla="*/ 455137 w 609763"/>
              <a:gd name="GluePoint32Y" fmla="*/ 215162 h 580760"/>
              <a:gd name="GluePoint33X" fmla="*/ 466082 w 609763"/>
              <a:gd name="GluePoint33Y" fmla="*/ 211240 h 580760"/>
              <a:gd name="GluePoint34X" fmla="*/ 534555 w 609763"/>
              <a:gd name="GluePoint34Y" fmla="*/ 242617 h 580760"/>
              <a:gd name="GluePoint35X" fmla="*/ 538764 w 609763"/>
              <a:gd name="GluePoint35Y" fmla="*/ 253823 h 580760"/>
              <a:gd name="GluePoint36X" fmla="*/ 524733 w 609763"/>
              <a:gd name="GluePoint36Y" fmla="*/ 284080 h 580760"/>
              <a:gd name="GluePoint37X" fmla="*/ 529223 w 609763"/>
              <a:gd name="GluePoint37Y" fmla="*/ 300329 h 580760"/>
              <a:gd name="GluePoint38X" fmla="*/ 541009 w 609763"/>
              <a:gd name="GluePoint38Y" fmla="*/ 301729 h 580760"/>
              <a:gd name="GluePoint39X" fmla="*/ 572439 w 609763"/>
              <a:gd name="GluePoint39Y" fmla="*/ 290243 h 580760"/>
              <a:gd name="GluePoint40X" fmla="*/ 583103 w 609763"/>
              <a:gd name="GluePoint40Y" fmla="*/ 295286 h 580760"/>
              <a:gd name="GluePoint41X" fmla="*/ 609201 w 609763"/>
              <a:gd name="GluePoint41Y" fmla="*/ 365885 h 580760"/>
              <a:gd name="GluePoint42X" fmla="*/ 604431 w 609763"/>
              <a:gd name="GluePoint42Y" fmla="*/ 376530 h 580760"/>
              <a:gd name="GluePoint43X" fmla="*/ 573001 w 609763"/>
              <a:gd name="GluePoint43Y" fmla="*/ 388297 h 580760"/>
              <a:gd name="GluePoint44X" fmla="*/ 565143 w 609763"/>
              <a:gd name="GluePoint44Y" fmla="*/ 396982 h 580760"/>
              <a:gd name="GluePoint45X" fmla="*/ 572159 w 609763"/>
              <a:gd name="GluePoint45Y" fmla="*/ 412110 h 580760"/>
              <a:gd name="GluePoint46X" fmla="*/ 602466 w 609763"/>
              <a:gd name="GluePoint46Y" fmla="*/ 426118 h 580760"/>
              <a:gd name="GluePoint47X" fmla="*/ 606395 w 609763"/>
              <a:gd name="GluePoint47Y" fmla="*/ 437044 h 580760"/>
              <a:gd name="GluePoint48X" fmla="*/ 574965 w 609763"/>
              <a:gd name="GluePoint48Y" fmla="*/ 505681 h 580760"/>
              <a:gd name="GluePoint49X" fmla="*/ 563740 w 609763"/>
              <a:gd name="GluePoint49Y" fmla="*/ 509604 h 580760"/>
              <a:gd name="GluePoint50X" fmla="*/ 533432 w 609763"/>
              <a:gd name="GluePoint50Y" fmla="*/ 495596 h 580760"/>
              <a:gd name="GluePoint51X" fmla="*/ 517156 w 609763"/>
              <a:gd name="GluePoint51Y" fmla="*/ 500358 h 580760"/>
              <a:gd name="GluePoint52X" fmla="*/ 515753 w 609763"/>
              <a:gd name="GluePoint52Y" fmla="*/ 511845 h 580760"/>
              <a:gd name="GluePoint53X" fmla="*/ 527258 w 609763"/>
              <a:gd name="GluePoint53Y" fmla="*/ 543222 h 580760"/>
              <a:gd name="GluePoint54X" fmla="*/ 522488 w 609763"/>
              <a:gd name="GluePoint54Y" fmla="*/ 554148 h 580760"/>
              <a:gd name="GluePoint55X" fmla="*/ 451489 w 609763"/>
              <a:gd name="GluePoint55Y" fmla="*/ 580202 h 580760"/>
              <a:gd name="GluePoint56X" fmla="*/ 440825 w 609763"/>
              <a:gd name="GluePoint56Y" fmla="*/ 575160 h 580760"/>
              <a:gd name="GluePoint57X" fmla="*/ 429320 w 609763"/>
              <a:gd name="GluePoint57Y" fmla="*/ 543782 h 580760"/>
              <a:gd name="GluePoint58X" fmla="*/ 414727 w 609763"/>
              <a:gd name="GluePoint58Y" fmla="*/ 535658 h 580760"/>
              <a:gd name="GluePoint59X" fmla="*/ 405186 w 609763"/>
              <a:gd name="GluePoint59Y" fmla="*/ 542942 h 580760"/>
              <a:gd name="GluePoint60X" fmla="*/ 391154 w 609763"/>
              <a:gd name="GluePoint60Y" fmla="*/ 573198 h 580760"/>
              <a:gd name="GluePoint61X" fmla="*/ 380210 w 609763"/>
              <a:gd name="GluePoint61Y" fmla="*/ 577401 h 580760"/>
              <a:gd name="GluePoint62X" fmla="*/ 311456 w 609763"/>
              <a:gd name="GluePoint62Y" fmla="*/ 545743 h 580760"/>
              <a:gd name="GluePoint63X" fmla="*/ 307527 w 609763"/>
              <a:gd name="GluePoint63Y" fmla="*/ 534537 h 580760"/>
              <a:gd name="GluePoint64X" fmla="*/ 321559 w 609763"/>
              <a:gd name="GluePoint64Y" fmla="*/ 504561 h 580760"/>
              <a:gd name="GluePoint65X" fmla="*/ 317069 w 609763"/>
              <a:gd name="GluePoint65Y" fmla="*/ 488312 h 580760"/>
              <a:gd name="GluePoint66X" fmla="*/ 305282 w 609763"/>
              <a:gd name="GluePoint66Y" fmla="*/ 486631 h 580760"/>
              <a:gd name="GluePoint67X" fmla="*/ 273852 w 609763"/>
              <a:gd name="GluePoint67Y" fmla="*/ 498397 h 580760"/>
              <a:gd name="GluePoint68X" fmla="*/ 263188 w 609763"/>
              <a:gd name="GluePoint68Y" fmla="*/ 493355 h 580760"/>
              <a:gd name="GluePoint69X" fmla="*/ 236809 w 609763"/>
              <a:gd name="GluePoint69Y" fmla="*/ 422756 h 580760"/>
              <a:gd name="GluePoint70X" fmla="*/ 241861 w 609763"/>
              <a:gd name="GluePoint70Y" fmla="*/ 411830 h 580760"/>
              <a:gd name="GluePoint71X" fmla="*/ 273291 w 609763"/>
              <a:gd name="GluePoint71Y" fmla="*/ 400344 h 580760"/>
              <a:gd name="GluePoint72X" fmla="*/ 281429 w 609763"/>
              <a:gd name="GluePoint72Y" fmla="*/ 385776 h 580760"/>
              <a:gd name="GluePoint73X" fmla="*/ 274133 w 609763"/>
              <a:gd name="GluePoint73Y" fmla="*/ 376530 h 580760"/>
              <a:gd name="GluePoint74X" fmla="*/ 243825 w 609763"/>
              <a:gd name="GluePoint74Y" fmla="*/ 362523 h 580760"/>
              <a:gd name="GluePoint75X" fmla="*/ 239896 w 609763"/>
              <a:gd name="GluePoint75Y" fmla="*/ 351317 h 580760"/>
              <a:gd name="GluePoint76X" fmla="*/ 271327 w 609763"/>
              <a:gd name="GluePoint76Y" fmla="*/ 282959 h 580760"/>
              <a:gd name="GluePoint77X" fmla="*/ 282552 w 609763"/>
              <a:gd name="GluePoint77Y" fmla="*/ 278757 h 580760"/>
              <a:gd name="GluePoint78X" fmla="*/ 312859 w 609763"/>
              <a:gd name="GluePoint78Y" fmla="*/ 292764 h 580760"/>
              <a:gd name="GluePoint79X" fmla="*/ 328855 w 609763"/>
              <a:gd name="GluePoint79Y" fmla="*/ 288282 h 580760"/>
              <a:gd name="GluePoint80X" fmla="*/ 330539 w 609763"/>
              <a:gd name="GluePoint80Y" fmla="*/ 276796 h 580760"/>
              <a:gd name="GluePoint81X" fmla="*/ 318752 w 609763"/>
              <a:gd name="GluePoint81Y" fmla="*/ 245418 h 580760"/>
              <a:gd name="GluePoint82X" fmla="*/ 323804 w 609763"/>
              <a:gd name="GluePoint82Y" fmla="*/ 234492 h 580760"/>
              <a:gd name="GluePoint83X" fmla="*/ 69048 w 609763"/>
              <a:gd name="GluePoint83Y" fmla="*/ 187422 h 580760"/>
              <a:gd name="GluePoint84X" fmla="*/ 84749 w 609763"/>
              <a:gd name="GluePoint84Y" fmla="*/ 203123 h 580760"/>
              <a:gd name="GluePoint85X" fmla="*/ 69048 w 609763"/>
              <a:gd name="GluePoint85Y" fmla="*/ 218824 h 580760"/>
              <a:gd name="GluePoint86X" fmla="*/ 53347 w 609763"/>
              <a:gd name="GluePoint86Y" fmla="*/ 203123 h 580760"/>
              <a:gd name="GluePoint87X" fmla="*/ 69048 w 609763"/>
              <a:gd name="GluePoint87Y" fmla="*/ 187422 h 580760"/>
              <a:gd name="GluePoint88X" fmla="*/ 70434 w 609763"/>
              <a:gd name="GluePoint88Y" fmla="*/ 0 h 580760"/>
              <a:gd name="GluePoint89X" fmla="*/ 409976 w 609763"/>
              <a:gd name="GluePoint89Y" fmla="*/ 0 h 580760"/>
              <a:gd name="GluePoint90X" fmla="*/ 436635 w 609763"/>
              <a:gd name="GluePoint90Y" fmla="*/ 21853 h 580760"/>
              <a:gd name="GluePoint91X" fmla="*/ 480130 w 609763"/>
              <a:gd name="GluePoint91Y" fmla="*/ 180149 h 580760"/>
              <a:gd name="GluePoint92X" fmla="*/ 480410 w 609763"/>
              <a:gd name="GluePoint92Y" fmla="*/ 181270 h 580760"/>
              <a:gd name="GluePoint93X" fmla="*/ 480410 w 609763"/>
              <a:gd name="GluePoint93Y" fmla="*/ 192196 h 580760"/>
              <a:gd name="GluePoint94X" fmla="*/ 475920 w 609763"/>
              <a:gd name="GluePoint94Y" fmla="*/ 189955 h 580760"/>
              <a:gd name="GluePoint95X" fmla="*/ 458522 w 609763"/>
              <a:gd name="GluePoint95Y" fmla="*/ 187713 h 580760"/>
              <a:gd name="GluePoint96X" fmla="*/ 458522 w 609763"/>
              <a:gd name="GluePoint96Y" fmla="*/ 181270 h 580760"/>
              <a:gd name="GluePoint97X" fmla="*/ 436635 w 609763"/>
              <a:gd name="GluePoint97Y" fmla="*/ 159697 h 580760"/>
              <a:gd name="GluePoint98X" fmla="*/ 43775 w 609763"/>
              <a:gd name="GluePoint98Y" fmla="*/ 159697 h 580760"/>
              <a:gd name="GluePoint99X" fmla="*/ 21888 w 609763"/>
              <a:gd name="GluePoint99Y" fmla="*/ 181270 h 580760"/>
              <a:gd name="GluePoint100X" fmla="*/ 21888 w 609763"/>
              <a:gd name="GluePoint100Y" fmla="*/ 224977 h 580760"/>
              <a:gd name="GluePoint101X" fmla="*/ 43775 w 609763"/>
              <a:gd name="GluePoint101Y" fmla="*/ 246830 h 580760"/>
              <a:gd name="GluePoint102X" fmla="*/ 295486 w 609763"/>
              <a:gd name="GluePoint102Y" fmla="*/ 246830 h 580760"/>
              <a:gd name="GluePoint103X" fmla="*/ 296889 w 609763"/>
              <a:gd name="GluePoint103Y" fmla="*/ 253274 h 580760"/>
              <a:gd name="GluePoint104X" fmla="*/ 299976 w 609763"/>
              <a:gd name="GluePoint104Y" fmla="*/ 261118 h 580760"/>
              <a:gd name="GluePoint105X" fmla="*/ 292119 w 609763"/>
              <a:gd name="GluePoint105Y" fmla="*/ 257756 h 580760"/>
              <a:gd name="GluePoint106X" fmla="*/ 250307 w 609763"/>
              <a:gd name="GluePoint106Y" fmla="*/ 273166 h 580760"/>
              <a:gd name="GluePoint107X" fmla="*/ 238241 w 609763"/>
              <a:gd name="GluePoint107Y" fmla="*/ 299222 h 580760"/>
              <a:gd name="GluePoint108X" fmla="*/ 43775 w 609763"/>
              <a:gd name="GluePoint108Y" fmla="*/ 299222 h 580760"/>
              <a:gd name="GluePoint109X" fmla="*/ 21888 w 609763"/>
              <a:gd name="GluePoint109Y" fmla="*/ 321075 h 580760"/>
              <a:gd name="GluePoint110X" fmla="*/ 21888 w 609763"/>
              <a:gd name="GluePoint110Y" fmla="*/ 364781 h 580760"/>
              <a:gd name="GluePoint111X" fmla="*/ 43775 w 609763"/>
              <a:gd name="GluePoint111Y" fmla="*/ 386634 h 580760"/>
              <a:gd name="GluePoint112X" fmla="*/ 240486 w 609763"/>
              <a:gd name="GluePoint112Y" fmla="*/ 386634 h 580760"/>
              <a:gd name="GluePoint113X" fmla="*/ 241889 w 609763"/>
              <a:gd name="GluePoint113Y" fmla="*/ 387195 h 580760"/>
              <a:gd name="GluePoint114X" fmla="*/ 233751 w 609763"/>
              <a:gd name="GluePoint114Y" fmla="*/ 389997 h 580760"/>
              <a:gd name="GluePoint115X" fmla="*/ 214950 w 609763"/>
              <a:gd name="GluePoint115Y" fmla="*/ 430621 h 580760"/>
              <a:gd name="GluePoint116X" fmla="*/ 218317 w 609763"/>
              <a:gd name="GluePoint116Y" fmla="*/ 439026 h 580760"/>
              <a:gd name="GluePoint117X" fmla="*/ 43775 w 609763"/>
              <a:gd name="GluePoint117Y" fmla="*/ 439026 h 580760"/>
              <a:gd name="GluePoint118X" fmla="*/ 21888 w 609763"/>
              <a:gd name="GluePoint118Y" fmla="*/ 460879 h 580760"/>
              <a:gd name="GluePoint119X" fmla="*/ 21888 w 609763"/>
              <a:gd name="GluePoint119Y" fmla="*/ 504586 h 580760"/>
              <a:gd name="GluePoint120X" fmla="*/ 43775 w 609763"/>
              <a:gd name="GluePoint120Y" fmla="*/ 526439 h 580760"/>
              <a:gd name="GluePoint121X" fmla="*/ 285945 w 609763"/>
              <a:gd name="GluePoint121Y" fmla="*/ 526439 h 580760"/>
              <a:gd name="GluePoint122X" fmla="*/ 285103 w 609763"/>
              <a:gd name="GluePoint122Y" fmla="*/ 548012 h 580760"/>
              <a:gd name="GluePoint123X" fmla="*/ 43775 w 609763"/>
              <a:gd name="GluePoint123Y" fmla="*/ 548012 h 580760"/>
              <a:gd name="GluePoint124X" fmla="*/ 0 w 609763"/>
              <a:gd name="GluePoint124Y" fmla="*/ 504586 h 580760"/>
              <a:gd name="GluePoint125X" fmla="*/ 0 w 609763"/>
              <a:gd name="GluePoint125Y" fmla="*/ 460879 h 580760"/>
              <a:gd name="GluePoint126X" fmla="*/ 280 w 609763"/>
              <a:gd name="GluePoint126Y" fmla="*/ 459479 h 580760"/>
              <a:gd name="GluePoint127X" fmla="*/ 11505 w 609763"/>
              <a:gd name="GluePoint127Y" fmla="*/ 394199 h 580760"/>
              <a:gd name="GluePoint128X" fmla="*/ 0 w 609763"/>
              <a:gd name="GluePoint128Y" fmla="*/ 364781 h 580760"/>
              <a:gd name="GluePoint129X" fmla="*/ 0 w 609763"/>
              <a:gd name="GluePoint129Y" fmla="*/ 321075 h 580760"/>
              <a:gd name="GluePoint130X" fmla="*/ 280 w 609763"/>
              <a:gd name="GluePoint130Y" fmla="*/ 319954 h 580760"/>
              <a:gd name="GluePoint131X" fmla="*/ 11505 w 609763"/>
              <a:gd name="GluePoint131Y" fmla="*/ 254394 h 580760"/>
              <a:gd name="GluePoint132X" fmla="*/ 0 w 609763"/>
              <a:gd name="GluePoint132Y" fmla="*/ 224977 h 580760"/>
              <a:gd name="GluePoint133X" fmla="*/ 0 w 609763"/>
              <a:gd name="GluePoint133Y" fmla="*/ 181270 h 580760"/>
              <a:gd name="GluePoint134X" fmla="*/ 280 w 609763"/>
              <a:gd name="GluePoint134Y" fmla="*/ 180149 h 580760"/>
              <a:gd name="GluePoint135X" fmla="*/ 43775 w 609763"/>
              <a:gd name="GluePoint135Y" fmla="*/ 21853 h 580760"/>
              <a:gd name="GluePoint136X" fmla="*/ 70434 w 609763"/>
              <a:gd name="GluePoint136Y" fmla="*/ 0 h 58076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  <a:cxn ang="0">
                <a:pos x="GluePoint103X" y="GluePoint103Y"/>
              </a:cxn>
              <a:cxn ang="0">
                <a:pos x="GluePoint104X" y="GluePoint104Y"/>
              </a:cxn>
              <a:cxn ang="0">
                <a:pos x="GluePoint105X" y="GluePoint105Y"/>
              </a:cxn>
              <a:cxn ang="0">
                <a:pos x="GluePoint106X" y="GluePoint106Y"/>
              </a:cxn>
              <a:cxn ang="0">
                <a:pos x="GluePoint107X" y="GluePoint107Y"/>
              </a:cxn>
              <a:cxn ang="0">
                <a:pos x="GluePoint108X" y="GluePoint108Y"/>
              </a:cxn>
              <a:cxn ang="0">
                <a:pos x="GluePoint109X" y="GluePoint109Y"/>
              </a:cxn>
              <a:cxn ang="0">
                <a:pos x="GluePoint110X" y="GluePoint110Y"/>
              </a:cxn>
              <a:cxn ang="0">
                <a:pos x="GluePoint111X" y="GluePoint111Y"/>
              </a:cxn>
              <a:cxn ang="0">
                <a:pos x="GluePoint112X" y="GluePoint112Y"/>
              </a:cxn>
              <a:cxn ang="0">
                <a:pos x="GluePoint113X" y="GluePoint113Y"/>
              </a:cxn>
              <a:cxn ang="0">
                <a:pos x="GluePoint114X" y="GluePoint114Y"/>
              </a:cxn>
              <a:cxn ang="0">
                <a:pos x="GluePoint115X" y="GluePoint115Y"/>
              </a:cxn>
              <a:cxn ang="0">
                <a:pos x="GluePoint116X" y="GluePoint116Y"/>
              </a:cxn>
              <a:cxn ang="0">
                <a:pos x="GluePoint117X" y="GluePoint117Y"/>
              </a:cxn>
              <a:cxn ang="0">
                <a:pos x="GluePoint118X" y="GluePoint118Y"/>
              </a:cxn>
              <a:cxn ang="0">
                <a:pos x="GluePoint119X" y="GluePoint119Y"/>
              </a:cxn>
              <a:cxn ang="0">
                <a:pos x="GluePoint120X" y="GluePoint120Y"/>
              </a:cxn>
              <a:cxn ang="0">
                <a:pos x="GluePoint121X" y="GluePoint121Y"/>
              </a:cxn>
              <a:cxn ang="0">
                <a:pos x="GluePoint122X" y="GluePoint122Y"/>
              </a:cxn>
              <a:cxn ang="0">
                <a:pos x="GluePoint123X" y="GluePoint123Y"/>
              </a:cxn>
              <a:cxn ang="0">
                <a:pos x="GluePoint124X" y="GluePoint124Y"/>
              </a:cxn>
              <a:cxn ang="0">
                <a:pos x="GluePoint125X" y="GluePoint125Y"/>
              </a:cxn>
              <a:cxn ang="0">
                <a:pos x="GluePoint126X" y="GluePoint126Y"/>
              </a:cxn>
              <a:cxn ang="0">
                <a:pos x="GluePoint127X" y="GluePoint127Y"/>
              </a:cxn>
              <a:cxn ang="0">
                <a:pos x="GluePoint128X" y="GluePoint128Y"/>
              </a:cxn>
              <a:cxn ang="0">
                <a:pos x="GluePoint129X" y="GluePoint129Y"/>
              </a:cxn>
              <a:cxn ang="0">
                <a:pos x="GluePoint130X" y="GluePoint130Y"/>
              </a:cxn>
              <a:cxn ang="0">
                <a:pos x="GluePoint131X" y="GluePoint131Y"/>
              </a:cxn>
              <a:cxn ang="0">
                <a:pos x="GluePoint132X" y="GluePoint132Y"/>
              </a:cxn>
              <a:cxn ang="0">
                <a:pos x="GluePoint133X" y="GluePoint133Y"/>
              </a:cxn>
              <a:cxn ang="0">
                <a:pos x="GluePoint134X" y="GluePoint134Y"/>
              </a:cxn>
              <a:cxn ang="0">
                <a:pos x="GluePoint135X" y="GluePoint135Y"/>
              </a:cxn>
              <a:cxn ang="0">
                <a:pos x="GluePoint136X" y="GluePoint136Y"/>
              </a:cxn>
            </a:cxnLst>
            <a:rect l="textAreaLeft" t="textAreaTop" r="textAreaRight" b="textAreaBottom"/>
            <a:pathLst>
              <a:path w="609763" h="580760">
                <a:moveTo>
                  <a:pt x="69048" y="467002"/>
                </a:moveTo>
                <a:cubicBezTo>
                  <a:pt x="77719" y="467002"/>
                  <a:pt x="84749" y="474032"/>
                  <a:pt x="84749" y="482703"/>
                </a:cubicBezTo>
                <a:cubicBezTo>
                  <a:pt x="84749" y="491374"/>
                  <a:pt x="77719" y="498404"/>
                  <a:pt x="69048" y="498404"/>
                </a:cubicBezTo>
                <a:cubicBezTo>
                  <a:pt x="60377" y="498404"/>
                  <a:pt x="53347" y="491374"/>
                  <a:pt x="53347" y="482703"/>
                </a:cubicBezTo>
                <a:cubicBezTo>
                  <a:pt x="53347" y="474032"/>
                  <a:pt x="60377" y="467002"/>
                  <a:pt x="69048" y="467002"/>
                </a:cubicBezTo>
                <a:close/>
                <a:moveTo>
                  <a:pt x="69048" y="327212"/>
                </a:moveTo>
                <a:cubicBezTo>
                  <a:pt x="77719" y="327212"/>
                  <a:pt x="84749" y="334242"/>
                  <a:pt x="84749" y="342913"/>
                </a:cubicBezTo>
                <a:cubicBezTo>
                  <a:pt x="84749" y="351584"/>
                  <a:pt x="77719" y="358614"/>
                  <a:pt x="69048" y="358614"/>
                </a:cubicBezTo>
                <a:cubicBezTo>
                  <a:pt x="60377" y="358614"/>
                  <a:pt x="53347" y="351584"/>
                  <a:pt x="53347" y="342913"/>
                </a:cubicBezTo>
                <a:cubicBezTo>
                  <a:pt x="53347" y="334242"/>
                  <a:pt x="60377" y="327212"/>
                  <a:pt x="69048" y="327212"/>
                </a:cubicBezTo>
                <a:close/>
                <a:moveTo>
                  <a:pt x="443351" y="299768"/>
                </a:moveTo>
                <a:cubicBezTo>
                  <a:pt x="408273" y="295286"/>
                  <a:pt x="381894" y="303130"/>
                  <a:pt x="370388" y="324702"/>
                </a:cubicBezTo>
                <a:cubicBezTo>
                  <a:pt x="358882" y="346274"/>
                  <a:pt x="358040" y="365324"/>
                  <a:pt x="358882" y="368686"/>
                </a:cubicBezTo>
                <a:cubicBezTo>
                  <a:pt x="359724" y="372328"/>
                  <a:pt x="363653" y="378772"/>
                  <a:pt x="363653" y="378772"/>
                </a:cubicBezTo>
                <a:cubicBezTo>
                  <a:pt x="363653" y="378772"/>
                  <a:pt x="345973" y="405947"/>
                  <a:pt x="347096" y="410429"/>
                </a:cubicBezTo>
                <a:cubicBezTo>
                  <a:pt x="348218" y="414912"/>
                  <a:pt x="360285" y="417153"/>
                  <a:pt x="360285" y="417153"/>
                </a:cubicBezTo>
                <a:cubicBezTo>
                  <a:pt x="360285" y="417153"/>
                  <a:pt x="361408" y="420234"/>
                  <a:pt x="359163" y="426118"/>
                </a:cubicBezTo>
                <a:cubicBezTo>
                  <a:pt x="356918" y="432281"/>
                  <a:pt x="363372" y="439005"/>
                  <a:pt x="365056" y="441526"/>
                </a:cubicBezTo>
                <a:cubicBezTo>
                  <a:pt x="367020" y="444048"/>
                  <a:pt x="362530" y="451332"/>
                  <a:pt x="363933" y="455534"/>
                </a:cubicBezTo>
                <a:cubicBezTo>
                  <a:pt x="365617" y="459736"/>
                  <a:pt x="372913" y="464779"/>
                  <a:pt x="381332" y="463658"/>
                </a:cubicBezTo>
                <a:cubicBezTo>
                  <a:pt x="389470" y="462818"/>
                  <a:pt x="400415" y="460857"/>
                  <a:pt x="404063" y="460016"/>
                </a:cubicBezTo>
                <a:cubicBezTo>
                  <a:pt x="412482" y="479907"/>
                  <a:pt x="392277" y="489993"/>
                  <a:pt x="392277" y="489993"/>
                </a:cubicBezTo>
                <a:lnTo>
                  <a:pt x="499476" y="489993"/>
                </a:lnTo>
                <a:cubicBezTo>
                  <a:pt x="499476" y="489993"/>
                  <a:pt x="468327" y="465059"/>
                  <a:pt x="468888" y="437884"/>
                </a:cubicBezTo>
                <a:cubicBezTo>
                  <a:pt x="469169" y="422476"/>
                  <a:pt x="499476" y="403145"/>
                  <a:pt x="499196" y="360842"/>
                </a:cubicBezTo>
                <a:cubicBezTo>
                  <a:pt x="499196" y="339550"/>
                  <a:pt x="478429" y="304251"/>
                  <a:pt x="443351" y="299768"/>
                </a:cubicBezTo>
                <a:close/>
                <a:moveTo>
                  <a:pt x="394522" y="208438"/>
                </a:moveTo>
                <a:cubicBezTo>
                  <a:pt x="399012" y="206757"/>
                  <a:pt x="403782" y="208998"/>
                  <a:pt x="405466" y="213481"/>
                </a:cubicBezTo>
                <a:lnTo>
                  <a:pt x="416972" y="244578"/>
                </a:lnTo>
                <a:cubicBezTo>
                  <a:pt x="418656" y="249060"/>
                  <a:pt x="428478" y="252702"/>
                  <a:pt x="431845" y="252702"/>
                </a:cubicBezTo>
                <a:cubicBezTo>
                  <a:pt x="434932" y="252983"/>
                  <a:pt x="439141" y="249621"/>
                  <a:pt x="441106" y="245699"/>
                </a:cubicBezTo>
                <a:lnTo>
                  <a:pt x="455137" y="215162"/>
                </a:lnTo>
                <a:cubicBezTo>
                  <a:pt x="456821" y="211240"/>
                  <a:pt x="461872" y="209279"/>
                  <a:pt x="466082" y="211240"/>
                </a:cubicBezTo>
                <a:lnTo>
                  <a:pt x="534555" y="242617"/>
                </a:lnTo>
                <a:cubicBezTo>
                  <a:pt x="538764" y="244578"/>
                  <a:pt x="540728" y="249621"/>
                  <a:pt x="538764" y="253823"/>
                </a:cubicBezTo>
                <a:lnTo>
                  <a:pt x="524733" y="284080"/>
                </a:lnTo>
                <a:cubicBezTo>
                  <a:pt x="522768" y="288282"/>
                  <a:pt x="527258" y="297807"/>
                  <a:pt x="529223" y="300329"/>
                </a:cubicBezTo>
                <a:cubicBezTo>
                  <a:pt x="531468" y="302570"/>
                  <a:pt x="536519" y="303410"/>
                  <a:pt x="541009" y="301729"/>
                </a:cubicBezTo>
                <a:lnTo>
                  <a:pt x="572439" y="290243"/>
                </a:lnTo>
                <a:cubicBezTo>
                  <a:pt x="576649" y="288562"/>
                  <a:pt x="581700" y="290803"/>
                  <a:pt x="583103" y="295286"/>
                </a:cubicBezTo>
                <a:lnTo>
                  <a:pt x="609201" y="365885"/>
                </a:lnTo>
                <a:cubicBezTo>
                  <a:pt x="610885" y="370087"/>
                  <a:pt x="608640" y="375130"/>
                  <a:pt x="604431" y="376530"/>
                </a:cubicBezTo>
                <a:lnTo>
                  <a:pt x="573001" y="388297"/>
                </a:lnTo>
                <a:cubicBezTo>
                  <a:pt x="568511" y="389698"/>
                  <a:pt x="565143" y="393620"/>
                  <a:pt x="565143" y="396982"/>
                </a:cubicBezTo>
                <a:cubicBezTo>
                  <a:pt x="565143" y="400063"/>
                  <a:pt x="567949" y="410149"/>
                  <a:pt x="572159" y="412110"/>
                </a:cubicBezTo>
                <a:lnTo>
                  <a:pt x="602466" y="426118"/>
                </a:lnTo>
                <a:cubicBezTo>
                  <a:pt x="606676" y="428079"/>
                  <a:pt x="608360" y="433122"/>
                  <a:pt x="606395" y="437044"/>
                </a:cubicBezTo>
                <a:lnTo>
                  <a:pt x="574965" y="505681"/>
                </a:lnTo>
                <a:cubicBezTo>
                  <a:pt x="573001" y="509884"/>
                  <a:pt x="567949" y="511565"/>
                  <a:pt x="563740" y="509604"/>
                </a:cubicBezTo>
                <a:lnTo>
                  <a:pt x="533432" y="495596"/>
                </a:lnTo>
                <a:cubicBezTo>
                  <a:pt x="529223" y="493915"/>
                  <a:pt x="519681" y="498117"/>
                  <a:pt x="517156" y="500358"/>
                </a:cubicBezTo>
                <a:cubicBezTo>
                  <a:pt x="514911" y="502320"/>
                  <a:pt x="514069" y="507642"/>
                  <a:pt x="515753" y="511845"/>
                </a:cubicBezTo>
                <a:lnTo>
                  <a:pt x="527258" y="543222"/>
                </a:lnTo>
                <a:cubicBezTo>
                  <a:pt x="528942" y="547704"/>
                  <a:pt x="526697" y="552467"/>
                  <a:pt x="522488" y="554148"/>
                </a:cubicBezTo>
                <a:lnTo>
                  <a:pt x="451489" y="580202"/>
                </a:lnTo>
                <a:cubicBezTo>
                  <a:pt x="447280" y="581883"/>
                  <a:pt x="442228" y="579642"/>
                  <a:pt x="440825" y="575160"/>
                </a:cubicBezTo>
                <a:lnTo>
                  <a:pt x="429320" y="543782"/>
                </a:lnTo>
                <a:cubicBezTo>
                  <a:pt x="427636" y="539580"/>
                  <a:pt x="417814" y="535938"/>
                  <a:pt x="414727" y="535658"/>
                </a:cubicBezTo>
                <a:cubicBezTo>
                  <a:pt x="411359" y="535658"/>
                  <a:pt x="407150" y="538740"/>
                  <a:pt x="405186" y="542942"/>
                </a:cubicBezTo>
                <a:lnTo>
                  <a:pt x="391154" y="573198"/>
                </a:lnTo>
                <a:cubicBezTo>
                  <a:pt x="389470" y="577401"/>
                  <a:pt x="384419" y="579362"/>
                  <a:pt x="380210" y="577401"/>
                </a:cubicBezTo>
                <a:lnTo>
                  <a:pt x="311456" y="545743"/>
                </a:lnTo>
                <a:cubicBezTo>
                  <a:pt x="307527" y="543782"/>
                  <a:pt x="305563" y="538740"/>
                  <a:pt x="307527" y="534537"/>
                </a:cubicBezTo>
                <a:lnTo>
                  <a:pt x="321559" y="504561"/>
                </a:lnTo>
                <a:cubicBezTo>
                  <a:pt x="323523" y="500078"/>
                  <a:pt x="319033" y="490833"/>
                  <a:pt x="317069" y="488312"/>
                </a:cubicBezTo>
                <a:cubicBezTo>
                  <a:pt x="314824" y="485790"/>
                  <a:pt x="309492" y="485230"/>
                  <a:pt x="305282" y="486631"/>
                </a:cubicBezTo>
                <a:lnTo>
                  <a:pt x="273852" y="498397"/>
                </a:lnTo>
                <a:cubicBezTo>
                  <a:pt x="269643" y="500078"/>
                  <a:pt x="264591" y="497557"/>
                  <a:pt x="263188" y="493355"/>
                </a:cubicBezTo>
                <a:lnTo>
                  <a:pt x="236809" y="422756"/>
                </a:lnTo>
                <a:cubicBezTo>
                  <a:pt x="235406" y="418273"/>
                  <a:pt x="237651" y="413511"/>
                  <a:pt x="241861" y="411830"/>
                </a:cubicBezTo>
                <a:lnTo>
                  <a:pt x="273291" y="400344"/>
                </a:lnTo>
                <a:cubicBezTo>
                  <a:pt x="277500" y="398663"/>
                  <a:pt x="281148" y="388857"/>
                  <a:pt x="281429" y="385776"/>
                </a:cubicBezTo>
                <a:cubicBezTo>
                  <a:pt x="281710" y="382694"/>
                  <a:pt x="278342" y="378211"/>
                  <a:pt x="274133" y="376530"/>
                </a:cubicBezTo>
                <a:lnTo>
                  <a:pt x="243825" y="362523"/>
                </a:lnTo>
                <a:cubicBezTo>
                  <a:pt x="239616" y="360562"/>
                  <a:pt x="237932" y="355519"/>
                  <a:pt x="239896" y="351317"/>
                </a:cubicBezTo>
                <a:lnTo>
                  <a:pt x="271327" y="282959"/>
                </a:lnTo>
                <a:cubicBezTo>
                  <a:pt x="273291" y="278757"/>
                  <a:pt x="278342" y="277076"/>
                  <a:pt x="282552" y="278757"/>
                </a:cubicBezTo>
                <a:lnTo>
                  <a:pt x="312859" y="292764"/>
                </a:lnTo>
                <a:cubicBezTo>
                  <a:pt x="317069" y="294726"/>
                  <a:pt x="326610" y="290243"/>
                  <a:pt x="328855" y="288282"/>
                </a:cubicBezTo>
                <a:cubicBezTo>
                  <a:pt x="331381" y="286321"/>
                  <a:pt x="331942" y="280998"/>
                  <a:pt x="330539" y="276796"/>
                </a:cubicBezTo>
                <a:lnTo>
                  <a:pt x="318752" y="245418"/>
                </a:lnTo>
                <a:cubicBezTo>
                  <a:pt x="317349" y="240936"/>
                  <a:pt x="319594" y="236173"/>
                  <a:pt x="323804" y="234492"/>
                </a:cubicBezTo>
                <a:close/>
                <a:moveTo>
                  <a:pt x="69048" y="187422"/>
                </a:moveTo>
                <a:cubicBezTo>
                  <a:pt x="77719" y="187422"/>
                  <a:pt x="84749" y="194452"/>
                  <a:pt x="84749" y="203123"/>
                </a:cubicBezTo>
                <a:cubicBezTo>
                  <a:pt x="84749" y="211794"/>
                  <a:pt x="77719" y="218824"/>
                  <a:pt x="69048" y="218824"/>
                </a:cubicBezTo>
                <a:cubicBezTo>
                  <a:pt x="60377" y="218824"/>
                  <a:pt x="53347" y="211794"/>
                  <a:pt x="53347" y="203123"/>
                </a:cubicBezTo>
                <a:cubicBezTo>
                  <a:pt x="53347" y="194452"/>
                  <a:pt x="60377" y="187422"/>
                  <a:pt x="69048" y="187422"/>
                </a:cubicBezTo>
                <a:close/>
                <a:moveTo>
                  <a:pt x="70434" y="0"/>
                </a:moveTo>
                <a:lnTo>
                  <a:pt x="409976" y="0"/>
                </a:lnTo>
                <a:cubicBezTo>
                  <a:pt x="423165" y="0"/>
                  <a:pt x="435231" y="9806"/>
                  <a:pt x="436635" y="21853"/>
                </a:cubicBezTo>
                <a:lnTo>
                  <a:pt x="480130" y="180149"/>
                </a:lnTo>
                <a:cubicBezTo>
                  <a:pt x="480130" y="180429"/>
                  <a:pt x="480410" y="180989"/>
                  <a:pt x="480410" y="181270"/>
                </a:cubicBezTo>
                <a:lnTo>
                  <a:pt x="480410" y="192196"/>
                </a:lnTo>
                <a:lnTo>
                  <a:pt x="475920" y="189955"/>
                </a:lnTo>
                <a:cubicBezTo>
                  <a:pt x="470308" y="187433"/>
                  <a:pt x="464415" y="186873"/>
                  <a:pt x="458522" y="187713"/>
                </a:cubicBezTo>
                <a:lnTo>
                  <a:pt x="458522" y="181270"/>
                </a:lnTo>
                <a:cubicBezTo>
                  <a:pt x="458522" y="169502"/>
                  <a:pt x="448701" y="159697"/>
                  <a:pt x="436635" y="159697"/>
                </a:cubicBezTo>
                <a:lnTo>
                  <a:pt x="43775" y="159697"/>
                </a:lnTo>
                <a:cubicBezTo>
                  <a:pt x="31709" y="159697"/>
                  <a:pt x="21888" y="169502"/>
                  <a:pt x="21888" y="181270"/>
                </a:cubicBezTo>
                <a:lnTo>
                  <a:pt x="21888" y="224977"/>
                </a:lnTo>
                <a:cubicBezTo>
                  <a:pt x="21888" y="237024"/>
                  <a:pt x="31709" y="246830"/>
                  <a:pt x="43775" y="246830"/>
                </a:cubicBezTo>
                <a:lnTo>
                  <a:pt x="295486" y="246830"/>
                </a:lnTo>
                <a:cubicBezTo>
                  <a:pt x="295767" y="249071"/>
                  <a:pt x="296328" y="251312"/>
                  <a:pt x="296889" y="253274"/>
                </a:cubicBezTo>
                <a:lnTo>
                  <a:pt x="299976" y="261118"/>
                </a:lnTo>
                <a:lnTo>
                  <a:pt x="292119" y="257756"/>
                </a:lnTo>
                <a:cubicBezTo>
                  <a:pt x="276685" y="250752"/>
                  <a:pt x="257323" y="258037"/>
                  <a:pt x="250307" y="273166"/>
                </a:cubicBezTo>
                <a:lnTo>
                  <a:pt x="238241" y="299222"/>
                </a:lnTo>
                <a:lnTo>
                  <a:pt x="43775" y="299222"/>
                </a:lnTo>
                <a:cubicBezTo>
                  <a:pt x="31709" y="299222"/>
                  <a:pt x="21888" y="309027"/>
                  <a:pt x="21888" y="321075"/>
                </a:cubicBezTo>
                <a:lnTo>
                  <a:pt x="21888" y="364781"/>
                </a:lnTo>
                <a:cubicBezTo>
                  <a:pt x="21888" y="376829"/>
                  <a:pt x="31709" y="386634"/>
                  <a:pt x="43775" y="386634"/>
                </a:cubicBezTo>
                <a:lnTo>
                  <a:pt x="240486" y="386634"/>
                </a:lnTo>
                <a:lnTo>
                  <a:pt x="241889" y="387195"/>
                </a:lnTo>
                <a:lnTo>
                  <a:pt x="233751" y="389997"/>
                </a:lnTo>
                <a:cubicBezTo>
                  <a:pt x="217756" y="396160"/>
                  <a:pt x="209337" y="414091"/>
                  <a:pt x="214950" y="430621"/>
                </a:cubicBezTo>
                <a:lnTo>
                  <a:pt x="218317" y="439026"/>
                </a:lnTo>
                <a:lnTo>
                  <a:pt x="43775" y="439026"/>
                </a:lnTo>
                <a:cubicBezTo>
                  <a:pt x="31709" y="439026"/>
                  <a:pt x="21888" y="448832"/>
                  <a:pt x="21888" y="460879"/>
                </a:cubicBezTo>
                <a:lnTo>
                  <a:pt x="21888" y="504586"/>
                </a:lnTo>
                <a:cubicBezTo>
                  <a:pt x="21888" y="516633"/>
                  <a:pt x="31709" y="526439"/>
                  <a:pt x="43775" y="526439"/>
                </a:cubicBezTo>
                <a:lnTo>
                  <a:pt x="285945" y="526439"/>
                </a:lnTo>
                <a:cubicBezTo>
                  <a:pt x="283139" y="533163"/>
                  <a:pt x="282858" y="540728"/>
                  <a:pt x="285103" y="548012"/>
                </a:cubicBezTo>
                <a:lnTo>
                  <a:pt x="43775" y="548012"/>
                </a:lnTo>
                <a:cubicBezTo>
                  <a:pt x="19643" y="548012"/>
                  <a:pt x="0" y="528681"/>
                  <a:pt x="0" y="504586"/>
                </a:cubicBezTo>
                <a:lnTo>
                  <a:pt x="0" y="460879"/>
                </a:lnTo>
                <a:cubicBezTo>
                  <a:pt x="0" y="460319"/>
                  <a:pt x="280" y="460039"/>
                  <a:pt x="280" y="459479"/>
                </a:cubicBezTo>
                <a:lnTo>
                  <a:pt x="11505" y="394199"/>
                </a:lnTo>
                <a:cubicBezTo>
                  <a:pt x="4490" y="386354"/>
                  <a:pt x="0" y="375988"/>
                  <a:pt x="0" y="364781"/>
                </a:cubicBezTo>
                <a:lnTo>
                  <a:pt x="0" y="321075"/>
                </a:lnTo>
                <a:cubicBezTo>
                  <a:pt x="0" y="320795"/>
                  <a:pt x="280" y="320234"/>
                  <a:pt x="280" y="319954"/>
                </a:cubicBezTo>
                <a:lnTo>
                  <a:pt x="11505" y="254394"/>
                </a:lnTo>
                <a:cubicBezTo>
                  <a:pt x="4490" y="246550"/>
                  <a:pt x="0" y="236183"/>
                  <a:pt x="0" y="224977"/>
                </a:cubicBezTo>
                <a:lnTo>
                  <a:pt x="0" y="181270"/>
                </a:lnTo>
                <a:cubicBezTo>
                  <a:pt x="0" y="180989"/>
                  <a:pt x="280" y="180429"/>
                  <a:pt x="280" y="180149"/>
                </a:cubicBezTo>
                <a:lnTo>
                  <a:pt x="43775" y="21853"/>
                </a:lnTo>
                <a:cubicBezTo>
                  <a:pt x="45178" y="9806"/>
                  <a:pt x="56964" y="0"/>
                  <a:pt x="70434" y="0"/>
                </a:cubicBezTo>
                <a:close/>
              </a:path>
            </a:pathLst>
          </a:custGeom>
          <a:solidFill>
            <a:schemeClr val="tx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3000" strike="noStrike" u="none">
              <a:solidFill>
                <a:srgbClr val="ffffff"/>
              </a:solidFill>
              <a:effectLst/>
              <a:uFillTx/>
              <a:latin typeface="思源黑体 CN Medium"/>
              <a:ea typeface="思源黑体 CN Medium"/>
            </a:endParaRPr>
          </a:p>
        </p:txBody>
      </p:sp>
      <p:sp>
        <p:nvSpPr>
          <p:cNvPr id="213" name="PA-矩形 4"/>
          <p:cNvSpPr/>
          <p:nvPr/>
        </p:nvSpPr>
        <p:spPr>
          <a:xfrm>
            <a:off x="8095680" y="4202280"/>
            <a:ext cx="3245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200" spc="99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{{detailed_content[2]}}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PA-矩形 4"/>
          <p:cNvSpPr/>
          <p:nvPr/>
        </p:nvSpPr>
        <p:spPr>
          <a:xfrm>
            <a:off x="8016120" y="3805920"/>
            <a:ext cx="3323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rgbClr val="ffcb06"/>
                </a:solidFill>
                <a:effectLst/>
                <a:uFillTx/>
                <a:latin typeface="微软雅黑"/>
                <a:ea typeface="微软雅黑"/>
              </a:rPr>
              <a:t>{{content_points[2]}}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619"/>
          <p:cNvSpPr/>
          <p:nvPr/>
        </p:nvSpPr>
        <p:spPr>
          <a:xfrm>
            <a:off x="6861240" y="5277960"/>
            <a:ext cx="918000" cy="919080"/>
          </a:xfrm>
          <a:custGeom>
            <a:avLst/>
            <a:gdLst>
              <a:gd name="textAreaLeft" fmla="*/ 0 w 918000"/>
              <a:gd name="textAreaRight" fmla="*/ 918360 w 918000"/>
              <a:gd name="textAreaTop" fmla="*/ 0 h 919080"/>
              <a:gd name="textAreaBottom" fmla="*/ 919440 h 919080"/>
              <a:gd name="GluePoint1X" fmla="*/ 779362 w 19679"/>
              <a:gd name="GluePoint1Y" fmla="*/ 779362 h 19679"/>
              <a:gd name="GluePoint2X" fmla="*/ 779362 w 19679"/>
              <a:gd name="GluePoint2Y" fmla="*/ 779362 h 19679"/>
              <a:gd name="GluePoint3X" fmla="*/ 779362 w 19679"/>
              <a:gd name="GluePoint3Y" fmla="*/ 779362 h 19679"/>
              <a:gd name="GluePoint4X" fmla="*/ 779362 w 19679"/>
              <a:gd name="GluePoint4Y" fmla="*/ 779362 h 196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19679" h="19679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e7a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思源黑体 CN Normal"/>
              <a:ea typeface="思源黑体 CN Medium"/>
            </a:endParaRPr>
          </a:p>
        </p:txBody>
      </p:sp>
      <p:sp>
        <p:nvSpPr>
          <p:cNvPr id="216" name="Shape 1645"/>
          <p:cNvSpPr/>
          <p:nvPr/>
        </p:nvSpPr>
        <p:spPr>
          <a:xfrm>
            <a:off x="7113960" y="5517360"/>
            <a:ext cx="412560" cy="392760"/>
          </a:xfrm>
          <a:custGeom>
            <a:avLst/>
            <a:gdLst>
              <a:gd name="textAreaLeft" fmla="*/ 0 w 412560"/>
              <a:gd name="textAreaRight" fmla="*/ 412920 w 412560"/>
              <a:gd name="textAreaTop" fmla="*/ 0 h 392760"/>
              <a:gd name="textAreaBottom" fmla="*/ 393120 h 392760"/>
              <a:gd name="GluePoint1X" fmla="*/ 69048 w 609763"/>
              <a:gd name="GluePoint1Y" fmla="*/ 467002 h 580760"/>
              <a:gd name="GluePoint2X" fmla="*/ 84749 w 609763"/>
              <a:gd name="GluePoint2Y" fmla="*/ 482703 h 580760"/>
              <a:gd name="GluePoint3X" fmla="*/ 69048 w 609763"/>
              <a:gd name="GluePoint3Y" fmla="*/ 498404 h 580760"/>
              <a:gd name="GluePoint4X" fmla="*/ 53347 w 609763"/>
              <a:gd name="GluePoint4Y" fmla="*/ 482703 h 580760"/>
              <a:gd name="GluePoint5X" fmla="*/ 69048 w 609763"/>
              <a:gd name="GluePoint5Y" fmla="*/ 467002 h 580760"/>
              <a:gd name="GluePoint6X" fmla="*/ 69048 w 609763"/>
              <a:gd name="GluePoint6Y" fmla="*/ 327212 h 580760"/>
              <a:gd name="GluePoint7X" fmla="*/ 84749 w 609763"/>
              <a:gd name="GluePoint7Y" fmla="*/ 342913 h 580760"/>
              <a:gd name="GluePoint8X" fmla="*/ 69048 w 609763"/>
              <a:gd name="GluePoint8Y" fmla="*/ 358614 h 580760"/>
              <a:gd name="GluePoint9X" fmla="*/ 53347 w 609763"/>
              <a:gd name="GluePoint9Y" fmla="*/ 342913 h 580760"/>
              <a:gd name="GluePoint10X" fmla="*/ 69048 w 609763"/>
              <a:gd name="GluePoint10Y" fmla="*/ 327212 h 580760"/>
              <a:gd name="GluePoint11X" fmla="*/ 443351 w 609763"/>
              <a:gd name="GluePoint11Y" fmla="*/ 299768 h 580760"/>
              <a:gd name="GluePoint12X" fmla="*/ 370388 w 609763"/>
              <a:gd name="GluePoint12Y" fmla="*/ 324702 h 580760"/>
              <a:gd name="GluePoint13X" fmla="*/ 358882 w 609763"/>
              <a:gd name="GluePoint13Y" fmla="*/ 368686 h 580760"/>
              <a:gd name="GluePoint14X" fmla="*/ 363653 w 609763"/>
              <a:gd name="GluePoint14Y" fmla="*/ 378772 h 580760"/>
              <a:gd name="GluePoint15X" fmla="*/ 347096 w 609763"/>
              <a:gd name="GluePoint15Y" fmla="*/ 410429 h 580760"/>
              <a:gd name="GluePoint16X" fmla="*/ 360285 w 609763"/>
              <a:gd name="GluePoint16Y" fmla="*/ 417153 h 580760"/>
              <a:gd name="GluePoint17X" fmla="*/ 359163 w 609763"/>
              <a:gd name="GluePoint17Y" fmla="*/ 426118 h 580760"/>
              <a:gd name="GluePoint18X" fmla="*/ 365056 w 609763"/>
              <a:gd name="GluePoint18Y" fmla="*/ 441526 h 580760"/>
              <a:gd name="GluePoint19X" fmla="*/ 363933 w 609763"/>
              <a:gd name="GluePoint19Y" fmla="*/ 455534 h 580760"/>
              <a:gd name="GluePoint20X" fmla="*/ 381332 w 609763"/>
              <a:gd name="GluePoint20Y" fmla="*/ 463658 h 580760"/>
              <a:gd name="GluePoint21X" fmla="*/ 404063 w 609763"/>
              <a:gd name="GluePoint21Y" fmla="*/ 460016 h 580760"/>
              <a:gd name="GluePoint22X" fmla="*/ 392277 w 609763"/>
              <a:gd name="GluePoint22Y" fmla="*/ 489993 h 580760"/>
              <a:gd name="GluePoint23X" fmla="*/ 499476 w 609763"/>
              <a:gd name="GluePoint23Y" fmla="*/ 489993 h 580760"/>
              <a:gd name="GluePoint24X" fmla="*/ 468888 w 609763"/>
              <a:gd name="GluePoint24Y" fmla="*/ 437884 h 580760"/>
              <a:gd name="GluePoint25X" fmla="*/ 499196 w 609763"/>
              <a:gd name="GluePoint25Y" fmla="*/ 360842 h 580760"/>
              <a:gd name="GluePoint26X" fmla="*/ 443351 w 609763"/>
              <a:gd name="GluePoint26Y" fmla="*/ 299768 h 580760"/>
              <a:gd name="GluePoint27X" fmla="*/ 394522 w 609763"/>
              <a:gd name="GluePoint27Y" fmla="*/ 208438 h 580760"/>
              <a:gd name="GluePoint28X" fmla="*/ 405466 w 609763"/>
              <a:gd name="GluePoint28Y" fmla="*/ 213481 h 580760"/>
              <a:gd name="GluePoint29X" fmla="*/ 416972 w 609763"/>
              <a:gd name="GluePoint29Y" fmla="*/ 244578 h 580760"/>
              <a:gd name="GluePoint30X" fmla="*/ 431845 w 609763"/>
              <a:gd name="GluePoint30Y" fmla="*/ 252702 h 580760"/>
              <a:gd name="GluePoint31X" fmla="*/ 441106 w 609763"/>
              <a:gd name="GluePoint31Y" fmla="*/ 245699 h 580760"/>
              <a:gd name="GluePoint32X" fmla="*/ 455137 w 609763"/>
              <a:gd name="GluePoint32Y" fmla="*/ 215162 h 580760"/>
              <a:gd name="GluePoint33X" fmla="*/ 466082 w 609763"/>
              <a:gd name="GluePoint33Y" fmla="*/ 211240 h 580760"/>
              <a:gd name="GluePoint34X" fmla="*/ 534555 w 609763"/>
              <a:gd name="GluePoint34Y" fmla="*/ 242617 h 580760"/>
              <a:gd name="GluePoint35X" fmla="*/ 538764 w 609763"/>
              <a:gd name="GluePoint35Y" fmla="*/ 253823 h 580760"/>
              <a:gd name="GluePoint36X" fmla="*/ 524733 w 609763"/>
              <a:gd name="GluePoint36Y" fmla="*/ 284080 h 580760"/>
              <a:gd name="GluePoint37X" fmla="*/ 529223 w 609763"/>
              <a:gd name="GluePoint37Y" fmla="*/ 300329 h 580760"/>
              <a:gd name="GluePoint38X" fmla="*/ 541009 w 609763"/>
              <a:gd name="GluePoint38Y" fmla="*/ 301729 h 580760"/>
              <a:gd name="GluePoint39X" fmla="*/ 572439 w 609763"/>
              <a:gd name="GluePoint39Y" fmla="*/ 290243 h 580760"/>
              <a:gd name="GluePoint40X" fmla="*/ 583103 w 609763"/>
              <a:gd name="GluePoint40Y" fmla="*/ 295286 h 580760"/>
              <a:gd name="GluePoint41X" fmla="*/ 609201 w 609763"/>
              <a:gd name="GluePoint41Y" fmla="*/ 365885 h 580760"/>
              <a:gd name="GluePoint42X" fmla="*/ 604431 w 609763"/>
              <a:gd name="GluePoint42Y" fmla="*/ 376530 h 580760"/>
              <a:gd name="GluePoint43X" fmla="*/ 573001 w 609763"/>
              <a:gd name="GluePoint43Y" fmla="*/ 388297 h 580760"/>
              <a:gd name="GluePoint44X" fmla="*/ 565143 w 609763"/>
              <a:gd name="GluePoint44Y" fmla="*/ 396982 h 580760"/>
              <a:gd name="GluePoint45X" fmla="*/ 572159 w 609763"/>
              <a:gd name="GluePoint45Y" fmla="*/ 412110 h 580760"/>
              <a:gd name="GluePoint46X" fmla="*/ 602466 w 609763"/>
              <a:gd name="GluePoint46Y" fmla="*/ 426118 h 580760"/>
              <a:gd name="GluePoint47X" fmla="*/ 606395 w 609763"/>
              <a:gd name="GluePoint47Y" fmla="*/ 437044 h 580760"/>
              <a:gd name="GluePoint48X" fmla="*/ 574965 w 609763"/>
              <a:gd name="GluePoint48Y" fmla="*/ 505681 h 580760"/>
              <a:gd name="GluePoint49X" fmla="*/ 563740 w 609763"/>
              <a:gd name="GluePoint49Y" fmla="*/ 509604 h 580760"/>
              <a:gd name="GluePoint50X" fmla="*/ 533432 w 609763"/>
              <a:gd name="GluePoint50Y" fmla="*/ 495596 h 580760"/>
              <a:gd name="GluePoint51X" fmla="*/ 517156 w 609763"/>
              <a:gd name="GluePoint51Y" fmla="*/ 500358 h 580760"/>
              <a:gd name="GluePoint52X" fmla="*/ 515753 w 609763"/>
              <a:gd name="GluePoint52Y" fmla="*/ 511845 h 580760"/>
              <a:gd name="GluePoint53X" fmla="*/ 527258 w 609763"/>
              <a:gd name="GluePoint53Y" fmla="*/ 543222 h 580760"/>
              <a:gd name="GluePoint54X" fmla="*/ 522488 w 609763"/>
              <a:gd name="GluePoint54Y" fmla="*/ 554148 h 580760"/>
              <a:gd name="GluePoint55X" fmla="*/ 451489 w 609763"/>
              <a:gd name="GluePoint55Y" fmla="*/ 580202 h 580760"/>
              <a:gd name="GluePoint56X" fmla="*/ 440825 w 609763"/>
              <a:gd name="GluePoint56Y" fmla="*/ 575160 h 580760"/>
              <a:gd name="GluePoint57X" fmla="*/ 429320 w 609763"/>
              <a:gd name="GluePoint57Y" fmla="*/ 543782 h 580760"/>
              <a:gd name="GluePoint58X" fmla="*/ 414727 w 609763"/>
              <a:gd name="GluePoint58Y" fmla="*/ 535658 h 580760"/>
              <a:gd name="GluePoint59X" fmla="*/ 405186 w 609763"/>
              <a:gd name="GluePoint59Y" fmla="*/ 542942 h 580760"/>
              <a:gd name="GluePoint60X" fmla="*/ 391154 w 609763"/>
              <a:gd name="GluePoint60Y" fmla="*/ 573198 h 580760"/>
              <a:gd name="GluePoint61X" fmla="*/ 380210 w 609763"/>
              <a:gd name="GluePoint61Y" fmla="*/ 577401 h 580760"/>
              <a:gd name="GluePoint62X" fmla="*/ 311456 w 609763"/>
              <a:gd name="GluePoint62Y" fmla="*/ 545743 h 580760"/>
              <a:gd name="GluePoint63X" fmla="*/ 307527 w 609763"/>
              <a:gd name="GluePoint63Y" fmla="*/ 534537 h 580760"/>
              <a:gd name="GluePoint64X" fmla="*/ 321559 w 609763"/>
              <a:gd name="GluePoint64Y" fmla="*/ 504561 h 580760"/>
              <a:gd name="GluePoint65X" fmla="*/ 317069 w 609763"/>
              <a:gd name="GluePoint65Y" fmla="*/ 488312 h 580760"/>
              <a:gd name="GluePoint66X" fmla="*/ 305282 w 609763"/>
              <a:gd name="GluePoint66Y" fmla="*/ 486631 h 580760"/>
              <a:gd name="GluePoint67X" fmla="*/ 273852 w 609763"/>
              <a:gd name="GluePoint67Y" fmla="*/ 498397 h 580760"/>
              <a:gd name="GluePoint68X" fmla="*/ 263188 w 609763"/>
              <a:gd name="GluePoint68Y" fmla="*/ 493355 h 580760"/>
              <a:gd name="GluePoint69X" fmla="*/ 236809 w 609763"/>
              <a:gd name="GluePoint69Y" fmla="*/ 422756 h 580760"/>
              <a:gd name="GluePoint70X" fmla="*/ 241861 w 609763"/>
              <a:gd name="GluePoint70Y" fmla="*/ 411830 h 580760"/>
              <a:gd name="GluePoint71X" fmla="*/ 273291 w 609763"/>
              <a:gd name="GluePoint71Y" fmla="*/ 400344 h 580760"/>
              <a:gd name="GluePoint72X" fmla="*/ 281429 w 609763"/>
              <a:gd name="GluePoint72Y" fmla="*/ 385776 h 580760"/>
              <a:gd name="GluePoint73X" fmla="*/ 274133 w 609763"/>
              <a:gd name="GluePoint73Y" fmla="*/ 376530 h 580760"/>
              <a:gd name="GluePoint74X" fmla="*/ 243825 w 609763"/>
              <a:gd name="GluePoint74Y" fmla="*/ 362523 h 580760"/>
              <a:gd name="GluePoint75X" fmla="*/ 239896 w 609763"/>
              <a:gd name="GluePoint75Y" fmla="*/ 351317 h 580760"/>
              <a:gd name="GluePoint76X" fmla="*/ 271327 w 609763"/>
              <a:gd name="GluePoint76Y" fmla="*/ 282959 h 580760"/>
              <a:gd name="GluePoint77X" fmla="*/ 282552 w 609763"/>
              <a:gd name="GluePoint77Y" fmla="*/ 278757 h 580760"/>
              <a:gd name="GluePoint78X" fmla="*/ 312859 w 609763"/>
              <a:gd name="GluePoint78Y" fmla="*/ 292764 h 580760"/>
              <a:gd name="GluePoint79X" fmla="*/ 328855 w 609763"/>
              <a:gd name="GluePoint79Y" fmla="*/ 288282 h 580760"/>
              <a:gd name="GluePoint80X" fmla="*/ 330539 w 609763"/>
              <a:gd name="GluePoint80Y" fmla="*/ 276796 h 580760"/>
              <a:gd name="GluePoint81X" fmla="*/ 318752 w 609763"/>
              <a:gd name="GluePoint81Y" fmla="*/ 245418 h 580760"/>
              <a:gd name="GluePoint82X" fmla="*/ 323804 w 609763"/>
              <a:gd name="GluePoint82Y" fmla="*/ 234492 h 580760"/>
              <a:gd name="GluePoint83X" fmla="*/ 69048 w 609763"/>
              <a:gd name="GluePoint83Y" fmla="*/ 187422 h 580760"/>
              <a:gd name="GluePoint84X" fmla="*/ 84749 w 609763"/>
              <a:gd name="GluePoint84Y" fmla="*/ 203123 h 580760"/>
              <a:gd name="GluePoint85X" fmla="*/ 69048 w 609763"/>
              <a:gd name="GluePoint85Y" fmla="*/ 218824 h 580760"/>
              <a:gd name="GluePoint86X" fmla="*/ 53347 w 609763"/>
              <a:gd name="GluePoint86Y" fmla="*/ 203123 h 580760"/>
              <a:gd name="GluePoint87X" fmla="*/ 69048 w 609763"/>
              <a:gd name="GluePoint87Y" fmla="*/ 187422 h 580760"/>
              <a:gd name="GluePoint88X" fmla="*/ 70434 w 609763"/>
              <a:gd name="GluePoint88Y" fmla="*/ 0 h 580760"/>
              <a:gd name="GluePoint89X" fmla="*/ 409976 w 609763"/>
              <a:gd name="GluePoint89Y" fmla="*/ 0 h 580760"/>
              <a:gd name="GluePoint90X" fmla="*/ 436635 w 609763"/>
              <a:gd name="GluePoint90Y" fmla="*/ 21853 h 580760"/>
              <a:gd name="GluePoint91X" fmla="*/ 480130 w 609763"/>
              <a:gd name="GluePoint91Y" fmla="*/ 180149 h 580760"/>
              <a:gd name="GluePoint92X" fmla="*/ 480410 w 609763"/>
              <a:gd name="GluePoint92Y" fmla="*/ 181270 h 580760"/>
              <a:gd name="GluePoint93X" fmla="*/ 480410 w 609763"/>
              <a:gd name="GluePoint93Y" fmla="*/ 192196 h 580760"/>
              <a:gd name="GluePoint94X" fmla="*/ 475920 w 609763"/>
              <a:gd name="GluePoint94Y" fmla="*/ 189955 h 580760"/>
              <a:gd name="GluePoint95X" fmla="*/ 458522 w 609763"/>
              <a:gd name="GluePoint95Y" fmla="*/ 187713 h 580760"/>
              <a:gd name="GluePoint96X" fmla="*/ 458522 w 609763"/>
              <a:gd name="GluePoint96Y" fmla="*/ 181270 h 580760"/>
              <a:gd name="GluePoint97X" fmla="*/ 436635 w 609763"/>
              <a:gd name="GluePoint97Y" fmla="*/ 159697 h 580760"/>
              <a:gd name="GluePoint98X" fmla="*/ 43775 w 609763"/>
              <a:gd name="GluePoint98Y" fmla="*/ 159697 h 580760"/>
              <a:gd name="GluePoint99X" fmla="*/ 21888 w 609763"/>
              <a:gd name="GluePoint99Y" fmla="*/ 181270 h 580760"/>
              <a:gd name="GluePoint100X" fmla="*/ 21888 w 609763"/>
              <a:gd name="GluePoint100Y" fmla="*/ 224977 h 580760"/>
              <a:gd name="GluePoint101X" fmla="*/ 43775 w 609763"/>
              <a:gd name="GluePoint101Y" fmla="*/ 246830 h 580760"/>
              <a:gd name="GluePoint102X" fmla="*/ 295486 w 609763"/>
              <a:gd name="GluePoint102Y" fmla="*/ 246830 h 580760"/>
              <a:gd name="GluePoint103X" fmla="*/ 296889 w 609763"/>
              <a:gd name="GluePoint103Y" fmla="*/ 253274 h 580760"/>
              <a:gd name="GluePoint104X" fmla="*/ 299976 w 609763"/>
              <a:gd name="GluePoint104Y" fmla="*/ 261118 h 580760"/>
              <a:gd name="GluePoint105X" fmla="*/ 292119 w 609763"/>
              <a:gd name="GluePoint105Y" fmla="*/ 257756 h 580760"/>
              <a:gd name="GluePoint106X" fmla="*/ 250307 w 609763"/>
              <a:gd name="GluePoint106Y" fmla="*/ 273166 h 580760"/>
              <a:gd name="GluePoint107X" fmla="*/ 238241 w 609763"/>
              <a:gd name="GluePoint107Y" fmla="*/ 299222 h 580760"/>
              <a:gd name="GluePoint108X" fmla="*/ 43775 w 609763"/>
              <a:gd name="GluePoint108Y" fmla="*/ 299222 h 580760"/>
              <a:gd name="GluePoint109X" fmla="*/ 21888 w 609763"/>
              <a:gd name="GluePoint109Y" fmla="*/ 321075 h 580760"/>
              <a:gd name="GluePoint110X" fmla="*/ 21888 w 609763"/>
              <a:gd name="GluePoint110Y" fmla="*/ 364781 h 580760"/>
              <a:gd name="GluePoint111X" fmla="*/ 43775 w 609763"/>
              <a:gd name="GluePoint111Y" fmla="*/ 386634 h 580760"/>
              <a:gd name="GluePoint112X" fmla="*/ 240486 w 609763"/>
              <a:gd name="GluePoint112Y" fmla="*/ 386634 h 580760"/>
              <a:gd name="GluePoint113X" fmla="*/ 241889 w 609763"/>
              <a:gd name="GluePoint113Y" fmla="*/ 387195 h 580760"/>
              <a:gd name="GluePoint114X" fmla="*/ 233751 w 609763"/>
              <a:gd name="GluePoint114Y" fmla="*/ 389997 h 580760"/>
              <a:gd name="GluePoint115X" fmla="*/ 214950 w 609763"/>
              <a:gd name="GluePoint115Y" fmla="*/ 430621 h 580760"/>
              <a:gd name="GluePoint116X" fmla="*/ 218317 w 609763"/>
              <a:gd name="GluePoint116Y" fmla="*/ 439026 h 580760"/>
              <a:gd name="GluePoint117X" fmla="*/ 43775 w 609763"/>
              <a:gd name="GluePoint117Y" fmla="*/ 439026 h 580760"/>
              <a:gd name="GluePoint118X" fmla="*/ 21888 w 609763"/>
              <a:gd name="GluePoint118Y" fmla="*/ 460879 h 580760"/>
              <a:gd name="GluePoint119X" fmla="*/ 21888 w 609763"/>
              <a:gd name="GluePoint119Y" fmla="*/ 504586 h 580760"/>
              <a:gd name="GluePoint120X" fmla="*/ 43775 w 609763"/>
              <a:gd name="GluePoint120Y" fmla="*/ 526439 h 580760"/>
              <a:gd name="GluePoint121X" fmla="*/ 285945 w 609763"/>
              <a:gd name="GluePoint121Y" fmla="*/ 526439 h 580760"/>
              <a:gd name="GluePoint122X" fmla="*/ 285103 w 609763"/>
              <a:gd name="GluePoint122Y" fmla="*/ 548012 h 580760"/>
              <a:gd name="GluePoint123X" fmla="*/ 43775 w 609763"/>
              <a:gd name="GluePoint123Y" fmla="*/ 548012 h 580760"/>
              <a:gd name="GluePoint124X" fmla="*/ 0 w 609763"/>
              <a:gd name="GluePoint124Y" fmla="*/ 504586 h 580760"/>
              <a:gd name="GluePoint125X" fmla="*/ 0 w 609763"/>
              <a:gd name="GluePoint125Y" fmla="*/ 460879 h 580760"/>
              <a:gd name="GluePoint126X" fmla="*/ 280 w 609763"/>
              <a:gd name="GluePoint126Y" fmla="*/ 459479 h 580760"/>
              <a:gd name="GluePoint127X" fmla="*/ 11505 w 609763"/>
              <a:gd name="GluePoint127Y" fmla="*/ 394199 h 580760"/>
              <a:gd name="GluePoint128X" fmla="*/ 0 w 609763"/>
              <a:gd name="GluePoint128Y" fmla="*/ 364781 h 580760"/>
              <a:gd name="GluePoint129X" fmla="*/ 0 w 609763"/>
              <a:gd name="GluePoint129Y" fmla="*/ 321075 h 580760"/>
              <a:gd name="GluePoint130X" fmla="*/ 280 w 609763"/>
              <a:gd name="GluePoint130Y" fmla="*/ 319954 h 580760"/>
              <a:gd name="GluePoint131X" fmla="*/ 11505 w 609763"/>
              <a:gd name="GluePoint131Y" fmla="*/ 254394 h 580760"/>
              <a:gd name="GluePoint132X" fmla="*/ 0 w 609763"/>
              <a:gd name="GluePoint132Y" fmla="*/ 224977 h 580760"/>
              <a:gd name="GluePoint133X" fmla="*/ 0 w 609763"/>
              <a:gd name="GluePoint133Y" fmla="*/ 181270 h 580760"/>
              <a:gd name="GluePoint134X" fmla="*/ 280 w 609763"/>
              <a:gd name="GluePoint134Y" fmla="*/ 180149 h 580760"/>
              <a:gd name="GluePoint135X" fmla="*/ 43775 w 609763"/>
              <a:gd name="GluePoint135Y" fmla="*/ 21853 h 580760"/>
              <a:gd name="GluePoint136X" fmla="*/ 70434 w 609763"/>
              <a:gd name="GluePoint136Y" fmla="*/ 0 h 58076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  <a:cxn ang="0">
                <a:pos x="GluePoint103X" y="GluePoint103Y"/>
              </a:cxn>
              <a:cxn ang="0">
                <a:pos x="GluePoint104X" y="GluePoint104Y"/>
              </a:cxn>
              <a:cxn ang="0">
                <a:pos x="GluePoint105X" y="GluePoint105Y"/>
              </a:cxn>
              <a:cxn ang="0">
                <a:pos x="GluePoint106X" y="GluePoint106Y"/>
              </a:cxn>
              <a:cxn ang="0">
                <a:pos x="GluePoint107X" y="GluePoint107Y"/>
              </a:cxn>
              <a:cxn ang="0">
                <a:pos x="GluePoint108X" y="GluePoint108Y"/>
              </a:cxn>
              <a:cxn ang="0">
                <a:pos x="GluePoint109X" y="GluePoint109Y"/>
              </a:cxn>
              <a:cxn ang="0">
                <a:pos x="GluePoint110X" y="GluePoint110Y"/>
              </a:cxn>
              <a:cxn ang="0">
                <a:pos x="GluePoint111X" y="GluePoint111Y"/>
              </a:cxn>
              <a:cxn ang="0">
                <a:pos x="GluePoint112X" y="GluePoint112Y"/>
              </a:cxn>
              <a:cxn ang="0">
                <a:pos x="GluePoint113X" y="GluePoint113Y"/>
              </a:cxn>
              <a:cxn ang="0">
                <a:pos x="GluePoint114X" y="GluePoint114Y"/>
              </a:cxn>
              <a:cxn ang="0">
                <a:pos x="GluePoint115X" y="GluePoint115Y"/>
              </a:cxn>
              <a:cxn ang="0">
                <a:pos x="GluePoint116X" y="GluePoint116Y"/>
              </a:cxn>
              <a:cxn ang="0">
                <a:pos x="GluePoint117X" y="GluePoint117Y"/>
              </a:cxn>
              <a:cxn ang="0">
                <a:pos x="GluePoint118X" y="GluePoint118Y"/>
              </a:cxn>
              <a:cxn ang="0">
                <a:pos x="GluePoint119X" y="GluePoint119Y"/>
              </a:cxn>
              <a:cxn ang="0">
                <a:pos x="GluePoint120X" y="GluePoint120Y"/>
              </a:cxn>
              <a:cxn ang="0">
                <a:pos x="GluePoint121X" y="GluePoint121Y"/>
              </a:cxn>
              <a:cxn ang="0">
                <a:pos x="GluePoint122X" y="GluePoint122Y"/>
              </a:cxn>
              <a:cxn ang="0">
                <a:pos x="GluePoint123X" y="GluePoint123Y"/>
              </a:cxn>
              <a:cxn ang="0">
                <a:pos x="GluePoint124X" y="GluePoint124Y"/>
              </a:cxn>
              <a:cxn ang="0">
                <a:pos x="GluePoint125X" y="GluePoint125Y"/>
              </a:cxn>
              <a:cxn ang="0">
                <a:pos x="GluePoint126X" y="GluePoint126Y"/>
              </a:cxn>
              <a:cxn ang="0">
                <a:pos x="GluePoint127X" y="GluePoint127Y"/>
              </a:cxn>
              <a:cxn ang="0">
                <a:pos x="GluePoint128X" y="GluePoint128Y"/>
              </a:cxn>
              <a:cxn ang="0">
                <a:pos x="GluePoint129X" y="GluePoint129Y"/>
              </a:cxn>
              <a:cxn ang="0">
                <a:pos x="GluePoint130X" y="GluePoint130Y"/>
              </a:cxn>
              <a:cxn ang="0">
                <a:pos x="GluePoint131X" y="GluePoint131Y"/>
              </a:cxn>
              <a:cxn ang="0">
                <a:pos x="GluePoint132X" y="GluePoint132Y"/>
              </a:cxn>
              <a:cxn ang="0">
                <a:pos x="GluePoint133X" y="GluePoint133Y"/>
              </a:cxn>
              <a:cxn ang="0">
                <a:pos x="GluePoint134X" y="GluePoint134Y"/>
              </a:cxn>
              <a:cxn ang="0">
                <a:pos x="GluePoint135X" y="GluePoint135Y"/>
              </a:cxn>
              <a:cxn ang="0">
                <a:pos x="GluePoint136X" y="GluePoint136Y"/>
              </a:cxn>
            </a:cxnLst>
            <a:rect l="textAreaLeft" t="textAreaTop" r="textAreaRight" b="textAreaBottom"/>
            <a:pathLst>
              <a:path w="609763" h="580760">
                <a:moveTo>
                  <a:pt x="69048" y="467002"/>
                </a:moveTo>
                <a:cubicBezTo>
                  <a:pt x="77719" y="467002"/>
                  <a:pt x="84749" y="474032"/>
                  <a:pt x="84749" y="482703"/>
                </a:cubicBezTo>
                <a:cubicBezTo>
                  <a:pt x="84749" y="491374"/>
                  <a:pt x="77719" y="498404"/>
                  <a:pt x="69048" y="498404"/>
                </a:cubicBezTo>
                <a:cubicBezTo>
                  <a:pt x="60377" y="498404"/>
                  <a:pt x="53347" y="491374"/>
                  <a:pt x="53347" y="482703"/>
                </a:cubicBezTo>
                <a:cubicBezTo>
                  <a:pt x="53347" y="474032"/>
                  <a:pt x="60377" y="467002"/>
                  <a:pt x="69048" y="467002"/>
                </a:cubicBezTo>
                <a:close/>
                <a:moveTo>
                  <a:pt x="69048" y="327212"/>
                </a:moveTo>
                <a:cubicBezTo>
                  <a:pt x="77719" y="327212"/>
                  <a:pt x="84749" y="334242"/>
                  <a:pt x="84749" y="342913"/>
                </a:cubicBezTo>
                <a:cubicBezTo>
                  <a:pt x="84749" y="351584"/>
                  <a:pt x="77719" y="358614"/>
                  <a:pt x="69048" y="358614"/>
                </a:cubicBezTo>
                <a:cubicBezTo>
                  <a:pt x="60377" y="358614"/>
                  <a:pt x="53347" y="351584"/>
                  <a:pt x="53347" y="342913"/>
                </a:cubicBezTo>
                <a:cubicBezTo>
                  <a:pt x="53347" y="334242"/>
                  <a:pt x="60377" y="327212"/>
                  <a:pt x="69048" y="327212"/>
                </a:cubicBezTo>
                <a:close/>
                <a:moveTo>
                  <a:pt x="443351" y="299768"/>
                </a:moveTo>
                <a:cubicBezTo>
                  <a:pt x="408273" y="295286"/>
                  <a:pt x="381894" y="303130"/>
                  <a:pt x="370388" y="324702"/>
                </a:cubicBezTo>
                <a:cubicBezTo>
                  <a:pt x="358882" y="346274"/>
                  <a:pt x="358040" y="365324"/>
                  <a:pt x="358882" y="368686"/>
                </a:cubicBezTo>
                <a:cubicBezTo>
                  <a:pt x="359724" y="372328"/>
                  <a:pt x="363653" y="378772"/>
                  <a:pt x="363653" y="378772"/>
                </a:cubicBezTo>
                <a:cubicBezTo>
                  <a:pt x="363653" y="378772"/>
                  <a:pt x="345973" y="405947"/>
                  <a:pt x="347096" y="410429"/>
                </a:cubicBezTo>
                <a:cubicBezTo>
                  <a:pt x="348218" y="414912"/>
                  <a:pt x="360285" y="417153"/>
                  <a:pt x="360285" y="417153"/>
                </a:cubicBezTo>
                <a:cubicBezTo>
                  <a:pt x="360285" y="417153"/>
                  <a:pt x="361408" y="420234"/>
                  <a:pt x="359163" y="426118"/>
                </a:cubicBezTo>
                <a:cubicBezTo>
                  <a:pt x="356918" y="432281"/>
                  <a:pt x="363372" y="439005"/>
                  <a:pt x="365056" y="441526"/>
                </a:cubicBezTo>
                <a:cubicBezTo>
                  <a:pt x="367020" y="444048"/>
                  <a:pt x="362530" y="451332"/>
                  <a:pt x="363933" y="455534"/>
                </a:cubicBezTo>
                <a:cubicBezTo>
                  <a:pt x="365617" y="459736"/>
                  <a:pt x="372913" y="464779"/>
                  <a:pt x="381332" y="463658"/>
                </a:cubicBezTo>
                <a:cubicBezTo>
                  <a:pt x="389470" y="462818"/>
                  <a:pt x="400415" y="460857"/>
                  <a:pt x="404063" y="460016"/>
                </a:cubicBezTo>
                <a:cubicBezTo>
                  <a:pt x="412482" y="479907"/>
                  <a:pt x="392277" y="489993"/>
                  <a:pt x="392277" y="489993"/>
                </a:cubicBezTo>
                <a:lnTo>
                  <a:pt x="499476" y="489993"/>
                </a:lnTo>
                <a:cubicBezTo>
                  <a:pt x="499476" y="489993"/>
                  <a:pt x="468327" y="465059"/>
                  <a:pt x="468888" y="437884"/>
                </a:cubicBezTo>
                <a:cubicBezTo>
                  <a:pt x="469169" y="422476"/>
                  <a:pt x="499476" y="403145"/>
                  <a:pt x="499196" y="360842"/>
                </a:cubicBezTo>
                <a:cubicBezTo>
                  <a:pt x="499196" y="339550"/>
                  <a:pt x="478429" y="304251"/>
                  <a:pt x="443351" y="299768"/>
                </a:cubicBezTo>
                <a:close/>
                <a:moveTo>
                  <a:pt x="394522" y="208438"/>
                </a:moveTo>
                <a:cubicBezTo>
                  <a:pt x="399012" y="206757"/>
                  <a:pt x="403782" y="208998"/>
                  <a:pt x="405466" y="213481"/>
                </a:cubicBezTo>
                <a:lnTo>
                  <a:pt x="416972" y="244578"/>
                </a:lnTo>
                <a:cubicBezTo>
                  <a:pt x="418656" y="249060"/>
                  <a:pt x="428478" y="252702"/>
                  <a:pt x="431845" y="252702"/>
                </a:cubicBezTo>
                <a:cubicBezTo>
                  <a:pt x="434932" y="252983"/>
                  <a:pt x="439141" y="249621"/>
                  <a:pt x="441106" y="245699"/>
                </a:cubicBezTo>
                <a:lnTo>
                  <a:pt x="455137" y="215162"/>
                </a:lnTo>
                <a:cubicBezTo>
                  <a:pt x="456821" y="211240"/>
                  <a:pt x="461872" y="209279"/>
                  <a:pt x="466082" y="211240"/>
                </a:cubicBezTo>
                <a:lnTo>
                  <a:pt x="534555" y="242617"/>
                </a:lnTo>
                <a:cubicBezTo>
                  <a:pt x="538764" y="244578"/>
                  <a:pt x="540728" y="249621"/>
                  <a:pt x="538764" y="253823"/>
                </a:cubicBezTo>
                <a:lnTo>
                  <a:pt x="524733" y="284080"/>
                </a:lnTo>
                <a:cubicBezTo>
                  <a:pt x="522768" y="288282"/>
                  <a:pt x="527258" y="297807"/>
                  <a:pt x="529223" y="300329"/>
                </a:cubicBezTo>
                <a:cubicBezTo>
                  <a:pt x="531468" y="302570"/>
                  <a:pt x="536519" y="303410"/>
                  <a:pt x="541009" y="301729"/>
                </a:cubicBezTo>
                <a:lnTo>
                  <a:pt x="572439" y="290243"/>
                </a:lnTo>
                <a:cubicBezTo>
                  <a:pt x="576649" y="288562"/>
                  <a:pt x="581700" y="290803"/>
                  <a:pt x="583103" y="295286"/>
                </a:cubicBezTo>
                <a:lnTo>
                  <a:pt x="609201" y="365885"/>
                </a:lnTo>
                <a:cubicBezTo>
                  <a:pt x="610885" y="370087"/>
                  <a:pt x="608640" y="375130"/>
                  <a:pt x="604431" y="376530"/>
                </a:cubicBezTo>
                <a:lnTo>
                  <a:pt x="573001" y="388297"/>
                </a:lnTo>
                <a:cubicBezTo>
                  <a:pt x="568511" y="389698"/>
                  <a:pt x="565143" y="393620"/>
                  <a:pt x="565143" y="396982"/>
                </a:cubicBezTo>
                <a:cubicBezTo>
                  <a:pt x="565143" y="400063"/>
                  <a:pt x="567949" y="410149"/>
                  <a:pt x="572159" y="412110"/>
                </a:cubicBezTo>
                <a:lnTo>
                  <a:pt x="602466" y="426118"/>
                </a:lnTo>
                <a:cubicBezTo>
                  <a:pt x="606676" y="428079"/>
                  <a:pt x="608360" y="433122"/>
                  <a:pt x="606395" y="437044"/>
                </a:cubicBezTo>
                <a:lnTo>
                  <a:pt x="574965" y="505681"/>
                </a:lnTo>
                <a:cubicBezTo>
                  <a:pt x="573001" y="509884"/>
                  <a:pt x="567949" y="511565"/>
                  <a:pt x="563740" y="509604"/>
                </a:cubicBezTo>
                <a:lnTo>
                  <a:pt x="533432" y="495596"/>
                </a:lnTo>
                <a:cubicBezTo>
                  <a:pt x="529223" y="493915"/>
                  <a:pt x="519681" y="498117"/>
                  <a:pt x="517156" y="500358"/>
                </a:cubicBezTo>
                <a:cubicBezTo>
                  <a:pt x="514911" y="502320"/>
                  <a:pt x="514069" y="507642"/>
                  <a:pt x="515753" y="511845"/>
                </a:cubicBezTo>
                <a:lnTo>
                  <a:pt x="527258" y="543222"/>
                </a:lnTo>
                <a:cubicBezTo>
                  <a:pt x="528942" y="547704"/>
                  <a:pt x="526697" y="552467"/>
                  <a:pt x="522488" y="554148"/>
                </a:cubicBezTo>
                <a:lnTo>
                  <a:pt x="451489" y="580202"/>
                </a:lnTo>
                <a:cubicBezTo>
                  <a:pt x="447280" y="581883"/>
                  <a:pt x="442228" y="579642"/>
                  <a:pt x="440825" y="575160"/>
                </a:cubicBezTo>
                <a:lnTo>
                  <a:pt x="429320" y="543782"/>
                </a:lnTo>
                <a:cubicBezTo>
                  <a:pt x="427636" y="539580"/>
                  <a:pt x="417814" y="535938"/>
                  <a:pt x="414727" y="535658"/>
                </a:cubicBezTo>
                <a:cubicBezTo>
                  <a:pt x="411359" y="535658"/>
                  <a:pt x="407150" y="538740"/>
                  <a:pt x="405186" y="542942"/>
                </a:cubicBezTo>
                <a:lnTo>
                  <a:pt x="391154" y="573198"/>
                </a:lnTo>
                <a:cubicBezTo>
                  <a:pt x="389470" y="577401"/>
                  <a:pt x="384419" y="579362"/>
                  <a:pt x="380210" y="577401"/>
                </a:cubicBezTo>
                <a:lnTo>
                  <a:pt x="311456" y="545743"/>
                </a:lnTo>
                <a:cubicBezTo>
                  <a:pt x="307527" y="543782"/>
                  <a:pt x="305563" y="538740"/>
                  <a:pt x="307527" y="534537"/>
                </a:cubicBezTo>
                <a:lnTo>
                  <a:pt x="321559" y="504561"/>
                </a:lnTo>
                <a:cubicBezTo>
                  <a:pt x="323523" y="500078"/>
                  <a:pt x="319033" y="490833"/>
                  <a:pt x="317069" y="488312"/>
                </a:cubicBezTo>
                <a:cubicBezTo>
                  <a:pt x="314824" y="485790"/>
                  <a:pt x="309492" y="485230"/>
                  <a:pt x="305282" y="486631"/>
                </a:cubicBezTo>
                <a:lnTo>
                  <a:pt x="273852" y="498397"/>
                </a:lnTo>
                <a:cubicBezTo>
                  <a:pt x="269643" y="500078"/>
                  <a:pt x="264591" y="497557"/>
                  <a:pt x="263188" y="493355"/>
                </a:cubicBezTo>
                <a:lnTo>
                  <a:pt x="236809" y="422756"/>
                </a:lnTo>
                <a:cubicBezTo>
                  <a:pt x="235406" y="418273"/>
                  <a:pt x="237651" y="413511"/>
                  <a:pt x="241861" y="411830"/>
                </a:cubicBezTo>
                <a:lnTo>
                  <a:pt x="273291" y="400344"/>
                </a:lnTo>
                <a:cubicBezTo>
                  <a:pt x="277500" y="398663"/>
                  <a:pt x="281148" y="388857"/>
                  <a:pt x="281429" y="385776"/>
                </a:cubicBezTo>
                <a:cubicBezTo>
                  <a:pt x="281710" y="382694"/>
                  <a:pt x="278342" y="378211"/>
                  <a:pt x="274133" y="376530"/>
                </a:cubicBezTo>
                <a:lnTo>
                  <a:pt x="243825" y="362523"/>
                </a:lnTo>
                <a:cubicBezTo>
                  <a:pt x="239616" y="360562"/>
                  <a:pt x="237932" y="355519"/>
                  <a:pt x="239896" y="351317"/>
                </a:cubicBezTo>
                <a:lnTo>
                  <a:pt x="271327" y="282959"/>
                </a:lnTo>
                <a:cubicBezTo>
                  <a:pt x="273291" y="278757"/>
                  <a:pt x="278342" y="277076"/>
                  <a:pt x="282552" y="278757"/>
                </a:cubicBezTo>
                <a:lnTo>
                  <a:pt x="312859" y="292764"/>
                </a:lnTo>
                <a:cubicBezTo>
                  <a:pt x="317069" y="294726"/>
                  <a:pt x="326610" y="290243"/>
                  <a:pt x="328855" y="288282"/>
                </a:cubicBezTo>
                <a:cubicBezTo>
                  <a:pt x="331381" y="286321"/>
                  <a:pt x="331942" y="280998"/>
                  <a:pt x="330539" y="276796"/>
                </a:cubicBezTo>
                <a:lnTo>
                  <a:pt x="318752" y="245418"/>
                </a:lnTo>
                <a:cubicBezTo>
                  <a:pt x="317349" y="240936"/>
                  <a:pt x="319594" y="236173"/>
                  <a:pt x="323804" y="234492"/>
                </a:cubicBezTo>
                <a:close/>
                <a:moveTo>
                  <a:pt x="69048" y="187422"/>
                </a:moveTo>
                <a:cubicBezTo>
                  <a:pt x="77719" y="187422"/>
                  <a:pt x="84749" y="194452"/>
                  <a:pt x="84749" y="203123"/>
                </a:cubicBezTo>
                <a:cubicBezTo>
                  <a:pt x="84749" y="211794"/>
                  <a:pt x="77719" y="218824"/>
                  <a:pt x="69048" y="218824"/>
                </a:cubicBezTo>
                <a:cubicBezTo>
                  <a:pt x="60377" y="218824"/>
                  <a:pt x="53347" y="211794"/>
                  <a:pt x="53347" y="203123"/>
                </a:cubicBezTo>
                <a:cubicBezTo>
                  <a:pt x="53347" y="194452"/>
                  <a:pt x="60377" y="187422"/>
                  <a:pt x="69048" y="187422"/>
                </a:cubicBezTo>
                <a:close/>
                <a:moveTo>
                  <a:pt x="70434" y="0"/>
                </a:moveTo>
                <a:lnTo>
                  <a:pt x="409976" y="0"/>
                </a:lnTo>
                <a:cubicBezTo>
                  <a:pt x="423165" y="0"/>
                  <a:pt x="435231" y="9806"/>
                  <a:pt x="436635" y="21853"/>
                </a:cubicBezTo>
                <a:lnTo>
                  <a:pt x="480130" y="180149"/>
                </a:lnTo>
                <a:cubicBezTo>
                  <a:pt x="480130" y="180429"/>
                  <a:pt x="480410" y="180989"/>
                  <a:pt x="480410" y="181270"/>
                </a:cubicBezTo>
                <a:lnTo>
                  <a:pt x="480410" y="192196"/>
                </a:lnTo>
                <a:lnTo>
                  <a:pt x="475920" y="189955"/>
                </a:lnTo>
                <a:cubicBezTo>
                  <a:pt x="470308" y="187433"/>
                  <a:pt x="464415" y="186873"/>
                  <a:pt x="458522" y="187713"/>
                </a:cubicBezTo>
                <a:lnTo>
                  <a:pt x="458522" y="181270"/>
                </a:lnTo>
                <a:cubicBezTo>
                  <a:pt x="458522" y="169502"/>
                  <a:pt x="448701" y="159697"/>
                  <a:pt x="436635" y="159697"/>
                </a:cubicBezTo>
                <a:lnTo>
                  <a:pt x="43775" y="159697"/>
                </a:lnTo>
                <a:cubicBezTo>
                  <a:pt x="31709" y="159697"/>
                  <a:pt x="21888" y="169502"/>
                  <a:pt x="21888" y="181270"/>
                </a:cubicBezTo>
                <a:lnTo>
                  <a:pt x="21888" y="224977"/>
                </a:lnTo>
                <a:cubicBezTo>
                  <a:pt x="21888" y="237024"/>
                  <a:pt x="31709" y="246830"/>
                  <a:pt x="43775" y="246830"/>
                </a:cubicBezTo>
                <a:lnTo>
                  <a:pt x="295486" y="246830"/>
                </a:lnTo>
                <a:cubicBezTo>
                  <a:pt x="295767" y="249071"/>
                  <a:pt x="296328" y="251312"/>
                  <a:pt x="296889" y="253274"/>
                </a:cubicBezTo>
                <a:lnTo>
                  <a:pt x="299976" y="261118"/>
                </a:lnTo>
                <a:lnTo>
                  <a:pt x="292119" y="257756"/>
                </a:lnTo>
                <a:cubicBezTo>
                  <a:pt x="276685" y="250752"/>
                  <a:pt x="257323" y="258037"/>
                  <a:pt x="250307" y="273166"/>
                </a:cubicBezTo>
                <a:lnTo>
                  <a:pt x="238241" y="299222"/>
                </a:lnTo>
                <a:lnTo>
                  <a:pt x="43775" y="299222"/>
                </a:lnTo>
                <a:cubicBezTo>
                  <a:pt x="31709" y="299222"/>
                  <a:pt x="21888" y="309027"/>
                  <a:pt x="21888" y="321075"/>
                </a:cubicBezTo>
                <a:lnTo>
                  <a:pt x="21888" y="364781"/>
                </a:lnTo>
                <a:cubicBezTo>
                  <a:pt x="21888" y="376829"/>
                  <a:pt x="31709" y="386634"/>
                  <a:pt x="43775" y="386634"/>
                </a:cubicBezTo>
                <a:lnTo>
                  <a:pt x="240486" y="386634"/>
                </a:lnTo>
                <a:lnTo>
                  <a:pt x="241889" y="387195"/>
                </a:lnTo>
                <a:lnTo>
                  <a:pt x="233751" y="389997"/>
                </a:lnTo>
                <a:cubicBezTo>
                  <a:pt x="217756" y="396160"/>
                  <a:pt x="209337" y="414091"/>
                  <a:pt x="214950" y="430621"/>
                </a:cubicBezTo>
                <a:lnTo>
                  <a:pt x="218317" y="439026"/>
                </a:lnTo>
                <a:lnTo>
                  <a:pt x="43775" y="439026"/>
                </a:lnTo>
                <a:cubicBezTo>
                  <a:pt x="31709" y="439026"/>
                  <a:pt x="21888" y="448832"/>
                  <a:pt x="21888" y="460879"/>
                </a:cubicBezTo>
                <a:lnTo>
                  <a:pt x="21888" y="504586"/>
                </a:lnTo>
                <a:cubicBezTo>
                  <a:pt x="21888" y="516633"/>
                  <a:pt x="31709" y="526439"/>
                  <a:pt x="43775" y="526439"/>
                </a:cubicBezTo>
                <a:lnTo>
                  <a:pt x="285945" y="526439"/>
                </a:lnTo>
                <a:cubicBezTo>
                  <a:pt x="283139" y="533163"/>
                  <a:pt x="282858" y="540728"/>
                  <a:pt x="285103" y="548012"/>
                </a:cubicBezTo>
                <a:lnTo>
                  <a:pt x="43775" y="548012"/>
                </a:lnTo>
                <a:cubicBezTo>
                  <a:pt x="19643" y="548012"/>
                  <a:pt x="0" y="528681"/>
                  <a:pt x="0" y="504586"/>
                </a:cubicBezTo>
                <a:lnTo>
                  <a:pt x="0" y="460879"/>
                </a:lnTo>
                <a:cubicBezTo>
                  <a:pt x="0" y="460319"/>
                  <a:pt x="280" y="460039"/>
                  <a:pt x="280" y="459479"/>
                </a:cubicBezTo>
                <a:lnTo>
                  <a:pt x="11505" y="394199"/>
                </a:lnTo>
                <a:cubicBezTo>
                  <a:pt x="4490" y="386354"/>
                  <a:pt x="0" y="375988"/>
                  <a:pt x="0" y="364781"/>
                </a:cubicBezTo>
                <a:lnTo>
                  <a:pt x="0" y="321075"/>
                </a:lnTo>
                <a:cubicBezTo>
                  <a:pt x="0" y="320795"/>
                  <a:pt x="280" y="320234"/>
                  <a:pt x="280" y="319954"/>
                </a:cubicBezTo>
                <a:lnTo>
                  <a:pt x="11505" y="254394"/>
                </a:lnTo>
                <a:cubicBezTo>
                  <a:pt x="4490" y="246550"/>
                  <a:pt x="0" y="236183"/>
                  <a:pt x="0" y="224977"/>
                </a:cubicBezTo>
                <a:lnTo>
                  <a:pt x="0" y="181270"/>
                </a:lnTo>
                <a:cubicBezTo>
                  <a:pt x="0" y="180989"/>
                  <a:pt x="280" y="180429"/>
                  <a:pt x="280" y="180149"/>
                </a:cubicBezTo>
                <a:lnTo>
                  <a:pt x="43775" y="21853"/>
                </a:lnTo>
                <a:cubicBezTo>
                  <a:pt x="45178" y="9806"/>
                  <a:pt x="56964" y="0"/>
                  <a:pt x="70434" y="0"/>
                </a:cubicBezTo>
                <a:close/>
              </a:path>
            </a:pathLst>
          </a:custGeom>
          <a:solidFill>
            <a:schemeClr val="tx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3000" strike="noStrike" u="none">
              <a:solidFill>
                <a:srgbClr val="ffffff"/>
              </a:solidFill>
              <a:effectLst/>
              <a:uFillTx/>
              <a:latin typeface="思源黑体 CN Medium"/>
              <a:ea typeface="思源黑体 CN Medium"/>
            </a:endParaRPr>
          </a:p>
        </p:txBody>
      </p:sp>
      <p:sp>
        <p:nvSpPr>
          <p:cNvPr id="217" name="PA-矩形 4"/>
          <p:cNvSpPr/>
          <p:nvPr/>
        </p:nvSpPr>
        <p:spPr>
          <a:xfrm>
            <a:off x="8095680" y="5647680"/>
            <a:ext cx="3245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200" spc="99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{{detailed_content[3]}}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PA-矩形 4"/>
          <p:cNvSpPr/>
          <p:nvPr/>
        </p:nvSpPr>
        <p:spPr>
          <a:xfrm>
            <a:off x="8016120" y="5251320"/>
            <a:ext cx="3323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rgbClr val="fe7a06"/>
                </a:solidFill>
                <a:effectLst/>
                <a:uFillTx/>
                <a:latin typeface="微软雅黑"/>
                <a:ea typeface="微软雅黑"/>
              </a:rPr>
              <a:t>{{content_points[3]}}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图片 27" descr="C:/Users/scc10/Desktop/新建文件夹/图片16.png图片16"/>
          <p:cNvSpPr/>
          <p:nvPr/>
        </p:nvSpPr>
        <p:spPr>
          <a:xfrm>
            <a:off x="486360" y="1531800"/>
            <a:ext cx="5169960" cy="4330440"/>
          </a:xfrm>
          <a:custGeom>
            <a:avLst/>
            <a:gdLst>
              <a:gd name="textAreaLeft" fmla="*/ 0 w 5169960"/>
              <a:gd name="textAreaRight" fmla="*/ 5170320 w 5169960"/>
              <a:gd name="textAreaTop" fmla="*/ 0 h 4330440"/>
              <a:gd name="textAreaBottom" fmla="*/ 4330800 h 4330440"/>
              <a:gd name="GluePoint1X" fmla="*/ 0 w 5170410"/>
              <a:gd name="GluePoint1Y" fmla="*/ 0 h 4330521"/>
              <a:gd name="GluePoint2X" fmla="*/ 4448642 w 5170410"/>
              <a:gd name="GluePoint2Y" fmla="*/ 0 h 4330521"/>
              <a:gd name="GluePoint3X" fmla="*/ 5170410 w 5170410"/>
              <a:gd name="GluePoint3Y" fmla="*/ 721768 h 4330521"/>
              <a:gd name="GluePoint4X" fmla="*/ 5170410 w 5170410"/>
              <a:gd name="GluePoint4Y" fmla="*/ 4330521 h 4330521"/>
              <a:gd name="GluePoint5X" fmla="*/ 0 w 5170410"/>
              <a:gd name="GluePoint5Y" fmla="*/ 4330521 h 433052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5170410" h="4330521">
                <a:moveTo>
                  <a:pt x="0" y="0"/>
                </a:moveTo>
                <a:lnTo>
                  <a:pt x="4448642" y="0"/>
                </a:lnTo>
                <a:cubicBezTo>
                  <a:pt x="4847263" y="0"/>
                  <a:pt x="5170410" y="323147"/>
                  <a:pt x="5170410" y="721768"/>
                </a:cubicBezTo>
                <a:lnTo>
                  <a:pt x="5170410" y="4330521"/>
                </a:lnTo>
                <a:lnTo>
                  <a:pt x="0" y="4330521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矩形: 单圆角 144"/>
          <p:cNvSpPr/>
          <p:nvPr/>
        </p:nvSpPr>
        <p:spPr>
          <a:xfrm>
            <a:off x="486360" y="5131440"/>
            <a:ext cx="5172840" cy="730440"/>
          </a:xfrm>
          <a:prstGeom prst="round1Rect">
            <a:avLst>
              <a:gd name="adj" fmla="val 50000"/>
            </a:avLst>
          </a:prstGeom>
          <a:solidFill>
            <a:srgbClr val="008fd2"/>
          </a:solidFill>
          <a:ln w="38100">
            <a:noFill/>
          </a:ln>
          <a:effectLst>
            <a:outerShdw algn="tl" blurRad="152280" dir="2700000" dist="75858" rotWithShape="0">
              <a:srgbClr val="20307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trike="noStrike" u="none">
              <a:solidFill>
                <a:schemeClr val="lt1"/>
              </a:solidFill>
              <a:effectLst/>
              <a:uFillTx/>
              <a:latin typeface="微软雅黑"/>
              <a:ea typeface="微软雅黑"/>
            </a:endParaRPr>
          </a:p>
        </p:txBody>
      </p:sp>
      <p:sp>
        <p:nvSpPr>
          <p:cNvPr id="221" name="文本框 6"/>
          <p:cNvSpPr/>
          <p:nvPr/>
        </p:nvSpPr>
        <p:spPr>
          <a:xfrm>
            <a:off x="660240" y="5294520"/>
            <a:ext cx="473436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rPr>
              <a:t>{{title}}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660240" y="338040"/>
            <a:ext cx="10858320" cy="5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3" name="文本框 8"/>
          <p:cNvSpPr/>
          <p:nvPr/>
        </p:nvSpPr>
        <p:spPr>
          <a:xfrm>
            <a:off x="660240" y="1066680"/>
            <a:ext cx="52192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圆角矩形 2"/>
          <p:cNvSpPr/>
          <p:nvPr/>
        </p:nvSpPr>
        <p:spPr>
          <a:xfrm rot="2700000">
            <a:off x="1606680" y="2101680"/>
            <a:ext cx="1891800" cy="189180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225" name="圆角矩形 7"/>
          <p:cNvSpPr/>
          <p:nvPr/>
        </p:nvSpPr>
        <p:spPr>
          <a:xfrm>
            <a:off x="954360" y="3898800"/>
            <a:ext cx="3196440" cy="596520"/>
          </a:xfrm>
          <a:prstGeom prst="roundRect">
            <a:avLst>
              <a:gd name="adj" fmla="val 16667"/>
            </a:avLst>
          </a:prstGeom>
          <a:solidFill>
            <a:srgbClr val="1f5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微软雅黑"/>
              <a:ea typeface="微软雅黑"/>
            </a:endParaRPr>
          </a:p>
        </p:txBody>
      </p:sp>
      <p:sp>
        <p:nvSpPr>
          <p:cNvPr id="226" name="文本框 9"/>
          <p:cNvSpPr/>
          <p:nvPr/>
        </p:nvSpPr>
        <p:spPr>
          <a:xfrm>
            <a:off x="1053000" y="4013280"/>
            <a:ext cx="29948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{{content_points[0]}}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圆角矩形 10"/>
          <p:cNvSpPr/>
          <p:nvPr/>
        </p:nvSpPr>
        <p:spPr>
          <a:xfrm rot="2700000">
            <a:off x="5149800" y="2101680"/>
            <a:ext cx="1891800" cy="189180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228" name="圆角矩形 11"/>
          <p:cNvSpPr/>
          <p:nvPr/>
        </p:nvSpPr>
        <p:spPr>
          <a:xfrm>
            <a:off x="4575960" y="3898800"/>
            <a:ext cx="3197520" cy="596520"/>
          </a:xfrm>
          <a:prstGeom prst="roundRect">
            <a:avLst>
              <a:gd name="adj" fmla="val 16667"/>
            </a:avLst>
          </a:prstGeom>
          <a:solidFill>
            <a:srgbClr val="0ace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微软雅黑"/>
              <a:ea typeface="微软雅黑"/>
            </a:endParaRPr>
          </a:p>
        </p:txBody>
      </p:sp>
      <p:sp>
        <p:nvSpPr>
          <p:cNvPr id="229" name="圆角矩形 42"/>
          <p:cNvSpPr/>
          <p:nvPr/>
        </p:nvSpPr>
        <p:spPr>
          <a:xfrm rot="2700000">
            <a:off x="8804880" y="2101680"/>
            <a:ext cx="1891800" cy="1891800"/>
          </a:xfrm>
          <a:prstGeom prst="roundRect">
            <a:avLst>
              <a:gd name="adj" fmla="val 16667"/>
            </a:avLst>
          </a:prstGeom>
          <a:blipFill rotWithShape="0">
            <a:blip r:embed="rId3"/>
            <a:srcRect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230" name="圆角矩形 12"/>
          <p:cNvSpPr/>
          <p:nvPr/>
        </p:nvSpPr>
        <p:spPr>
          <a:xfrm>
            <a:off x="8213760" y="3898800"/>
            <a:ext cx="3196440" cy="596520"/>
          </a:xfrm>
          <a:prstGeom prst="roundRect">
            <a:avLst>
              <a:gd name="adj" fmla="val 16667"/>
            </a:avLst>
          </a:prstGeom>
          <a:solidFill>
            <a:srgbClr val="fdcc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微软雅黑"/>
              <a:ea typeface="微软雅黑"/>
            </a:endParaRPr>
          </a:p>
        </p:txBody>
      </p:sp>
      <p:sp>
        <p:nvSpPr>
          <p:cNvPr id="231" name="文本框 13"/>
          <p:cNvSpPr/>
          <p:nvPr/>
        </p:nvSpPr>
        <p:spPr>
          <a:xfrm>
            <a:off x="4691880" y="4013280"/>
            <a:ext cx="29948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{{content_points[1]}}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文本框 14"/>
          <p:cNvSpPr/>
          <p:nvPr/>
        </p:nvSpPr>
        <p:spPr>
          <a:xfrm>
            <a:off x="8301240" y="4013280"/>
            <a:ext cx="29944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{{content_points[2]}}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文本框 15"/>
          <p:cNvSpPr/>
          <p:nvPr/>
        </p:nvSpPr>
        <p:spPr>
          <a:xfrm>
            <a:off x="954360" y="4792320"/>
            <a:ext cx="31842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  <a:scene3d>
              <a:camera prst="orthographicFront"/>
              <a:lightRig dir="t" rig="threePt"/>
            </a:scene3d>
            <a:sp3d contourW="12700"/>
          </a:bodyPr>
          <a:p>
            <a:pPr algn="ctr" defTabSz="457200">
              <a:lnSpc>
                <a:spcPct val="150000"/>
              </a:lnSpc>
            </a:pPr>
            <a:r>
              <a:rPr b="0" lang="en-US" sz="12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{{detailed_content[0]}}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文本框 16"/>
          <p:cNvSpPr/>
          <p:nvPr/>
        </p:nvSpPr>
        <p:spPr>
          <a:xfrm>
            <a:off x="4665960" y="4792320"/>
            <a:ext cx="31078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  <a:scene3d>
              <a:camera prst="orthographicFront"/>
              <a:lightRig dir="t" rig="threePt"/>
            </a:scene3d>
            <a:sp3d contourW="12700"/>
          </a:bodyPr>
          <a:p>
            <a:pPr algn="ctr" defTabSz="457200">
              <a:lnSpc>
                <a:spcPct val="150000"/>
              </a:lnSpc>
            </a:pPr>
            <a:r>
              <a:rPr b="0" lang="en-US" sz="12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{{detailed_content[1]}}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文本框 17"/>
          <p:cNvSpPr/>
          <p:nvPr/>
        </p:nvSpPr>
        <p:spPr>
          <a:xfrm>
            <a:off x="8213040" y="4792320"/>
            <a:ext cx="32083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  <a:scene3d>
              <a:camera prst="orthographicFront"/>
              <a:lightRig dir="t" rig="threePt"/>
            </a:scene3d>
            <a:sp3d contourW="12700"/>
          </a:bodyPr>
          <a:p>
            <a:pPr algn="ctr" defTabSz="457200">
              <a:lnSpc>
                <a:spcPct val="150000"/>
              </a:lnSpc>
            </a:pPr>
            <a:r>
              <a:rPr b="0" lang="en-US" sz="12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{{detailed_content[2]}}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60240" y="338040"/>
            <a:ext cx="10858320" cy="5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37" name="文本框 8"/>
          <p:cNvSpPr/>
          <p:nvPr/>
        </p:nvSpPr>
        <p:spPr>
          <a:xfrm>
            <a:off x="660240" y="1066680"/>
            <a:ext cx="1085832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64" dur="indefinite" restart="never" nodeType="tmRoot">
          <p:childTnLst>
            <p:seq>
              <p:cTn id="365" dur="indefinite" nodeType="mainSeq">
                <p:childTnLst>
                  <p:par>
                    <p:cTn id="366" fill="hold">
                      <p:stCondLst>
                        <p:cond delay="0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nodeType="after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0" dur="10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371"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2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4" dur="1000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375"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8" dur="10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379"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82" dur="100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383"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4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86" dur="100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387"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0" dur="10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391"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2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4" dur="1000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395"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6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8" dur="100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399"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02" dur="10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403"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图形" descr="C:/Users/scc10/Desktop/新建文件夹/图片13.png图片13"/>
          <p:cNvSpPr/>
          <p:nvPr/>
        </p:nvSpPr>
        <p:spPr>
          <a:xfrm>
            <a:off x="4069080" y="1967400"/>
            <a:ext cx="1987200" cy="198720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38100">
            <a:noFill/>
          </a:ln>
          <a:effectLst>
            <a:outerShdw algn="tl" blurRad="152280" dir="2700000" dist="75858" rotWithShape="0">
              <a:srgbClr val="20307d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图形" descr="C:/Users/scc10/Desktop/新建文件夹/图片13.png图片13"/>
          <p:cNvSpPr/>
          <p:nvPr/>
        </p:nvSpPr>
        <p:spPr>
          <a:xfrm>
            <a:off x="6254280" y="1967400"/>
            <a:ext cx="1972440" cy="197244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38100">
            <a:noFill/>
          </a:ln>
          <a:effectLst>
            <a:outerShdw algn="tl" blurRad="152280" dir="2700000" dist="75858" rotWithShape="0">
              <a:srgbClr val="20307d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图形"/>
          <p:cNvSpPr/>
          <p:nvPr/>
        </p:nvSpPr>
        <p:spPr>
          <a:xfrm>
            <a:off x="5614560" y="2463840"/>
            <a:ext cx="1095120" cy="1095120"/>
          </a:xfrm>
          <a:prstGeom prst="ellipse">
            <a:avLst/>
          </a:prstGeom>
          <a:solidFill>
            <a:srgbClr val="1f55f4">
              <a:alpha val="80000"/>
            </a:srgbClr>
          </a:solidFill>
          <a:ln>
            <a:noFill/>
          </a:ln>
          <a:effectLst>
            <a:outerShdw algn="t" blurRad="762120" dir="5400000" dist="254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36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endParaRPr b="0" lang="en-US" sz="2400" strike="noStrike" u="none">
              <a:solidFill>
                <a:schemeClr val="lt1"/>
              </a:solidFill>
              <a:effectLst/>
              <a:uFillTx/>
              <a:latin typeface="微软雅黑"/>
              <a:ea typeface="微软雅黑"/>
            </a:endParaRPr>
          </a:p>
        </p:txBody>
      </p:sp>
      <p:pic>
        <p:nvPicPr>
          <p:cNvPr id="241" name="图形" descr="303b333635393039313bcafdbedd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868000" y="2716560"/>
            <a:ext cx="588960" cy="588960"/>
          </a:xfrm>
          <a:prstGeom prst="rect">
            <a:avLst/>
          </a:prstGeom>
          <a:noFill/>
          <a:ln w="0">
            <a:noFill/>
          </a:ln>
          <a:effectLst>
            <a:outerShdw algn="tl" blurRad="152280" dir="2700000" dist="75858" rotWithShape="0">
              <a:srgbClr val="20307d">
                <a:alpha val="30000"/>
              </a:srgbClr>
            </a:outerShdw>
          </a:effectLst>
        </p:spPr>
      </p:pic>
      <p:sp>
        <p:nvSpPr>
          <p:cNvPr id="242" name="图形"/>
          <p:cNvSpPr/>
          <p:nvPr/>
        </p:nvSpPr>
        <p:spPr>
          <a:xfrm>
            <a:off x="9006120" y="2384280"/>
            <a:ext cx="79560" cy="214200"/>
          </a:xfrm>
          <a:prstGeom prst="rect">
            <a:avLst/>
          </a:prstGeom>
          <a:solidFill>
            <a:srgbClr val="fdcc04"/>
          </a:solidFill>
          <a:ln w="38100">
            <a:noFill/>
          </a:ln>
          <a:effectLst>
            <a:outerShdw algn="tl" blurRad="152280" dir="2700000" dist="75858" rotWithShape="0">
              <a:srgbClr val="20307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微软雅黑"/>
              <a:ea typeface="微软雅黑"/>
            </a:endParaRPr>
          </a:p>
        </p:txBody>
      </p:sp>
      <p:sp>
        <p:nvSpPr>
          <p:cNvPr id="243" name="图形"/>
          <p:cNvSpPr/>
          <p:nvPr/>
        </p:nvSpPr>
        <p:spPr>
          <a:xfrm flipH="1">
            <a:off x="3207240" y="2337480"/>
            <a:ext cx="79560" cy="234000"/>
          </a:xfrm>
          <a:prstGeom prst="rect">
            <a:avLst/>
          </a:prstGeom>
          <a:solidFill>
            <a:srgbClr val="0acec1"/>
          </a:solidFill>
          <a:ln w="38100">
            <a:noFill/>
          </a:ln>
          <a:effectLst>
            <a:outerShdw algn="tl" blurRad="152280" dir="2700000" dist="75858" rotWithShape="0">
              <a:srgbClr val="20307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微软雅黑"/>
              <a:ea typeface="微软雅黑"/>
            </a:endParaRPr>
          </a:p>
        </p:txBody>
      </p:sp>
      <p:sp>
        <p:nvSpPr>
          <p:cNvPr id="244" name="矩形 110"/>
          <p:cNvSpPr/>
          <p:nvPr/>
        </p:nvSpPr>
        <p:spPr>
          <a:xfrm>
            <a:off x="8741520" y="2769840"/>
            <a:ext cx="2993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{{content_points[1]}}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矩形 47"/>
          <p:cNvSpPr/>
          <p:nvPr/>
        </p:nvSpPr>
        <p:spPr>
          <a:xfrm>
            <a:off x="8825400" y="3215880"/>
            <a:ext cx="2603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  <a:spcBef>
                <a:spcPts val="1001"/>
              </a:spcBef>
            </a:pPr>
            <a:r>
              <a:rPr b="0" lang="en-US" sz="12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{{detailed_content[1]}}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矩形 110"/>
          <p:cNvSpPr/>
          <p:nvPr/>
        </p:nvSpPr>
        <p:spPr>
          <a:xfrm>
            <a:off x="600840" y="2740680"/>
            <a:ext cx="288504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{{content_points[0]}}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矩形 47"/>
          <p:cNvSpPr/>
          <p:nvPr/>
        </p:nvSpPr>
        <p:spPr>
          <a:xfrm>
            <a:off x="927720" y="3215880"/>
            <a:ext cx="2603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ct val="150000"/>
              </a:lnSpc>
              <a:spcBef>
                <a:spcPts val="1001"/>
              </a:spcBef>
            </a:pPr>
            <a:r>
              <a:rPr b="0" lang="en-US" sz="12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{{detailed_content[0]}}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图形"/>
          <p:cNvSpPr/>
          <p:nvPr/>
        </p:nvSpPr>
        <p:spPr>
          <a:xfrm>
            <a:off x="3677760" y="4575960"/>
            <a:ext cx="4969080" cy="409320"/>
          </a:xfrm>
          <a:prstGeom prst="roundRect">
            <a:avLst>
              <a:gd name="adj" fmla="val 16667"/>
            </a:avLst>
          </a:prstGeom>
          <a:solidFill>
            <a:srgbClr val="008fd2"/>
          </a:solidFill>
          <a:ln w="38100">
            <a:noFill/>
          </a:ln>
          <a:effectLst>
            <a:outerShdw algn="tl" blurRad="152280" dir="2700000" dist="75858" rotWithShape="0">
              <a:srgbClr val="20307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600" strike="noStrike" u="none">
              <a:solidFill>
                <a:schemeClr val="lt1"/>
              </a:solidFill>
              <a:effectLst/>
              <a:uFillTx/>
              <a:latin typeface="微软雅黑"/>
              <a:ea typeface="微软雅黑"/>
            </a:endParaRPr>
          </a:p>
        </p:txBody>
      </p:sp>
      <p:sp>
        <p:nvSpPr>
          <p:cNvPr id="249" name="文本框 1"/>
          <p:cNvSpPr/>
          <p:nvPr/>
        </p:nvSpPr>
        <p:spPr>
          <a:xfrm>
            <a:off x="3845520" y="4617000"/>
            <a:ext cx="46339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rPr>
              <a:t>{{title}}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660240" y="338040"/>
            <a:ext cx="10858320" cy="5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51" name="文本框 9"/>
          <p:cNvSpPr/>
          <p:nvPr/>
        </p:nvSpPr>
        <p:spPr>
          <a:xfrm>
            <a:off x="660240" y="1066680"/>
            <a:ext cx="1085832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图形"/>
          <p:cNvGrpSpPr/>
          <p:nvPr/>
        </p:nvGrpSpPr>
        <p:grpSpPr>
          <a:xfrm>
            <a:off x="4409280" y="2419200"/>
            <a:ext cx="3453120" cy="3295440"/>
            <a:chOff x="4409280" y="2419200"/>
            <a:chExt cx="3453120" cy="3295440"/>
          </a:xfrm>
        </p:grpSpPr>
        <p:sp>
          <p:nvSpPr>
            <p:cNvPr id="253" name="图形"/>
            <p:cNvSpPr/>
            <p:nvPr/>
          </p:nvSpPr>
          <p:spPr>
            <a:xfrm>
              <a:off x="5059800" y="2483640"/>
              <a:ext cx="944640" cy="1086840"/>
            </a:xfrm>
            <a:custGeom>
              <a:avLst/>
              <a:gdLst>
                <a:gd name="textAreaLeft" fmla="*/ 0 w 944640"/>
                <a:gd name="textAreaRight" fmla="*/ 945000 w 944640"/>
                <a:gd name="textAreaTop" fmla="*/ 0 h 1086840"/>
                <a:gd name="textAreaBottom" fmla="*/ 1087200 h 1086840"/>
                <a:gd name="GluePoint1X" fmla="*/ 638 w 638"/>
                <a:gd name="GluePoint1Y" fmla="*/ 551 h 734"/>
                <a:gd name="GluePoint2X" fmla="*/ 638 w 638"/>
                <a:gd name="GluePoint2Y" fmla="*/ 182 h 734"/>
                <a:gd name="GluePoint3X" fmla="*/ 319 w 638"/>
                <a:gd name="GluePoint3Y" fmla="*/ 0 h 734"/>
                <a:gd name="GluePoint4X" fmla="*/ 0 w 638"/>
                <a:gd name="GluePoint4Y" fmla="*/ 182 h 734"/>
                <a:gd name="GluePoint5X" fmla="*/ 0 w 638"/>
                <a:gd name="GluePoint5Y" fmla="*/ 551 h 734"/>
                <a:gd name="GluePoint6X" fmla="*/ 319 w 638"/>
                <a:gd name="GluePoint6Y" fmla="*/ 734 h 734"/>
                <a:gd name="GluePoint7X" fmla="*/ 638 w 638"/>
                <a:gd name="GluePoint7Y" fmla="*/ 551 h 7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638" h="734">
                  <a:moveTo>
                    <a:pt x="638" y="551"/>
                  </a:moveTo>
                  <a:lnTo>
                    <a:pt x="638" y="182"/>
                  </a:lnTo>
                  <a:lnTo>
                    <a:pt x="319" y="0"/>
                  </a:lnTo>
                  <a:lnTo>
                    <a:pt x="0" y="182"/>
                  </a:lnTo>
                  <a:lnTo>
                    <a:pt x="0" y="551"/>
                  </a:lnTo>
                  <a:lnTo>
                    <a:pt x="319" y="734"/>
                  </a:lnTo>
                  <a:lnTo>
                    <a:pt x="638" y="551"/>
                  </a:lnTo>
                  <a:close/>
                </a:path>
              </a:pathLst>
            </a:custGeom>
            <a:gradFill rotWithShape="0">
              <a:gsLst>
                <a:gs pos="417">
                  <a:srgbClr val="06c5b3"/>
                </a:gs>
                <a:gs pos="100000">
                  <a:srgbClr val="0073c7"/>
                </a:gs>
              </a:gsLst>
              <a:lin ang="2700000"/>
            </a:gradFill>
            <a:ln>
              <a:solidFill>
                <a:srgbClr val="06c5b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254" name="图形"/>
            <p:cNvSpPr/>
            <p:nvPr/>
          </p:nvSpPr>
          <p:spPr>
            <a:xfrm>
              <a:off x="5003640" y="2419200"/>
              <a:ext cx="1076760" cy="1238400"/>
            </a:xfrm>
            <a:custGeom>
              <a:avLst/>
              <a:gdLst>
                <a:gd name="textAreaLeft" fmla="*/ 0 w 1076760"/>
                <a:gd name="textAreaRight" fmla="*/ 1077120 w 1076760"/>
                <a:gd name="textAreaTop" fmla="*/ 0 h 1238400"/>
                <a:gd name="textAreaBottom" fmla="*/ 1238760 h 1238400"/>
                <a:gd name="GluePoint1X" fmla="*/ 638 w 638"/>
                <a:gd name="GluePoint1Y" fmla="*/ 551 h 734"/>
                <a:gd name="GluePoint2X" fmla="*/ 638 w 638"/>
                <a:gd name="GluePoint2Y" fmla="*/ 182 h 734"/>
                <a:gd name="GluePoint3X" fmla="*/ 319 w 638"/>
                <a:gd name="GluePoint3Y" fmla="*/ 0 h 734"/>
                <a:gd name="GluePoint4X" fmla="*/ 0 w 638"/>
                <a:gd name="GluePoint4Y" fmla="*/ 182 h 734"/>
                <a:gd name="GluePoint5X" fmla="*/ 0 w 638"/>
                <a:gd name="GluePoint5Y" fmla="*/ 551 h 734"/>
                <a:gd name="GluePoint6X" fmla="*/ 319 w 638"/>
                <a:gd name="GluePoint6Y" fmla="*/ 734 h 734"/>
                <a:gd name="GluePoint7X" fmla="*/ 638 w 638"/>
                <a:gd name="GluePoint7Y" fmla="*/ 551 h 7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638" h="734">
                  <a:moveTo>
                    <a:pt x="638" y="551"/>
                  </a:moveTo>
                  <a:lnTo>
                    <a:pt x="638" y="182"/>
                  </a:lnTo>
                  <a:lnTo>
                    <a:pt x="319" y="0"/>
                  </a:lnTo>
                  <a:lnTo>
                    <a:pt x="0" y="182"/>
                  </a:lnTo>
                  <a:lnTo>
                    <a:pt x="0" y="551"/>
                  </a:lnTo>
                  <a:lnTo>
                    <a:pt x="319" y="734"/>
                  </a:lnTo>
                  <a:lnTo>
                    <a:pt x="638" y="551"/>
                  </a:lnTo>
                  <a:close/>
                </a:path>
              </a:pathLst>
            </a:custGeom>
            <a:solidFill>
              <a:srgbClr val="1f55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255" name="图形"/>
            <p:cNvSpPr/>
            <p:nvPr/>
          </p:nvSpPr>
          <p:spPr>
            <a:xfrm>
              <a:off x="4464720" y="3507840"/>
              <a:ext cx="944640" cy="1086840"/>
            </a:xfrm>
            <a:custGeom>
              <a:avLst/>
              <a:gdLst>
                <a:gd name="textAreaLeft" fmla="*/ 0 w 944640"/>
                <a:gd name="textAreaRight" fmla="*/ 945000 w 944640"/>
                <a:gd name="textAreaTop" fmla="*/ 0 h 1086840"/>
                <a:gd name="textAreaBottom" fmla="*/ 1087200 h 1086840"/>
                <a:gd name="GluePoint1X" fmla="*/ 638 w 638"/>
                <a:gd name="GluePoint1Y" fmla="*/ 551 h 734"/>
                <a:gd name="GluePoint2X" fmla="*/ 638 w 638"/>
                <a:gd name="GluePoint2Y" fmla="*/ 182 h 734"/>
                <a:gd name="GluePoint3X" fmla="*/ 319 w 638"/>
                <a:gd name="GluePoint3Y" fmla="*/ 0 h 734"/>
                <a:gd name="GluePoint4X" fmla="*/ 0 w 638"/>
                <a:gd name="GluePoint4Y" fmla="*/ 182 h 734"/>
                <a:gd name="GluePoint5X" fmla="*/ 0 w 638"/>
                <a:gd name="GluePoint5Y" fmla="*/ 551 h 734"/>
                <a:gd name="GluePoint6X" fmla="*/ 319 w 638"/>
                <a:gd name="GluePoint6Y" fmla="*/ 734 h 734"/>
                <a:gd name="GluePoint7X" fmla="*/ 638 w 638"/>
                <a:gd name="GluePoint7Y" fmla="*/ 551 h 7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638" h="734">
                  <a:moveTo>
                    <a:pt x="638" y="551"/>
                  </a:moveTo>
                  <a:lnTo>
                    <a:pt x="638" y="182"/>
                  </a:lnTo>
                  <a:lnTo>
                    <a:pt x="319" y="0"/>
                  </a:lnTo>
                  <a:lnTo>
                    <a:pt x="0" y="182"/>
                  </a:lnTo>
                  <a:lnTo>
                    <a:pt x="0" y="551"/>
                  </a:lnTo>
                  <a:lnTo>
                    <a:pt x="319" y="734"/>
                  </a:lnTo>
                  <a:lnTo>
                    <a:pt x="638" y="551"/>
                  </a:lnTo>
                  <a:close/>
                </a:path>
              </a:pathLst>
            </a:custGeom>
            <a:gradFill rotWithShape="0">
              <a:gsLst>
                <a:gs pos="417">
                  <a:srgbClr val="06c5b3"/>
                </a:gs>
                <a:gs pos="100000">
                  <a:srgbClr val="0073c7"/>
                </a:gs>
              </a:gsLst>
              <a:lin ang="2700000"/>
            </a:gradFill>
            <a:ln>
              <a:solidFill>
                <a:srgbClr val="06c5b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256" name="图形"/>
            <p:cNvSpPr/>
            <p:nvPr/>
          </p:nvSpPr>
          <p:spPr>
            <a:xfrm>
              <a:off x="4409280" y="3447360"/>
              <a:ext cx="1074600" cy="1238400"/>
            </a:xfrm>
            <a:custGeom>
              <a:avLst/>
              <a:gdLst>
                <a:gd name="textAreaLeft" fmla="*/ 0 w 1074600"/>
                <a:gd name="textAreaRight" fmla="*/ 1074960 w 1074600"/>
                <a:gd name="textAreaTop" fmla="*/ 0 h 1238400"/>
                <a:gd name="textAreaBottom" fmla="*/ 1238760 h 1238400"/>
                <a:gd name="GluePoint1X" fmla="*/ 319 w 637"/>
                <a:gd name="GluePoint1Y" fmla="*/ 0 h 734"/>
                <a:gd name="GluePoint2X" fmla="*/ 0 w 637"/>
                <a:gd name="GluePoint2Y" fmla="*/ 182 h 734"/>
                <a:gd name="GluePoint3X" fmla="*/ 0 w 637"/>
                <a:gd name="GluePoint3Y" fmla="*/ 551 h 734"/>
                <a:gd name="GluePoint4X" fmla="*/ 319 w 637"/>
                <a:gd name="GluePoint4Y" fmla="*/ 734 h 734"/>
                <a:gd name="GluePoint5X" fmla="*/ 637 w 637"/>
                <a:gd name="GluePoint5Y" fmla="*/ 551 h 734"/>
                <a:gd name="GluePoint6X" fmla="*/ 637 w 637"/>
                <a:gd name="GluePoint6Y" fmla="*/ 182 h 734"/>
                <a:gd name="GluePoint7X" fmla="*/ 319 w 637"/>
                <a:gd name="GluePoint7Y" fmla="*/ 0 h 7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637" h="734">
                  <a:moveTo>
                    <a:pt x="319" y="0"/>
                  </a:moveTo>
                  <a:lnTo>
                    <a:pt x="0" y="182"/>
                  </a:lnTo>
                  <a:lnTo>
                    <a:pt x="0" y="551"/>
                  </a:lnTo>
                  <a:lnTo>
                    <a:pt x="319" y="734"/>
                  </a:lnTo>
                  <a:lnTo>
                    <a:pt x="637" y="551"/>
                  </a:lnTo>
                  <a:lnTo>
                    <a:pt x="637" y="182"/>
                  </a:lnTo>
                  <a:lnTo>
                    <a:pt x="319" y="0"/>
                  </a:lnTo>
                  <a:close/>
                </a:path>
              </a:pathLst>
            </a:custGeom>
            <a:solidFill>
              <a:srgbClr val="fdc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257" name="图形"/>
            <p:cNvSpPr/>
            <p:nvPr/>
          </p:nvSpPr>
          <p:spPr>
            <a:xfrm>
              <a:off x="5347800" y="2839680"/>
              <a:ext cx="371160" cy="37440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374400"/>
                <a:gd name="textAreaBottom" fmla="*/ 374760 h 374400"/>
                <a:gd name="GluePoint1X" fmla="*/ 52 w 105"/>
                <a:gd name="GluePoint1Y" fmla="*/ 0 h 106"/>
                <a:gd name="GluePoint2X" fmla="*/ 89 w 105"/>
                <a:gd name="GluePoint2Y" fmla="*/ 16 h 106"/>
                <a:gd name="GluePoint3X" fmla="*/ 90 w 105"/>
                <a:gd name="GluePoint3Y" fmla="*/ 16 h 106"/>
                <a:gd name="GluePoint4X" fmla="*/ 105 w 105"/>
                <a:gd name="GluePoint4Y" fmla="*/ 53 h 106"/>
                <a:gd name="GluePoint5X" fmla="*/ 89 w 105"/>
                <a:gd name="GluePoint5Y" fmla="*/ 90 h 106"/>
                <a:gd name="GluePoint6X" fmla="*/ 89 w 105"/>
                <a:gd name="GluePoint6Y" fmla="*/ 90 h 106"/>
                <a:gd name="GluePoint7X" fmla="*/ 52 w 105"/>
                <a:gd name="GluePoint7Y" fmla="*/ 106 h 106"/>
                <a:gd name="GluePoint8X" fmla="*/ 15 w 105"/>
                <a:gd name="GluePoint8Y" fmla="*/ 90 h 106"/>
                <a:gd name="GluePoint9X" fmla="*/ 0 w 105"/>
                <a:gd name="GluePoint9Y" fmla="*/ 53 h 106"/>
                <a:gd name="GluePoint10X" fmla="*/ 15 w 105"/>
                <a:gd name="GluePoint10Y" fmla="*/ 16 h 106"/>
                <a:gd name="GluePoint11X" fmla="*/ 15 w 105"/>
                <a:gd name="GluePoint11Y" fmla="*/ 16 h 106"/>
                <a:gd name="GluePoint12X" fmla="*/ 15 w 105"/>
                <a:gd name="GluePoint12Y" fmla="*/ 16 h 106"/>
                <a:gd name="GluePoint13X" fmla="*/ 52 w 105"/>
                <a:gd name="GluePoint13Y" fmla="*/ 0 h 106"/>
                <a:gd name="GluePoint14X" fmla="*/ 75 w 105"/>
                <a:gd name="GluePoint14Y" fmla="*/ 49 h 106"/>
                <a:gd name="GluePoint15X" fmla="*/ 75 w 105"/>
                <a:gd name="GluePoint15Y" fmla="*/ 49 h 106"/>
                <a:gd name="GluePoint16X" fmla="*/ 56 w 105"/>
                <a:gd name="GluePoint16Y" fmla="*/ 49 h 106"/>
                <a:gd name="GluePoint17X" fmla="*/ 56 w 105"/>
                <a:gd name="GluePoint17Y" fmla="*/ 17 h 106"/>
                <a:gd name="GluePoint18X" fmla="*/ 52 w 105"/>
                <a:gd name="GluePoint18Y" fmla="*/ 13 h 106"/>
                <a:gd name="GluePoint19X" fmla="*/ 48 w 105"/>
                <a:gd name="GluePoint19Y" fmla="*/ 17 h 106"/>
                <a:gd name="GluePoint20X" fmla="*/ 48 w 105"/>
                <a:gd name="GluePoint20Y" fmla="*/ 53 h 106"/>
                <a:gd name="GluePoint21X" fmla="*/ 48 w 105"/>
                <a:gd name="GluePoint21Y" fmla="*/ 53 h 106"/>
                <a:gd name="GluePoint22X" fmla="*/ 52 w 105"/>
                <a:gd name="GluePoint22Y" fmla="*/ 57 h 106"/>
                <a:gd name="GluePoint23X" fmla="*/ 75 w 105"/>
                <a:gd name="GluePoint23Y" fmla="*/ 57 h 106"/>
                <a:gd name="GluePoint24X" fmla="*/ 79 w 105"/>
                <a:gd name="GluePoint24Y" fmla="*/ 53 h 106"/>
                <a:gd name="GluePoint25X" fmla="*/ 75 w 105"/>
                <a:gd name="GluePoint25Y" fmla="*/ 49 h 106"/>
                <a:gd name="GluePoint26X" fmla="*/ 84 w 105"/>
                <a:gd name="GluePoint26Y" fmla="*/ 22 h 106"/>
                <a:gd name="GluePoint27X" fmla="*/ 84 w 105"/>
                <a:gd name="GluePoint27Y" fmla="*/ 22 h 106"/>
                <a:gd name="GluePoint28X" fmla="*/ 52 w 105"/>
                <a:gd name="GluePoint28Y" fmla="*/ 8 h 106"/>
                <a:gd name="GluePoint29X" fmla="*/ 21 w 105"/>
                <a:gd name="GluePoint29Y" fmla="*/ 21 h 106"/>
                <a:gd name="GluePoint30X" fmla="*/ 21 w 105"/>
                <a:gd name="GluePoint30Y" fmla="*/ 22 h 106"/>
                <a:gd name="GluePoint31X" fmla="*/ 8 w 105"/>
                <a:gd name="GluePoint31Y" fmla="*/ 53 h 106"/>
                <a:gd name="GluePoint32X" fmla="*/ 21 w 105"/>
                <a:gd name="GluePoint32Y" fmla="*/ 84 h 106"/>
                <a:gd name="GluePoint33X" fmla="*/ 52 w 105"/>
                <a:gd name="GluePoint33Y" fmla="*/ 98 h 106"/>
                <a:gd name="GluePoint34X" fmla="*/ 83 w 105"/>
                <a:gd name="GluePoint34Y" fmla="*/ 85 h 106"/>
                <a:gd name="GluePoint35X" fmla="*/ 84 w 105"/>
                <a:gd name="GluePoint35Y" fmla="*/ 84 h 106"/>
                <a:gd name="GluePoint36X" fmla="*/ 97 w 105"/>
                <a:gd name="GluePoint36Y" fmla="*/ 53 h 106"/>
                <a:gd name="GluePoint37X" fmla="*/ 84 w 105"/>
                <a:gd name="GluePoint37Y" fmla="*/ 22 h 106"/>
                <a:gd name="GluePoint38X" fmla="*/ 84 w 105"/>
                <a:gd name="GluePoint38Y" fmla="*/ 22 h 10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</a:cxnLst>
              <a:rect l="textAreaLeft" t="textAreaTop" r="textAreaRight" b="textAreaBottom"/>
              <a:pathLst>
                <a:path w="105" h="106">
                  <a:moveTo>
                    <a:pt x="52" y="0"/>
                  </a:moveTo>
                  <a:cubicBezTo>
                    <a:pt x="67" y="0"/>
                    <a:pt x="80" y="6"/>
                    <a:pt x="89" y="16"/>
                  </a:cubicBezTo>
                  <a:cubicBezTo>
                    <a:pt x="90" y="16"/>
                    <a:pt x="90" y="16"/>
                    <a:pt x="90" y="16"/>
                  </a:cubicBezTo>
                  <a:cubicBezTo>
                    <a:pt x="99" y="26"/>
                    <a:pt x="105" y="39"/>
                    <a:pt x="105" y="53"/>
                  </a:cubicBezTo>
                  <a:cubicBezTo>
                    <a:pt x="105" y="68"/>
                    <a:pt x="99" y="81"/>
                    <a:pt x="89" y="90"/>
                  </a:cubicBezTo>
                  <a:cubicBezTo>
                    <a:pt x="89" y="90"/>
                    <a:pt x="89" y="90"/>
                    <a:pt x="89" y="90"/>
                  </a:cubicBezTo>
                  <a:cubicBezTo>
                    <a:pt x="80" y="100"/>
                    <a:pt x="67" y="106"/>
                    <a:pt x="52" y="106"/>
                  </a:cubicBezTo>
                  <a:cubicBezTo>
                    <a:pt x="38" y="106"/>
                    <a:pt x="24" y="100"/>
                    <a:pt x="15" y="90"/>
                  </a:cubicBezTo>
                  <a:cubicBezTo>
                    <a:pt x="5" y="81"/>
                    <a:pt x="0" y="68"/>
                    <a:pt x="0" y="53"/>
                  </a:cubicBezTo>
                  <a:cubicBezTo>
                    <a:pt x="0" y="39"/>
                    <a:pt x="5" y="25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24" y="6"/>
                    <a:pt x="38" y="0"/>
                    <a:pt x="52" y="0"/>
                  </a:cubicBezTo>
                  <a:close/>
                  <a:moveTo>
                    <a:pt x="75" y="49"/>
                  </a:moveTo>
                  <a:cubicBezTo>
                    <a:pt x="75" y="49"/>
                    <a:pt x="75" y="49"/>
                    <a:pt x="75" y="49"/>
                  </a:cubicBezTo>
                  <a:cubicBezTo>
                    <a:pt x="56" y="49"/>
                    <a:pt x="56" y="49"/>
                    <a:pt x="56" y="49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15"/>
                    <a:pt x="54" y="13"/>
                    <a:pt x="52" y="13"/>
                  </a:cubicBezTo>
                  <a:cubicBezTo>
                    <a:pt x="50" y="13"/>
                    <a:pt x="48" y="15"/>
                    <a:pt x="48" y="17"/>
                  </a:cubicBezTo>
                  <a:cubicBezTo>
                    <a:pt x="48" y="53"/>
                    <a:pt x="48" y="53"/>
                    <a:pt x="48" y="53"/>
                  </a:cubicBezTo>
                  <a:cubicBezTo>
                    <a:pt x="48" y="53"/>
                    <a:pt x="48" y="53"/>
                    <a:pt x="48" y="53"/>
                  </a:cubicBezTo>
                  <a:cubicBezTo>
                    <a:pt x="48" y="55"/>
                    <a:pt x="50" y="57"/>
                    <a:pt x="52" y="57"/>
                  </a:cubicBezTo>
                  <a:cubicBezTo>
                    <a:pt x="75" y="57"/>
                    <a:pt x="75" y="57"/>
                    <a:pt x="75" y="57"/>
                  </a:cubicBezTo>
                  <a:cubicBezTo>
                    <a:pt x="77" y="57"/>
                    <a:pt x="79" y="55"/>
                    <a:pt x="79" y="53"/>
                  </a:cubicBezTo>
                  <a:cubicBezTo>
                    <a:pt x="79" y="51"/>
                    <a:pt x="77" y="49"/>
                    <a:pt x="75" y="49"/>
                  </a:cubicBezTo>
                  <a:close/>
                  <a:moveTo>
                    <a:pt x="84" y="22"/>
                  </a:moveTo>
                  <a:cubicBezTo>
                    <a:pt x="84" y="22"/>
                    <a:pt x="84" y="22"/>
                    <a:pt x="84" y="22"/>
                  </a:cubicBezTo>
                  <a:cubicBezTo>
                    <a:pt x="76" y="13"/>
                    <a:pt x="64" y="8"/>
                    <a:pt x="52" y="8"/>
                  </a:cubicBezTo>
                  <a:cubicBezTo>
                    <a:pt x="40" y="8"/>
                    <a:pt x="29" y="13"/>
                    <a:pt x="21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13" y="30"/>
                    <a:pt x="8" y="41"/>
                    <a:pt x="8" y="53"/>
                  </a:cubicBezTo>
                  <a:cubicBezTo>
                    <a:pt x="8" y="65"/>
                    <a:pt x="13" y="76"/>
                    <a:pt x="21" y="84"/>
                  </a:cubicBezTo>
                  <a:cubicBezTo>
                    <a:pt x="29" y="93"/>
                    <a:pt x="40" y="98"/>
                    <a:pt x="52" y="98"/>
                  </a:cubicBezTo>
                  <a:cubicBezTo>
                    <a:pt x="64" y="98"/>
                    <a:pt x="75" y="93"/>
                    <a:pt x="83" y="85"/>
                  </a:cubicBezTo>
                  <a:cubicBezTo>
                    <a:pt x="84" y="84"/>
                    <a:pt x="84" y="84"/>
                    <a:pt x="84" y="84"/>
                  </a:cubicBezTo>
                  <a:cubicBezTo>
                    <a:pt x="92" y="76"/>
                    <a:pt x="97" y="65"/>
                    <a:pt x="97" y="53"/>
                  </a:cubicBezTo>
                  <a:cubicBezTo>
                    <a:pt x="97" y="41"/>
                    <a:pt x="92" y="30"/>
                    <a:pt x="84" y="22"/>
                  </a:cubicBezTo>
                  <a:cubicBezTo>
                    <a:pt x="84" y="22"/>
                    <a:pt x="84" y="22"/>
                    <a:pt x="84" y="2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258" name="图形"/>
            <p:cNvSpPr/>
            <p:nvPr/>
          </p:nvSpPr>
          <p:spPr>
            <a:xfrm>
              <a:off x="4793040" y="3867840"/>
              <a:ext cx="293760" cy="367920"/>
            </a:xfrm>
            <a:custGeom>
              <a:avLst/>
              <a:gdLst>
                <a:gd name="textAreaLeft" fmla="*/ 0 w 293760"/>
                <a:gd name="textAreaRight" fmla="*/ 294120 w 293760"/>
                <a:gd name="textAreaTop" fmla="*/ 0 h 367920"/>
                <a:gd name="textAreaBottom" fmla="*/ 368280 h 367920"/>
                <a:gd name="GluePoint1X" fmla="*/ 59 w 83"/>
                <a:gd name="GluePoint1Y" fmla="*/ 70 h 106"/>
                <a:gd name="GluePoint2X" fmla="*/ 59 w 83"/>
                <a:gd name="GluePoint2Y" fmla="*/ 70 h 106"/>
                <a:gd name="GluePoint3X" fmla="*/ 75 w 83"/>
                <a:gd name="GluePoint3Y" fmla="*/ 42 h 106"/>
                <a:gd name="GluePoint4X" fmla="*/ 41 w 83"/>
                <a:gd name="GluePoint4Y" fmla="*/ 8 h 106"/>
                <a:gd name="GluePoint5X" fmla="*/ 8 w 83"/>
                <a:gd name="GluePoint5Y" fmla="*/ 42 h 106"/>
                <a:gd name="GluePoint6X" fmla="*/ 24 w 83"/>
                <a:gd name="GluePoint6Y" fmla="*/ 70 h 106"/>
                <a:gd name="GluePoint7X" fmla="*/ 24 w 83"/>
                <a:gd name="GluePoint7Y" fmla="*/ 70 h 106"/>
                <a:gd name="GluePoint8X" fmla="*/ 41 w 83"/>
                <a:gd name="GluePoint8Y" fmla="*/ 75 h 106"/>
                <a:gd name="GluePoint9X" fmla="*/ 43 w 83"/>
                <a:gd name="GluePoint9Y" fmla="*/ 46 h 106"/>
                <a:gd name="GluePoint10X" fmla="*/ 40 w 83"/>
                <a:gd name="GluePoint10Y" fmla="*/ 46 h 106"/>
                <a:gd name="GluePoint11X" fmla="*/ 30 w 83"/>
                <a:gd name="GluePoint11Y" fmla="*/ 42 h 106"/>
                <a:gd name="GluePoint12X" fmla="*/ 20 w 83"/>
                <a:gd name="GluePoint12Y" fmla="*/ 46 h 106"/>
                <a:gd name="GluePoint13X" fmla="*/ 17 w 83"/>
                <a:gd name="GluePoint13Y" fmla="*/ 42 h 106"/>
                <a:gd name="GluePoint14X" fmla="*/ 30 w 83"/>
                <a:gd name="GluePoint14Y" fmla="*/ 37 h 106"/>
                <a:gd name="GluePoint15X" fmla="*/ 41 w 83"/>
                <a:gd name="GluePoint15Y" fmla="*/ 41 h 106"/>
                <a:gd name="GluePoint16X" fmla="*/ 52 w 83"/>
                <a:gd name="GluePoint16Y" fmla="*/ 37 h 106"/>
                <a:gd name="GluePoint17X" fmla="*/ 65 w 83"/>
                <a:gd name="GluePoint17Y" fmla="*/ 42 h 106"/>
                <a:gd name="GluePoint18X" fmla="*/ 62 w 83"/>
                <a:gd name="GluePoint18Y" fmla="*/ 46 h 106"/>
                <a:gd name="GluePoint19X" fmla="*/ 52 w 83"/>
                <a:gd name="GluePoint19Y" fmla="*/ 42 h 106"/>
                <a:gd name="GluePoint20X" fmla="*/ 43 w 83"/>
                <a:gd name="GluePoint20Y" fmla="*/ 46 h 106"/>
                <a:gd name="GluePoint21X" fmla="*/ 65 w 83"/>
                <a:gd name="GluePoint21Y" fmla="*/ 76 h 106"/>
                <a:gd name="GluePoint22X" fmla="*/ 61 w 83"/>
                <a:gd name="GluePoint22Y" fmla="*/ 97 h 106"/>
                <a:gd name="GluePoint23X" fmla="*/ 53 w 83"/>
                <a:gd name="GluePoint23Y" fmla="*/ 97 h 106"/>
                <a:gd name="GluePoint24X" fmla="*/ 41 w 83"/>
                <a:gd name="GluePoint24Y" fmla="*/ 106 h 106"/>
                <a:gd name="GluePoint25X" fmla="*/ 29 w 83"/>
                <a:gd name="GluePoint25Y" fmla="*/ 97 h 106"/>
                <a:gd name="GluePoint26X" fmla="*/ 18 w 83"/>
                <a:gd name="GluePoint26Y" fmla="*/ 93 h 106"/>
                <a:gd name="GluePoint27X" fmla="*/ 18 w 83"/>
                <a:gd name="GluePoint27Y" fmla="*/ 76 h 106"/>
                <a:gd name="GluePoint28X" fmla="*/ 0 w 83"/>
                <a:gd name="GluePoint28Y" fmla="*/ 42 h 106"/>
                <a:gd name="GluePoint29X" fmla="*/ 41 w 83"/>
                <a:gd name="GluePoint29Y" fmla="*/ 0 h 106"/>
                <a:gd name="GluePoint30X" fmla="*/ 83 w 83"/>
                <a:gd name="GluePoint30Y" fmla="*/ 42 h 106"/>
                <a:gd name="GluePoint31X" fmla="*/ 65 w 83"/>
                <a:gd name="GluePoint31Y" fmla="*/ 76 h 106"/>
                <a:gd name="GluePoint32X" fmla="*/ 26 w 83"/>
                <a:gd name="GluePoint32Y" fmla="*/ 80 h 106"/>
                <a:gd name="GluePoint33X" fmla="*/ 32 w 83"/>
                <a:gd name="GluePoint33Y" fmla="*/ 89 h 106"/>
                <a:gd name="GluePoint34X" fmla="*/ 37 w 83"/>
                <a:gd name="GluePoint34Y" fmla="*/ 93 h 106"/>
                <a:gd name="GluePoint35X" fmla="*/ 38 w 83"/>
                <a:gd name="GluePoint35Y" fmla="*/ 96 h 106"/>
                <a:gd name="GluePoint36X" fmla="*/ 41 w 83"/>
                <a:gd name="GluePoint36Y" fmla="*/ 98 h 106"/>
                <a:gd name="GluePoint37X" fmla="*/ 45 w 83"/>
                <a:gd name="GluePoint37Y" fmla="*/ 96 h 106"/>
                <a:gd name="GluePoint38X" fmla="*/ 46 w 83"/>
                <a:gd name="GluePoint38Y" fmla="*/ 93 h 106"/>
                <a:gd name="GluePoint39X" fmla="*/ 57 w 83"/>
                <a:gd name="GluePoint39Y" fmla="*/ 89 h 106"/>
                <a:gd name="GluePoint40X" fmla="*/ 41 w 83"/>
                <a:gd name="GluePoint40Y" fmla="*/ 83 h 10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</a:cxnLst>
              <a:rect l="textAreaLeft" t="textAreaTop" r="textAreaRight" b="textAreaBottom"/>
              <a:pathLst>
                <a:path w="83" h="106">
                  <a:moveTo>
                    <a:pt x="59" y="70"/>
                  </a:moveTo>
                  <a:cubicBezTo>
                    <a:pt x="59" y="70"/>
                    <a:pt x="59" y="70"/>
                    <a:pt x="59" y="70"/>
                  </a:cubicBezTo>
                  <a:cubicBezTo>
                    <a:pt x="59" y="70"/>
                    <a:pt x="59" y="70"/>
                    <a:pt x="59" y="70"/>
                  </a:cubicBezTo>
                  <a:cubicBezTo>
                    <a:pt x="59" y="70"/>
                    <a:pt x="59" y="70"/>
                    <a:pt x="59" y="70"/>
                  </a:cubicBezTo>
                  <a:cubicBezTo>
                    <a:pt x="61" y="69"/>
                    <a:pt x="63" y="67"/>
                    <a:pt x="65" y="66"/>
                  </a:cubicBezTo>
                  <a:cubicBezTo>
                    <a:pt x="71" y="59"/>
                    <a:pt x="75" y="51"/>
                    <a:pt x="75" y="42"/>
                  </a:cubicBezTo>
                  <a:cubicBezTo>
                    <a:pt x="75" y="33"/>
                    <a:pt x="71" y="24"/>
                    <a:pt x="65" y="18"/>
                  </a:cubicBezTo>
                  <a:cubicBezTo>
                    <a:pt x="59" y="12"/>
                    <a:pt x="50" y="8"/>
                    <a:pt x="41" y="8"/>
                  </a:cubicBezTo>
                  <a:cubicBezTo>
                    <a:pt x="32" y="8"/>
                    <a:pt x="24" y="12"/>
                    <a:pt x="18" y="18"/>
                  </a:cubicBezTo>
                  <a:cubicBezTo>
                    <a:pt x="12" y="24"/>
                    <a:pt x="8" y="33"/>
                    <a:pt x="8" y="42"/>
                  </a:cubicBezTo>
                  <a:cubicBezTo>
                    <a:pt x="8" y="51"/>
                    <a:pt x="12" y="59"/>
                    <a:pt x="18" y="66"/>
                  </a:cubicBezTo>
                  <a:cubicBezTo>
                    <a:pt x="19" y="67"/>
                    <a:pt x="22" y="69"/>
                    <a:pt x="24" y="70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9" y="73"/>
                    <a:pt x="35" y="75"/>
                    <a:pt x="41" y="75"/>
                  </a:cubicBezTo>
                  <a:cubicBezTo>
                    <a:pt x="48" y="75"/>
                    <a:pt x="53" y="73"/>
                    <a:pt x="59" y="70"/>
                  </a:cubicBezTo>
                  <a:close/>
                  <a:moveTo>
                    <a:pt x="43" y="46"/>
                  </a:moveTo>
                  <a:cubicBezTo>
                    <a:pt x="43" y="46"/>
                    <a:pt x="43" y="46"/>
                    <a:pt x="43" y="46"/>
                  </a:cubicBezTo>
                  <a:cubicBezTo>
                    <a:pt x="42" y="47"/>
                    <a:pt x="40" y="47"/>
                    <a:pt x="40" y="46"/>
                  </a:cubicBezTo>
                  <a:cubicBezTo>
                    <a:pt x="38" y="45"/>
                    <a:pt x="37" y="44"/>
                    <a:pt x="35" y="43"/>
                  </a:cubicBezTo>
                  <a:cubicBezTo>
                    <a:pt x="34" y="42"/>
                    <a:pt x="32" y="42"/>
                    <a:pt x="30" y="42"/>
                  </a:cubicBezTo>
                  <a:cubicBezTo>
                    <a:pt x="28" y="42"/>
                    <a:pt x="26" y="42"/>
                    <a:pt x="25" y="43"/>
                  </a:cubicBezTo>
                  <a:cubicBezTo>
                    <a:pt x="23" y="44"/>
                    <a:pt x="22" y="45"/>
                    <a:pt x="20" y="46"/>
                  </a:cubicBezTo>
                  <a:cubicBezTo>
                    <a:pt x="19" y="47"/>
                    <a:pt x="18" y="47"/>
                    <a:pt x="17" y="46"/>
                  </a:cubicBezTo>
                  <a:cubicBezTo>
                    <a:pt x="16" y="45"/>
                    <a:pt x="16" y="43"/>
                    <a:pt x="17" y="42"/>
                  </a:cubicBezTo>
                  <a:cubicBezTo>
                    <a:pt x="19" y="41"/>
                    <a:pt x="21" y="39"/>
                    <a:pt x="23" y="39"/>
                  </a:cubicBezTo>
                  <a:cubicBezTo>
                    <a:pt x="25" y="38"/>
                    <a:pt x="28" y="37"/>
                    <a:pt x="30" y="37"/>
                  </a:cubicBezTo>
                  <a:cubicBezTo>
                    <a:pt x="32" y="37"/>
                    <a:pt x="35" y="38"/>
                    <a:pt x="37" y="39"/>
                  </a:cubicBezTo>
                  <a:cubicBezTo>
                    <a:pt x="39" y="39"/>
                    <a:pt x="40" y="40"/>
                    <a:pt x="41" y="41"/>
                  </a:cubicBezTo>
                  <a:cubicBezTo>
                    <a:pt x="43" y="40"/>
                    <a:pt x="44" y="39"/>
                    <a:pt x="45" y="39"/>
                  </a:cubicBezTo>
                  <a:cubicBezTo>
                    <a:pt x="48" y="38"/>
                    <a:pt x="50" y="37"/>
                    <a:pt x="52" y="37"/>
                  </a:cubicBezTo>
                  <a:cubicBezTo>
                    <a:pt x="55" y="37"/>
                    <a:pt x="57" y="38"/>
                    <a:pt x="59" y="39"/>
                  </a:cubicBezTo>
                  <a:cubicBezTo>
                    <a:pt x="62" y="39"/>
                    <a:pt x="64" y="41"/>
                    <a:pt x="65" y="42"/>
                  </a:cubicBezTo>
                  <a:cubicBezTo>
                    <a:pt x="66" y="43"/>
                    <a:pt x="66" y="45"/>
                    <a:pt x="65" y="46"/>
                  </a:cubicBezTo>
                  <a:cubicBezTo>
                    <a:pt x="65" y="47"/>
                    <a:pt x="63" y="47"/>
                    <a:pt x="62" y="46"/>
                  </a:cubicBezTo>
                  <a:cubicBezTo>
                    <a:pt x="61" y="45"/>
                    <a:pt x="59" y="44"/>
                    <a:pt x="58" y="43"/>
                  </a:cubicBezTo>
                  <a:cubicBezTo>
                    <a:pt x="56" y="42"/>
                    <a:pt x="54" y="42"/>
                    <a:pt x="52" y="42"/>
                  </a:cubicBezTo>
                  <a:cubicBezTo>
                    <a:pt x="51" y="42"/>
                    <a:pt x="49" y="42"/>
                    <a:pt x="47" y="43"/>
                  </a:cubicBezTo>
                  <a:cubicBezTo>
                    <a:pt x="46" y="44"/>
                    <a:pt x="44" y="45"/>
                    <a:pt x="43" y="46"/>
                  </a:cubicBezTo>
                  <a:close/>
                  <a:moveTo>
                    <a:pt x="65" y="76"/>
                  </a:moveTo>
                  <a:cubicBezTo>
                    <a:pt x="65" y="76"/>
                    <a:pt x="65" y="76"/>
                    <a:pt x="65" y="76"/>
                  </a:cubicBezTo>
                  <a:cubicBezTo>
                    <a:pt x="65" y="93"/>
                    <a:pt x="65" y="93"/>
                    <a:pt x="65" y="93"/>
                  </a:cubicBezTo>
                  <a:cubicBezTo>
                    <a:pt x="65" y="95"/>
                    <a:pt x="63" y="97"/>
                    <a:pt x="61" y="97"/>
                  </a:cubicBezTo>
                  <a:cubicBezTo>
                    <a:pt x="61" y="97"/>
                    <a:pt x="61" y="97"/>
                    <a:pt x="61" y="97"/>
                  </a:cubicBezTo>
                  <a:cubicBezTo>
                    <a:pt x="53" y="97"/>
                    <a:pt x="53" y="97"/>
                    <a:pt x="53" y="97"/>
                  </a:cubicBezTo>
                  <a:cubicBezTo>
                    <a:pt x="53" y="99"/>
                    <a:pt x="52" y="100"/>
                    <a:pt x="50" y="102"/>
                  </a:cubicBezTo>
                  <a:cubicBezTo>
                    <a:pt x="48" y="104"/>
                    <a:pt x="45" y="106"/>
                    <a:pt x="41" y="106"/>
                  </a:cubicBezTo>
                  <a:cubicBezTo>
                    <a:pt x="38" y="106"/>
                    <a:pt x="35" y="104"/>
                    <a:pt x="32" y="102"/>
                  </a:cubicBezTo>
                  <a:cubicBezTo>
                    <a:pt x="31" y="100"/>
                    <a:pt x="30" y="99"/>
                    <a:pt x="29" y="97"/>
                  </a:cubicBezTo>
                  <a:cubicBezTo>
                    <a:pt x="22" y="97"/>
                    <a:pt x="22" y="97"/>
                    <a:pt x="22" y="97"/>
                  </a:cubicBezTo>
                  <a:cubicBezTo>
                    <a:pt x="20" y="97"/>
                    <a:pt x="18" y="95"/>
                    <a:pt x="18" y="93"/>
                  </a:cubicBezTo>
                  <a:cubicBezTo>
                    <a:pt x="18" y="93"/>
                    <a:pt x="18" y="93"/>
                    <a:pt x="18" y="93"/>
                  </a:cubicBezTo>
                  <a:cubicBezTo>
                    <a:pt x="18" y="76"/>
                    <a:pt x="18" y="76"/>
                    <a:pt x="18" y="76"/>
                  </a:cubicBezTo>
                  <a:cubicBezTo>
                    <a:pt x="16" y="75"/>
                    <a:pt x="14" y="73"/>
                    <a:pt x="12" y="71"/>
                  </a:cubicBezTo>
                  <a:cubicBezTo>
                    <a:pt x="4" y="64"/>
                    <a:pt x="0" y="53"/>
                    <a:pt x="0" y="42"/>
                  </a:cubicBezTo>
                  <a:cubicBezTo>
                    <a:pt x="0" y="30"/>
                    <a:pt x="4" y="20"/>
                    <a:pt x="12" y="13"/>
                  </a:cubicBezTo>
                  <a:cubicBezTo>
                    <a:pt x="19" y="5"/>
                    <a:pt x="30" y="0"/>
                    <a:pt x="41" y="0"/>
                  </a:cubicBezTo>
                  <a:cubicBezTo>
                    <a:pt x="53" y="0"/>
                    <a:pt x="63" y="5"/>
                    <a:pt x="71" y="13"/>
                  </a:cubicBezTo>
                  <a:cubicBezTo>
                    <a:pt x="78" y="20"/>
                    <a:pt x="83" y="30"/>
                    <a:pt x="83" y="42"/>
                  </a:cubicBezTo>
                  <a:cubicBezTo>
                    <a:pt x="83" y="53"/>
                    <a:pt x="78" y="64"/>
                    <a:pt x="71" y="71"/>
                  </a:cubicBezTo>
                  <a:cubicBezTo>
                    <a:pt x="69" y="73"/>
                    <a:pt x="67" y="75"/>
                    <a:pt x="65" y="76"/>
                  </a:cubicBezTo>
                  <a:close/>
                  <a:moveTo>
                    <a:pt x="26" y="80"/>
                  </a:moveTo>
                  <a:cubicBezTo>
                    <a:pt x="26" y="80"/>
                    <a:pt x="26" y="80"/>
                    <a:pt x="26" y="80"/>
                  </a:cubicBezTo>
                  <a:cubicBezTo>
                    <a:pt x="26" y="89"/>
                    <a:pt x="26" y="89"/>
                    <a:pt x="26" y="89"/>
                  </a:cubicBezTo>
                  <a:cubicBezTo>
                    <a:pt x="32" y="89"/>
                    <a:pt x="32" y="89"/>
                    <a:pt x="32" y="89"/>
                  </a:cubicBezTo>
                  <a:cubicBezTo>
                    <a:pt x="32" y="89"/>
                    <a:pt x="32" y="89"/>
                    <a:pt x="32" y="89"/>
                  </a:cubicBezTo>
                  <a:cubicBezTo>
                    <a:pt x="35" y="89"/>
                    <a:pt x="37" y="90"/>
                    <a:pt x="37" y="93"/>
                  </a:cubicBezTo>
                  <a:cubicBezTo>
                    <a:pt x="37" y="93"/>
                    <a:pt x="37" y="93"/>
                    <a:pt x="37" y="93"/>
                  </a:cubicBezTo>
                  <a:cubicBezTo>
                    <a:pt x="37" y="94"/>
                    <a:pt x="37" y="95"/>
                    <a:pt x="38" y="96"/>
                  </a:cubicBezTo>
                  <a:cubicBezTo>
                    <a:pt x="38" y="96"/>
                    <a:pt x="38" y="96"/>
                    <a:pt x="38" y="96"/>
                  </a:cubicBezTo>
                  <a:cubicBezTo>
                    <a:pt x="39" y="97"/>
                    <a:pt x="40" y="98"/>
                    <a:pt x="41" y="98"/>
                  </a:cubicBezTo>
                  <a:cubicBezTo>
                    <a:pt x="43" y="98"/>
                    <a:pt x="44" y="97"/>
                    <a:pt x="45" y="96"/>
                  </a:cubicBezTo>
                  <a:cubicBezTo>
                    <a:pt x="45" y="96"/>
                    <a:pt x="45" y="96"/>
                    <a:pt x="45" y="96"/>
                  </a:cubicBezTo>
                  <a:cubicBezTo>
                    <a:pt x="45" y="95"/>
                    <a:pt x="46" y="94"/>
                    <a:pt x="46" y="93"/>
                  </a:cubicBezTo>
                  <a:cubicBezTo>
                    <a:pt x="46" y="93"/>
                    <a:pt x="46" y="93"/>
                    <a:pt x="46" y="93"/>
                  </a:cubicBezTo>
                  <a:cubicBezTo>
                    <a:pt x="46" y="90"/>
                    <a:pt x="48" y="89"/>
                    <a:pt x="50" y="89"/>
                  </a:cubicBezTo>
                  <a:cubicBezTo>
                    <a:pt x="57" y="89"/>
                    <a:pt x="57" y="89"/>
                    <a:pt x="57" y="89"/>
                  </a:cubicBezTo>
                  <a:cubicBezTo>
                    <a:pt x="57" y="80"/>
                    <a:pt x="57" y="80"/>
                    <a:pt x="57" y="80"/>
                  </a:cubicBezTo>
                  <a:cubicBezTo>
                    <a:pt x="52" y="82"/>
                    <a:pt x="47" y="83"/>
                    <a:pt x="41" y="83"/>
                  </a:cubicBezTo>
                  <a:cubicBezTo>
                    <a:pt x="36" y="83"/>
                    <a:pt x="31" y="82"/>
                    <a:pt x="26" y="8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259" name="图形"/>
            <p:cNvSpPr/>
            <p:nvPr/>
          </p:nvSpPr>
          <p:spPr>
            <a:xfrm>
              <a:off x="5064120" y="4540320"/>
              <a:ext cx="944640" cy="1086840"/>
            </a:xfrm>
            <a:custGeom>
              <a:avLst/>
              <a:gdLst>
                <a:gd name="textAreaLeft" fmla="*/ 0 w 944640"/>
                <a:gd name="textAreaRight" fmla="*/ 945000 w 944640"/>
                <a:gd name="textAreaTop" fmla="*/ 0 h 1086840"/>
                <a:gd name="textAreaBottom" fmla="*/ 1087200 h 1086840"/>
                <a:gd name="GluePoint1X" fmla="*/ 638 w 638"/>
                <a:gd name="GluePoint1Y" fmla="*/ 551 h 734"/>
                <a:gd name="GluePoint2X" fmla="*/ 638 w 638"/>
                <a:gd name="GluePoint2Y" fmla="*/ 182 h 734"/>
                <a:gd name="GluePoint3X" fmla="*/ 319 w 638"/>
                <a:gd name="GluePoint3Y" fmla="*/ 0 h 734"/>
                <a:gd name="GluePoint4X" fmla="*/ 0 w 638"/>
                <a:gd name="GluePoint4Y" fmla="*/ 182 h 734"/>
                <a:gd name="GluePoint5X" fmla="*/ 0 w 638"/>
                <a:gd name="GluePoint5Y" fmla="*/ 551 h 734"/>
                <a:gd name="GluePoint6X" fmla="*/ 319 w 638"/>
                <a:gd name="GluePoint6Y" fmla="*/ 734 h 734"/>
                <a:gd name="GluePoint7X" fmla="*/ 638 w 638"/>
                <a:gd name="GluePoint7Y" fmla="*/ 551 h 7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638" h="734">
                  <a:moveTo>
                    <a:pt x="638" y="551"/>
                  </a:moveTo>
                  <a:lnTo>
                    <a:pt x="638" y="182"/>
                  </a:lnTo>
                  <a:lnTo>
                    <a:pt x="319" y="0"/>
                  </a:lnTo>
                  <a:lnTo>
                    <a:pt x="0" y="182"/>
                  </a:lnTo>
                  <a:lnTo>
                    <a:pt x="0" y="551"/>
                  </a:lnTo>
                  <a:lnTo>
                    <a:pt x="319" y="734"/>
                  </a:lnTo>
                  <a:lnTo>
                    <a:pt x="638" y="551"/>
                  </a:lnTo>
                  <a:close/>
                </a:path>
              </a:pathLst>
            </a:custGeom>
            <a:gradFill rotWithShape="0">
              <a:gsLst>
                <a:gs pos="417">
                  <a:srgbClr val="06c5b3"/>
                </a:gs>
                <a:gs pos="100000">
                  <a:srgbClr val="0073c7"/>
                </a:gs>
              </a:gsLst>
              <a:lin ang="2700000"/>
            </a:gradFill>
            <a:ln>
              <a:solidFill>
                <a:srgbClr val="06c5b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260" name="图形"/>
            <p:cNvSpPr/>
            <p:nvPr/>
          </p:nvSpPr>
          <p:spPr>
            <a:xfrm>
              <a:off x="5003640" y="4476240"/>
              <a:ext cx="1076760" cy="1238400"/>
            </a:xfrm>
            <a:custGeom>
              <a:avLst/>
              <a:gdLst>
                <a:gd name="textAreaLeft" fmla="*/ 0 w 1076760"/>
                <a:gd name="textAreaRight" fmla="*/ 1077120 w 1076760"/>
                <a:gd name="textAreaTop" fmla="*/ 0 h 1238400"/>
                <a:gd name="textAreaBottom" fmla="*/ 1238760 h 1238400"/>
                <a:gd name="GluePoint1X" fmla="*/ 638 w 638"/>
                <a:gd name="GluePoint1Y" fmla="*/ 552 h 734"/>
                <a:gd name="GluePoint2X" fmla="*/ 638 w 638"/>
                <a:gd name="GluePoint2Y" fmla="*/ 183 h 734"/>
                <a:gd name="GluePoint3X" fmla="*/ 319 w 638"/>
                <a:gd name="GluePoint3Y" fmla="*/ 0 h 734"/>
                <a:gd name="GluePoint4X" fmla="*/ 0 w 638"/>
                <a:gd name="GluePoint4Y" fmla="*/ 183 h 734"/>
                <a:gd name="GluePoint5X" fmla="*/ 0 w 638"/>
                <a:gd name="GluePoint5Y" fmla="*/ 552 h 734"/>
                <a:gd name="GluePoint6X" fmla="*/ 319 w 638"/>
                <a:gd name="GluePoint6Y" fmla="*/ 734 h 734"/>
                <a:gd name="GluePoint7X" fmla="*/ 638 w 638"/>
                <a:gd name="GluePoint7Y" fmla="*/ 552 h 7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638" h="734">
                  <a:moveTo>
                    <a:pt x="638" y="552"/>
                  </a:moveTo>
                  <a:lnTo>
                    <a:pt x="638" y="183"/>
                  </a:lnTo>
                  <a:lnTo>
                    <a:pt x="319" y="0"/>
                  </a:lnTo>
                  <a:lnTo>
                    <a:pt x="0" y="183"/>
                  </a:lnTo>
                  <a:lnTo>
                    <a:pt x="0" y="552"/>
                  </a:lnTo>
                  <a:lnTo>
                    <a:pt x="319" y="734"/>
                  </a:lnTo>
                  <a:lnTo>
                    <a:pt x="638" y="552"/>
                  </a:lnTo>
                  <a:close/>
                </a:path>
              </a:pathLst>
            </a:custGeom>
            <a:solidFill>
              <a:srgbClr val="1f55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261" name="图形"/>
            <p:cNvSpPr/>
            <p:nvPr/>
          </p:nvSpPr>
          <p:spPr>
            <a:xfrm>
              <a:off x="6248520" y="4540320"/>
              <a:ext cx="944640" cy="1086840"/>
            </a:xfrm>
            <a:custGeom>
              <a:avLst/>
              <a:gdLst>
                <a:gd name="textAreaLeft" fmla="*/ 0 w 944640"/>
                <a:gd name="textAreaRight" fmla="*/ 945000 w 944640"/>
                <a:gd name="textAreaTop" fmla="*/ 0 h 1086840"/>
                <a:gd name="textAreaBottom" fmla="*/ 1087200 h 1086840"/>
                <a:gd name="GluePoint1X" fmla="*/ 638 w 638"/>
                <a:gd name="GluePoint1Y" fmla="*/ 551 h 734"/>
                <a:gd name="GluePoint2X" fmla="*/ 638 w 638"/>
                <a:gd name="GluePoint2Y" fmla="*/ 182 h 734"/>
                <a:gd name="GluePoint3X" fmla="*/ 319 w 638"/>
                <a:gd name="GluePoint3Y" fmla="*/ 0 h 734"/>
                <a:gd name="GluePoint4X" fmla="*/ 0 w 638"/>
                <a:gd name="GluePoint4Y" fmla="*/ 182 h 734"/>
                <a:gd name="GluePoint5X" fmla="*/ 0 w 638"/>
                <a:gd name="GluePoint5Y" fmla="*/ 551 h 734"/>
                <a:gd name="GluePoint6X" fmla="*/ 319 w 638"/>
                <a:gd name="GluePoint6Y" fmla="*/ 734 h 734"/>
                <a:gd name="GluePoint7X" fmla="*/ 638 w 638"/>
                <a:gd name="GluePoint7Y" fmla="*/ 551 h 7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638" h="734">
                  <a:moveTo>
                    <a:pt x="638" y="551"/>
                  </a:moveTo>
                  <a:lnTo>
                    <a:pt x="638" y="182"/>
                  </a:lnTo>
                  <a:lnTo>
                    <a:pt x="319" y="0"/>
                  </a:lnTo>
                  <a:lnTo>
                    <a:pt x="0" y="182"/>
                  </a:lnTo>
                  <a:lnTo>
                    <a:pt x="0" y="551"/>
                  </a:lnTo>
                  <a:lnTo>
                    <a:pt x="319" y="734"/>
                  </a:lnTo>
                  <a:lnTo>
                    <a:pt x="638" y="551"/>
                  </a:lnTo>
                  <a:close/>
                </a:path>
              </a:pathLst>
            </a:custGeom>
            <a:gradFill rotWithShape="0">
              <a:gsLst>
                <a:gs pos="417">
                  <a:srgbClr val="06c5b3"/>
                </a:gs>
                <a:gs pos="100000">
                  <a:srgbClr val="0073c7"/>
                </a:gs>
              </a:gsLst>
              <a:lin ang="2700000"/>
            </a:gradFill>
            <a:ln>
              <a:solidFill>
                <a:srgbClr val="06c5b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262" name="图形"/>
            <p:cNvSpPr/>
            <p:nvPr/>
          </p:nvSpPr>
          <p:spPr>
            <a:xfrm>
              <a:off x="6192000" y="4476240"/>
              <a:ext cx="1076760" cy="1238400"/>
            </a:xfrm>
            <a:custGeom>
              <a:avLst/>
              <a:gdLst>
                <a:gd name="textAreaLeft" fmla="*/ 0 w 1076760"/>
                <a:gd name="textAreaRight" fmla="*/ 1077120 w 1076760"/>
                <a:gd name="textAreaTop" fmla="*/ 0 h 1238400"/>
                <a:gd name="textAreaBottom" fmla="*/ 1238760 h 1238400"/>
                <a:gd name="GluePoint1X" fmla="*/ 638 w 638"/>
                <a:gd name="GluePoint1Y" fmla="*/ 552 h 734"/>
                <a:gd name="GluePoint2X" fmla="*/ 638 w 638"/>
                <a:gd name="GluePoint2Y" fmla="*/ 183 h 734"/>
                <a:gd name="GluePoint3X" fmla="*/ 319 w 638"/>
                <a:gd name="GluePoint3Y" fmla="*/ 0 h 734"/>
                <a:gd name="GluePoint4X" fmla="*/ 0 w 638"/>
                <a:gd name="GluePoint4Y" fmla="*/ 183 h 734"/>
                <a:gd name="GluePoint5X" fmla="*/ 0 w 638"/>
                <a:gd name="GluePoint5Y" fmla="*/ 552 h 734"/>
                <a:gd name="GluePoint6X" fmla="*/ 319 w 638"/>
                <a:gd name="GluePoint6Y" fmla="*/ 734 h 734"/>
                <a:gd name="GluePoint7X" fmla="*/ 638 w 638"/>
                <a:gd name="GluePoint7Y" fmla="*/ 552 h 7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638" h="734">
                  <a:moveTo>
                    <a:pt x="638" y="552"/>
                  </a:moveTo>
                  <a:lnTo>
                    <a:pt x="638" y="183"/>
                  </a:lnTo>
                  <a:lnTo>
                    <a:pt x="319" y="0"/>
                  </a:lnTo>
                  <a:lnTo>
                    <a:pt x="0" y="183"/>
                  </a:lnTo>
                  <a:lnTo>
                    <a:pt x="0" y="552"/>
                  </a:lnTo>
                  <a:lnTo>
                    <a:pt x="319" y="734"/>
                  </a:lnTo>
                  <a:lnTo>
                    <a:pt x="638" y="552"/>
                  </a:lnTo>
                  <a:close/>
                </a:path>
              </a:pathLst>
            </a:custGeom>
            <a:solidFill>
              <a:srgbClr val="fdc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263" name="图形"/>
            <p:cNvSpPr/>
            <p:nvPr/>
          </p:nvSpPr>
          <p:spPr>
            <a:xfrm>
              <a:off x="6586200" y="4868640"/>
              <a:ext cx="298800" cy="374400"/>
            </a:xfrm>
            <a:custGeom>
              <a:avLst/>
              <a:gdLst>
                <a:gd name="textAreaLeft" fmla="*/ 0 w 298800"/>
                <a:gd name="textAreaRight" fmla="*/ 299160 w 298800"/>
                <a:gd name="textAreaTop" fmla="*/ 0 h 374400"/>
                <a:gd name="textAreaBottom" fmla="*/ 374760 h 374400"/>
                <a:gd name="GluePoint1X" fmla="*/ 62 w 84"/>
                <a:gd name="GluePoint1Y" fmla="*/ 60 h 106"/>
                <a:gd name="GluePoint2X" fmla="*/ 55 w 84"/>
                <a:gd name="GluePoint2Y" fmla="*/ 96 h 106"/>
                <a:gd name="GluePoint3X" fmla="*/ 80 w 84"/>
                <a:gd name="GluePoint3Y" fmla="*/ 98 h 106"/>
                <a:gd name="GluePoint4X" fmla="*/ 80 w 84"/>
                <a:gd name="GluePoint4Y" fmla="*/ 106 h 106"/>
                <a:gd name="GluePoint5X" fmla="*/ 0 w 84"/>
                <a:gd name="GluePoint5Y" fmla="*/ 102 h 106"/>
                <a:gd name="GluePoint6X" fmla="*/ 30 w 84"/>
                <a:gd name="GluePoint6Y" fmla="*/ 98 h 106"/>
                <a:gd name="GluePoint7X" fmla="*/ 49 w 84"/>
                <a:gd name="GluePoint7Y" fmla="*/ 91 h 106"/>
                <a:gd name="GluePoint8X" fmla="*/ 6 w 84"/>
                <a:gd name="GluePoint8Y" fmla="*/ 88 h 106"/>
                <a:gd name="GluePoint9X" fmla="*/ 6 w 84"/>
                <a:gd name="GluePoint9Y" fmla="*/ 83 h 106"/>
                <a:gd name="GluePoint10X" fmla="*/ 56 w 84"/>
                <a:gd name="GluePoint10Y" fmla="*/ 72 h 106"/>
                <a:gd name="GluePoint11X" fmla="*/ 50 w 84"/>
                <a:gd name="GluePoint11Y" fmla="*/ 55 h 106"/>
                <a:gd name="GluePoint12X" fmla="*/ 42 w 84"/>
                <a:gd name="GluePoint12Y" fmla="*/ 56 h 106"/>
                <a:gd name="GluePoint13X" fmla="*/ 32 w 84"/>
                <a:gd name="GluePoint13Y" fmla="*/ 68 h 106"/>
                <a:gd name="GluePoint14X" fmla="*/ 28 w 84"/>
                <a:gd name="GluePoint14Y" fmla="*/ 70 h 106"/>
                <a:gd name="GluePoint15X" fmla="*/ 14 w 84"/>
                <a:gd name="GluePoint15Y" fmla="*/ 65 h 106"/>
                <a:gd name="GluePoint16X" fmla="*/ 16 w 84"/>
                <a:gd name="GluePoint16Y" fmla="*/ 58 h 106"/>
                <a:gd name="GluePoint17X" fmla="*/ 13 w 84"/>
                <a:gd name="GluePoint17Y" fmla="*/ 54 h 106"/>
                <a:gd name="GluePoint18X" fmla="*/ 38 w 84"/>
                <a:gd name="GluePoint18Y" fmla="*/ 15 h 106"/>
                <a:gd name="GluePoint19X" fmla="*/ 40 w 84"/>
                <a:gd name="GluePoint19Y" fmla="*/ 16 h 106"/>
                <a:gd name="GluePoint20X" fmla="*/ 41 w 84"/>
                <a:gd name="GluePoint20Y" fmla="*/ 9 h 106"/>
                <a:gd name="GluePoint21X" fmla="*/ 45 w 84"/>
                <a:gd name="GluePoint21Y" fmla="*/ 2 h 106"/>
                <a:gd name="GluePoint22X" fmla="*/ 66 w 84"/>
                <a:gd name="GluePoint22Y" fmla="*/ 18 h 106"/>
                <a:gd name="GluePoint23X" fmla="*/ 58 w 84"/>
                <a:gd name="GluePoint23Y" fmla="*/ 18 h 106"/>
                <a:gd name="GluePoint24X" fmla="*/ 57 w 84"/>
                <a:gd name="GluePoint24Y" fmla="*/ 26 h 106"/>
                <a:gd name="GluePoint25X" fmla="*/ 52 w 84"/>
                <a:gd name="GluePoint25Y" fmla="*/ 38 h 106"/>
                <a:gd name="GluePoint26X" fmla="*/ 55 w 84"/>
                <a:gd name="GluePoint26Y" fmla="*/ 49 h 106"/>
                <a:gd name="GluePoint27X" fmla="*/ 54 w 84"/>
                <a:gd name="GluePoint27Y" fmla="*/ 16 h 106"/>
                <a:gd name="GluePoint28X" fmla="*/ 44 w 84"/>
                <a:gd name="GluePoint28Y" fmla="*/ 19 h 106"/>
                <a:gd name="GluePoint29X" fmla="*/ 54 w 84"/>
                <a:gd name="GluePoint29Y" fmla="*/ 16 h 106"/>
                <a:gd name="GluePoint30X" fmla="*/ 48 w 84"/>
                <a:gd name="GluePoint30Y" fmla="*/ 35 h 106"/>
                <a:gd name="GluePoint31X" fmla="*/ 37 w 84"/>
                <a:gd name="GluePoint31Y" fmla="*/ 20 h 106"/>
                <a:gd name="GluePoint32X" fmla="*/ 33 w 84"/>
                <a:gd name="GluePoint32Y" fmla="*/ 62 h 106"/>
                <a:gd name="GluePoint33X" fmla="*/ 34 w 84"/>
                <a:gd name="GluePoint33Y" fmla="*/ 46 h 106"/>
                <a:gd name="GluePoint34X" fmla="*/ 37 w 84"/>
                <a:gd name="GluePoint34Y" fmla="*/ 38 h 106"/>
                <a:gd name="GluePoint35X" fmla="*/ 49 w 84"/>
                <a:gd name="GluePoint35Y" fmla="*/ 42 h 106"/>
                <a:gd name="GluePoint36X" fmla="*/ 40 w 84"/>
                <a:gd name="GluePoint36Y" fmla="*/ 42 h 106"/>
                <a:gd name="GluePoint37X" fmla="*/ 40 w 84"/>
                <a:gd name="GluePoint37Y" fmla="*/ 42 h 106"/>
                <a:gd name="GluePoint38X" fmla="*/ 45 w 84"/>
                <a:gd name="GluePoint38Y" fmla="*/ 52 h 106"/>
                <a:gd name="GluePoint39X" fmla="*/ 49 w 84"/>
                <a:gd name="GluePoint39Y" fmla="*/ 50 h 106"/>
                <a:gd name="GluePoint40X" fmla="*/ 49 w 84"/>
                <a:gd name="GluePoint40Y" fmla="*/ 42 h 106"/>
                <a:gd name="GluePoint41X" fmla="*/ 20 w 84"/>
                <a:gd name="GluePoint41Y" fmla="*/ 61 h 106"/>
                <a:gd name="GluePoint42X" fmla="*/ 19 w 84"/>
                <a:gd name="GluePoint42Y" fmla="*/ 62 h 106"/>
                <a:gd name="GluePoint43X" fmla="*/ 26 w 84"/>
                <a:gd name="GluePoint43Y" fmla="*/ 64 h 10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</a:cxnLst>
              <a:rect l="textAreaLeft" t="textAreaTop" r="textAreaRight" b="textAreaBottom"/>
              <a:pathLst>
                <a:path w="84" h="106">
                  <a:moveTo>
                    <a:pt x="55" y="49"/>
                  </a:moveTo>
                  <a:cubicBezTo>
                    <a:pt x="58" y="52"/>
                    <a:pt x="61" y="56"/>
                    <a:pt x="62" y="60"/>
                  </a:cubicBezTo>
                  <a:cubicBezTo>
                    <a:pt x="64" y="63"/>
                    <a:pt x="65" y="68"/>
                    <a:pt x="65" y="72"/>
                  </a:cubicBezTo>
                  <a:cubicBezTo>
                    <a:pt x="65" y="82"/>
                    <a:pt x="61" y="90"/>
                    <a:pt x="55" y="96"/>
                  </a:cubicBezTo>
                  <a:cubicBezTo>
                    <a:pt x="54" y="97"/>
                    <a:pt x="53" y="98"/>
                    <a:pt x="53" y="98"/>
                  </a:cubicBezTo>
                  <a:cubicBezTo>
                    <a:pt x="80" y="98"/>
                    <a:pt x="80" y="98"/>
                    <a:pt x="80" y="98"/>
                  </a:cubicBezTo>
                  <a:cubicBezTo>
                    <a:pt x="82" y="98"/>
                    <a:pt x="84" y="100"/>
                    <a:pt x="84" y="102"/>
                  </a:cubicBezTo>
                  <a:cubicBezTo>
                    <a:pt x="84" y="104"/>
                    <a:pt x="82" y="106"/>
                    <a:pt x="80" y="106"/>
                  </a:cubicBezTo>
                  <a:cubicBezTo>
                    <a:pt x="54" y="106"/>
                    <a:pt x="29" y="106"/>
                    <a:pt x="4" y="106"/>
                  </a:cubicBezTo>
                  <a:cubicBezTo>
                    <a:pt x="2" y="106"/>
                    <a:pt x="0" y="104"/>
                    <a:pt x="0" y="102"/>
                  </a:cubicBezTo>
                  <a:cubicBezTo>
                    <a:pt x="0" y="100"/>
                    <a:pt x="2" y="98"/>
                    <a:pt x="4" y="9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31" y="98"/>
                    <a:pt x="31" y="98"/>
                    <a:pt x="31" y="98"/>
                  </a:cubicBezTo>
                  <a:cubicBezTo>
                    <a:pt x="38" y="98"/>
                    <a:pt x="44" y="95"/>
                    <a:pt x="49" y="91"/>
                  </a:cubicBezTo>
                  <a:cubicBezTo>
                    <a:pt x="50" y="90"/>
                    <a:pt x="50" y="89"/>
                    <a:pt x="51" y="88"/>
                  </a:cubicBezTo>
                  <a:cubicBezTo>
                    <a:pt x="6" y="88"/>
                    <a:pt x="6" y="88"/>
                    <a:pt x="6" y="88"/>
                  </a:cubicBezTo>
                  <a:cubicBezTo>
                    <a:pt x="5" y="88"/>
                    <a:pt x="4" y="87"/>
                    <a:pt x="4" y="86"/>
                  </a:cubicBezTo>
                  <a:cubicBezTo>
                    <a:pt x="4" y="85"/>
                    <a:pt x="5" y="83"/>
                    <a:pt x="6" y="83"/>
                  </a:cubicBezTo>
                  <a:cubicBezTo>
                    <a:pt x="54" y="83"/>
                    <a:pt x="54" y="83"/>
                    <a:pt x="54" y="83"/>
                  </a:cubicBezTo>
                  <a:cubicBezTo>
                    <a:pt x="56" y="80"/>
                    <a:pt x="56" y="76"/>
                    <a:pt x="56" y="72"/>
                  </a:cubicBezTo>
                  <a:cubicBezTo>
                    <a:pt x="56" y="69"/>
                    <a:pt x="56" y="66"/>
                    <a:pt x="55" y="63"/>
                  </a:cubicBezTo>
                  <a:cubicBezTo>
                    <a:pt x="54" y="60"/>
                    <a:pt x="52" y="58"/>
                    <a:pt x="50" y="55"/>
                  </a:cubicBezTo>
                  <a:cubicBezTo>
                    <a:pt x="49" y="56"/>
                    <a:pt x="47" y="57"/>
                    <a:pt x="45" y="57"/>
                  </a:cubicBezTo>
                  <a:cubicBezTo>
                    <a:pt x="44" y="57"/>
                    <a:pt x="43" y="57"/>
                    <a:pt x="42" y="56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68"/>
                    <a:pt x="33" y="68"/>
                    <a:pt x="32" y="68"/>
                  </a:cubicBezTo>
                  <a:cubicBezTo>
                    <a:pt x="30" y="66"/>
                    <a:pt x="30" y="66"/>
                    <a:pt x="30" y="66"/>
                  </a:cubicBezTo>
                  <a:cubicBezTo>
                    <a:pt x="28" y="70"/>
                    <a:pt x="28" y="70"/>
                    <a:pt x="28" y="70"/>
                  </a:cubicBezTo>
                  <a:cubicBezTo>
                    <a:pt x="27" y="71"/>
                    <a:pt x="25" y="72"/>
                    <a:pt x="24" y="71"/>
                  </a:cubicBezTo>
                  <a:cubicBezTo>
                    <a:pt x="14" y="65"/>
                    <a:pt x="14" y="65"/>
                    <a:pt x="14" y="65"/>
                  </a:cubicBezTo>
                  <a:cubicBezTo>
                    <a:pt x="13" y="65"/>
                    <a:pt x="13" y="63"/>
                    <a:pt x="14" y="62"/>
                  </a:cubicBezTo>
                  <a:cubicBezTo>
                    <a:pt x="16" y="58"/>
                    <a:pt x="16" y="58"/>
                    <a:pt x="16" y="58"/>
                  </a:cubicBezTo>
                  <a:cubicBezTo>
                    <a:pt x="13" y="57"/>
                    <a:pt x="13" y="57"/>
                    <a:pt x="13" y="57"/>
                  </a:cubicBezTo>
                  <a:cubicBezTo>
                    <a:pt x="12" y="56"/>
                    <a:pt x="12" y="55"/>
                    <a:pt x="13" y="54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35" y="15"/>
                    <a:pt x="37" y="14"/>
                    <a:pt x="38" y="15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39" y="7"/>
                    <a:pt x="39" y="5"/>
                    <a:pt x="40" y="3"/>
                  </a:cubicBezTo>
                  <a:cubicBezTo>
                    <a:pt x="41" y="1"/>
                    <a:pt x="43" y="0"/>
                    <a:pt x="45" y="2"/>
                  </a:cubicBezTo>
                  <a:cubicBezTo>
                    <a:pt x="52" y="5"/>
                    <a:pt x="58" y="9"/>
                    <a:pt x="64" y="12"/>
                  </a:cubicBezTo>
                  <a:cubicBezTo>
                    <a:pt x="66" y="13"/>
                    <a:pt x="67" y="16"/>
                    <a:pt x="66" y="18"/>
                  </a:cubicBezTo>
                  <a:cubicBezTo>
                    <a:pt x="64" y="20"/>
                    <a:pt x="62" y="21"/>
                    <a:pt x="60" y="19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54" y="24"/>
                    <a:pt x="54" y="24"/>
                    <a:pt x="54" y="24"/>
                  </a:cubicBezTo>
                  <a:cubicBezTo>
                    <a:pt x="57" y="26"/>
                    <a:pt x="57" y="26"/>
                    <a:pt x="57" y="26"/>
                  </a:cubicBezTo>
                  <a:cubicBezTo>
                    <a:pt x="58" y="26"/>
                    <a:pt x="58" y="28"/>
                    <a:pt x="57" y="29"/>
                  </a:cubicBezTo>
                  <a:cubicBezTo>
                    <a:pt x="52" y="38"/>
                    <a:pt x="52" y="38"/>
                    <a:pt x="52" y="38"/>
                  </a:cubicBezTo>
                  <a:cubicBezTo>
                    <a:pt x="55" y="40"/>
                    <a:pt x="56" y="43"/>
                    <a:pt x="56" y="46"/>
                  </a:cubicBezTo>
                  <a:cubicBezTo>
                    <a:pt x="56" y="47"/>
                    <a:pt x="56" y="48"/>
                    <a:pt x="55" y="49"/>
                  </a:cubicBezTo>
                  <a:close/>
                  <a:moveTo>
                    <a:pt x="54" y="16"/>
                  </a:moveTo>
                  <a:cubicBezTo>
                    <a:pt x="54" y="16"/>
                    <a:pt x="54" y="16"/>
                    <a:pt x="54" y="16"/>
                  </a:cubicBezTo>
                  <a:cubicBezTo>
                    <a:pt x="52" y="15"/>
                    <a:pt x="50" y="13"/>
                    <a:pt x="48" y="12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50" y="22"/>
                    <a:pt x="50" y="22"/>
                    <a:pt x="50" y="22"/>
                  </a:cubicBezTo>
                  <a:cubicBezTo>
                    <a:pt x="54" y="16"/>
                    <a:pt x="54" y="16"/>
                    <a:pt x="54" y="16"/>
                  </a:cubicBezTo>
                  <a:close/>
                  <a:moveTo>
                    <a:pt x="48" y="35"/>
                  </a:moveTo>
                  <a:cubicBezTo>
                    <a:pt x="48" y="35"/>
                    <a:pt x="48" y="35"/>
                    <a:pt x="48" y="35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47" y="26"/>
                    <a:pt x="42" y="23"/>
                    <a:pt x="37" y="20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23" y="57"/>
                    <a:pt x="28" y="60"/>
                    <a:pt x="33" y="62"/>
                  </a:cubicBezTo>
                  <a:cubicBezTo>
                    <a:pt x="37" y="54"/>
                    <a:pt x="37" y="54"/>
                    <a:pt x="37" y="54"/>
                  </a:cubicBezTo>
                  <a:cubicBezTo>
                    <a:pt x="35" y="52"/>
                    <a:pt x="34" y="49"/>
                    <a:pt x="34" y="46"/>
                  </a:cubicBezTo>
                  <a:cubicBezTo>
                    <a:pt x="34" y="43"/>
                    <a:pt x="35" y="40"/>
                    <a:pt x="37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40" y="35"/>
                    <a:pt x="44" y="34"/>
                    <a:pt x="48" y="35"/>
                  </a:cubicBezTo>
                  <a:close/>
                  <a:moveTo>
                    <a:pt x="49" y="42"/>
                  </a:moveTo>
                  <a:cubicBezTo>
                    <a:pt x="49" y="42"/>
                    <a:pt x="49" y="42"/>
                    <a:pt x="49" y="42"/>
                  </a:cubicBezTo>
                  <a:cubicBezTo>
                    <a:pt x="47" y="39"/>
                    <a:pt x="43" y="39"/>
                    <a:pt x="40" y="42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39" y="43"/>
                    <a:pt x="39" y="44"/>
                    <a:pt x="39" y="46"/>
                  </a:cubicBezTo>
                  <a:cubicBezTo>
                    <a:pt x="39" y="49"/>
                    <a:pt x="41" y="52"/>
                    <a:pt x="45" y="52"/>
                  </a:cubicBezTo>
                  <a:cubicBezTo>
                    <a:pt x="47" y="52"/>
                    <a:pt x="48" y="51"/>
                    <a:pt x="49" y="50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50" y="49"/>
                    <a:pt x="51" y="48"/>
                    <a:pt x="51" y="46"/>
                  </a:cubicBezTo>
                  <a:cubicBezTo>
                    <a:pt x="51" y="44"/>
                    <a:pt x="50" y="43"/>
                    <a:pt x="49" y="42"/>
                  </a:cubicBezTo>
                  <a:cubicBezTo>
                    <a:pt x="49" y="42"/>
                    <a:pt x="49" y="42"/>
                    <a:pt x="49" y="42"/>
                  </a:cubicBezTo>
                  <a:close/>
                  <a:moveTo>
                    <a:pt x="20" y="61"/>
                  </a:moveTo>
                  <a:cubicBezTo>
                    <a:pt x="20" y="61"/>
                    <a:pt x="20" y="61"/>
                    <a:pt x="20" y="61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25" y="66"/>
                    <a:pt x="25" y="66"/>
                    <a:pt x="25" y="66"/>
                  </a:cubicBezTo>
                  <a:cubicBezTo>
                    <a:pt x="26" y="64"/>
                    <a:pt x="26" y="64"/>
                    <a:pt x="26" y="64"/>
                  </a:cubicBezTo>
                  <a:cubicBezTo>
                    <a:pt x="20" y="61"/>
                    <a:pt x="20" y="61"/>
                    <a:pt x="20" y="6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264" name="图形"/>
            <p:cNvSpPr/>
            <p:nvPr/>
          </p:nvSpPr>
          <p:spPr>
            <a:xfrm>
              <a:off x="5403960" y="4899600"/>
              <a:ext cx="254160" cy="367920"/>
            </a:xfrm>
            <a:custGeom>
              <a:avLst/>
              <a:gdLst>
                <a:gd name="textAreaLeft" fmla="*/ 0 w 254160"/>
                <a:gd name="textAreaRight" fmla="*/ 254520 w 254160"/>
                <a:gd name="textAreaTop" fmla="*/ 0 h 367920"/>
                <a:gd name="textAreaBottom" fmla="*/ 368280 h 367920"/>
                <a:gd name="GluePoint1X" fmla="*/ 2 w 72"/>
                <a:gd name="GluePoint1Y" fmla="*/ 71 h 104"/>
                <a:gd name="GluePoint2X" fmla="*/ 14 w 72"/>
                <a:gd name="GluePoint2Y" fmla="*/ 69 h 104"/>
                <a:gd name="GluePoint3X" fmla="*/ 23 w 72"/>
                <a:gd name="GluePoint3Y" fmla="*/ 44 h 104"/>
                <a:gd name="GluePoint4X" fmla="*/ 23 w 72"/>
                <a:gd name="GluePoint4Y" fmla="*/ 44 h 104"/>
                <a:gd name="GluePoint5X" fmla="*/ 23 w 72"/>
                <a:gd name="GluePoint5Y" fmla="*/ 17 h 104"/>
                <a:gd name="GluePoint6X" fmla="*/ 32 w 72"/>
                <a:gd name="GluePoint6Y" fmla="*/ 13 h 104"/>
                <a:gd name="GluePoint7X" fmla="*/ 36 w 72"/>
                <a:gd name="GluePoint7Y" fmla="*/ 0 h 104"/>
                <a:gd name="GluePoint8X" fmla="*/ 40 w 72"/>
                <a:gd name="GluePoint8Y" fmla="*/ 13 h 104"/>
                <a:gd name="GluePoint9X" fmla="*/ 55 w 72"/>
                <a:gd name="GluePoint9Y" fmla="*/ 31 h 104"/>
                <a:gd name="GluePoint10X" fmla="*/ 49 w 72"/>
                <a:gd name="GluePoint10Y" fmla="*/ 44 h 104"/>
                <a:gd name="GluePoint11X" fmla="*/ 58 w 72"/>
                <a:gd name="GluePoint11Y" fmla="*/ 69 h 104"/>
                <a:gd name="GluePoint12X" fmla="*/ 70 w 72"/>
                <a:gd name="GluePoint12Y" fmla="*/ 71 h 104"/>
                <a:gd name="GluePoint13X" fmla="*/ 61 w 72"/>
                <a:gd name="GluePoint13Y" fmla="*/ 74 h 104"/>
                <a:gd name="GluePoint14X" fmla="*/ 69 w 72"/>
                <a:gd name="GluePoint14Y" fmla="*/ 95 h 104"/>
                <a:gd name="GluePoint15X" fmla="*/ 72 w 72"/>
                <a:gd name="GluePoint15Y" fmla="*/ 100 h 104"/>
                <a:gd name="GluePoint16X" fmla="*/ 67 w 72"/>
                <a:gd name="GluePoint16Y" fmla="*/ 102 h 104"/>
                <a:gd name="GluePoint17X" fmla="*/ 65 w 72"/>
                <a:gd name="GluePoint17Y" fmla="*/ 97 h 104"/>
                <a:gd name="GluePoint18X" fmla="*/ 52 w 72"/>
                <a:gd name="GluePoint18Y" fmla="*/ 74 h 104"/>
                <a:gd name="GluePoint19X" fmla="*/ 40 w 72"/>
                <a:gd name="GluePoint19Y" fmla="*/ 77 h 104"/>
                <a:gd name="GluePoint20X" fmla="*/ 32 w 72"/>
                <a:gd name="GluePoint20Y" fmla="*/ 77 h 104"/>
                <a:gd name="GluePoint21X" fmla="*/ 20 w 72"/>
                <a:gd name="GluePoint21Y" fmla="*/ 74 h 104"/>
                <a:gd name="GluePoint22X" fmla="*/ 7 w 72"/>
                <a:gd name="GluePoint22Y" fmla="*/ 97 h 104"/>
                <a:gd name="GluePoint23X" fmla="*/ 5 w 72"/>
                <a:gd name="GluePoint23Y" fmla="*/ 102 h 104"/>
                <a:gd name="GluePoint24X" fmla="*/ 0 w 72"/>
                <a:gd name="GluePoint24Y" fmla="*/ 100 h 104"/>
                <a:gd name="GluePoint25X" fmla="*/ 3 w 72"/>
                <a:gd name="GluePoint25Y" fmla="*/ 95 h 104"/>
                <a:gd name="GluePoint26X" fmla="*/ 11 w 72"/>
                <a:gd name="GluePoint26Y" fmla="*/ 74 h 104"/>
                <a:gd name="GluePoint27X" fmla="*/ 32 w 72"/>
                <a:gd name="GluePoint27Y" fmla="*/ 69 h 104"/>
                <a:gd name="GluePoint28X" fmla="*/ 32 w 72"/>
                <a:gd name="GluePoint28Y" fmla="*/ 66 h 104"/>
                <a:gd name="GluePoint29X" fmla="*/ 40 w 72"/>
                <a:gd name="GluePoint29Y" fmla="*/ 66 h 104"/>
                <a:gd name="GluePoint30X" fmla="*/ 49 w 72"/>
                <a:gd name="GluePoint30Y" fmla="*/ 69 h 104"/>
                <a:gd name="GluePoint31X" fmla="*/ 32 w 72"/>
                <a:gd name="GluePoint31Y" fmla="*/ 49 h 104"/>
                <a:gd name="GluePoint32X" fmla="*/ 32 w 72"/>
                <a:gd name="GluePoint32Y" fmla="*/ 69 h 104"/>
                <a:gd name="GluePoint33X" fmla="*/ 44 w 72"/>
                <a:gd name="GluePoint33Y" fmla="*/ 23 h 104"/>
                <a:gd name="GluePoint34X" fmla="*/ 29 w 72"/>
                <a:gd name="GluePoint34Y" fmla="*/ 23 h 104"/>
                <a:gd name="GluePoint35X" fmla="*/ 29 w 72"/>
                <a:gd name="GluePoint35Y" fmla="*/ 38 h 104"/>
                <a:gd name="GluePoint36X" fmla="*/ 40 w 72"/>
                <a:gd name="GluePoint36Y" fmla="*/ 40 h 104"/>
                <a:gd name="GluePoint37X" fmla="*/ 44 w 72"/>
                <a:gd name="GluePoint37Y" fmla="*/ 38 h 104"/>
                <a:gd name="GluePoint38X" fmla="*/ 44 w 72"/>
                <a:gd name="GluePoint38Y" fmla="*/ 23 h 10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</a:cxnLst>
              <a:rect l="textAreaLeft" t="textAreaTop" r="textAreaRight" b="textAreaBottom"/>
              <a:pathLst>
                <a:path w="72" h="104">
                  <a:moveTo>
                    <a:pt x="4" y="74"/>
                  </a:moveTo>
                  <a:cubicBezTo>
                    <a:pt x="3" y="74"/>
                    <a:pt x="2" y="73"/>
                    <a:pt x="2" y="71"/>
                  </a:cubicBezTo>
                  <a:cubicBezTo>
                    <a:pt x="2" y="70"/>
                    <a:pt x="3" y="69"/>
                    <a:pt x="4" y="69"/>
                  </a:cubicBezTo>
                  <a:cubicBezTo>
                    <a:pt x="14" y="69"/>
                    <a:pt x="14" y="69"/>
                    <a:pt x="14" y="69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4" y="45"/>
                    <a:pt x="24" y="45"/>
                    <a:pt x="23" y="44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0" y="40"/>
                    <a:pt x="17" y="36"/>
                    <a:pt x="17" y="31"/>
                  </a:cubicBezTo>
                  <a:cubicBezTo>
                    <a:pt x="17" y="26"/>
                    <a:pt x="20" y="21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6" y="15"/>
                    <a:pt x="29" y="13"/>
                    <a:pt x="32" y="13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2" y="2"/>
                    <a:pt x="34" y="0"/>
                    <a:pt x="36" y="0"/>
                  </a:cubicBezTo>
                  <a:cubicBezTo>
                    <a:pt x="38" y="0"/>
                    <a:pt x="40" y="2"/>
                    <a:pt x="40" y="4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4" y="13"/>
                    <a:pt x="47" y="15"/>
                    <a:pt x="49" y="17"/>
                  </a:cubicBezTo>
                  <a:cubicBezTo>
                    <a:pt x="53" y="21"/>
                    <a:pt x="55" y="26"/>
                    <a:pt x="55" y="31"/>
                  </a:cubicBezTo>
                  <a:cubicBezTo>
                    <a:pt x="55" y="36"/>
                    <a:pt x="53" y="40"/>
                    <a:pt x="49" y="44"/>
                  </a:cubicBezTo>
                  <a:cubicBezTo>
                    <a:pt x="49" y="44"/>
                    <a:pt x="49" y="44"/>
                    <a:pt x="49" y="44"/>
                  </a:cubicBezTo>
                  <a:cubicBezTo>
                    <a:pt x="48" y="45"/>
                    <a:pt x="48" y="45"/>
                    <a:pt x="47" y="46"/>
                  </a:cubicBezTo>
                  <a:cubicBezTo>
                    <a:pt x="58" y="69"/>
                    <a:pt x="58" y="69"/>
                    <a:pt x="58" y="69"/>
                  </a:cubicBezTo>
                  <a:cubicBezTo>
                    <a:pt x="68" y="69"/>
                    <a:pt x="68" y="69"/>
                    <a:pt x="68" y="69"/>
                  </a:cubicBezTo>
                  <a:cubicBezTo>
                    <a:pt x="69" y="69"/>
                    <a:pt x="70" y="70"/>
                    <a:pt x="70" y="71"/>
                  </a:cubicBezTo>
                  <a:cubicBezTo>
                    <a:pt x="70" y="73"/>
                    <a:pt x="69" y="74"/>
                    <a:pt x="68" y="74"/>
                  </a:cubicBezTo>
                  <a:cubicBezTo>
                    <a:pt x="61" y="74"/>
                    <a:pt x="61" y="74"/>
                    <a:pt x="61" y="74"/>
                  </a:cubicBezTo>
                  <a:cubicBezTo>
                    <a:pt x="69" y="91"/>
                    <a:pt x="69" y="91"/>
                    <a:pt x="69" y="91"/>
                  </a:cubicBezTo>
                  <a:cubicBezTo>
                    <a:pt x="70" y="92"/>
                    <a:pt x="70" y="94"/>
                    <a:pt x="69" y="95"/>
                  </a:cubicBezTo>
                  <a:cubicBezTo>
                    <a:pt x="70" y="97"/>
                    <a:pt x="70" y="97"/>
                    <a:pt x="70" y="97"/>
                  </a:cubicBezTo>
                  <a:cubicBezTo>
                    <a:pt x="72" y="100"/>
                    <a:pt x="72" y="100"/>
                    <a:pt x="72" y="100"/>
                  </a:cubicBezTo>
                  <a:cubicBezTo>
                    <a:pt x="72" y="102"/>
                    <a:pt x="72" y="103"/>
                    <a:pt x="71" y="104"/>
                  </a:cubicBezTo>
                  <a:cubicBezTo>
                    <a:pt x="69" y="104"/>
                    <a:pt x="68" y="104"/>
                    <a:pt x="67" y="102"/>
                  </a:cubicBezTo>
                  <a:cubicBezTo>
                    <a:pt x="66" y="99"/>
                    <a:pt x="66" y="99"/>
                    <a:pt x="66" y="99"/>
                  </a:cubicBezTo>
                  <a:cubicBezTo>
                    <a:pt x="65" y="97"/>
                    <a:pt x="65" y="97"/>
                    <a:pt x="65" y="97"/>
                  </a:cubicBezTo>
                  <a:cubicBezTo>
                    <a:pt x="64" y="97"/>
                    <a:pt x="62" y="96"/>
                    <a:pt x="62" y="95"/>
                  </a:cubicBezTo>
                  <a:cubicBezTo>
                    <a:pt x="52" y="74"/>
                    <a:pt x="52" y="74"/>
                    <a:pt x="52" y="74"/>
                  </a:cubicBezTo>
                  <a:cubicBezTo>
                    <a:pt x="40" y="74"/>
                    <a:pt x="40" y="74"/>
                    <a:pt x="40" y="74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9"/>
                    <a:pt x="38" y="81"/>
                    <a:pt x="36" y="81"/>
                  </a:cubicBezTo>
                  <a:cubicBezTo>
                    <a:pt x="34" y="81"/>
                    <a:pt x="32" y="79"/>
                    <a:pt x="32" y="77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10" y="95"/>
                    <a:pt x="10" y="95"/>
                    <a:pt x="10" y="95"/>
                  </a:cubicBezTo>
                  <a:cubicBezTo>
                    <a:pt x="10" y="96"/>
                    <a:pt x="9" y="97"/>
                    <a:pt x="7" y="97"/>
                  </a:cubicBezTo>
                  <a:cubicBezTo>
                    <a:pt x="7" y="99"/>
                    <a:pt x="7" y="99"/>
                    <a:pt x="7" y="99"/>
                  </a:cubicBezTo>
                  <a:cubicBezTo>
                    <a:pt x="5" y="102"/>
                    <a:pt x="5" y="102"/>
                    <a:pt x="5" y="102"/>
                  </a:cubicBezTo>
                  <a:cubicBezTo>
                    <a:pt x="4" y="104"/>
                    <a:pt x="3" y="104"/>
                    <a:pt x="2" y="104"/>
                  </a:cubicBezTo>
                  <a:cubicBezTo>
                    <a:pt x="0" y="103"/>
                    <a:pt x="0" y="102"/>
                    <a:pt x="0" y="100"/>
                  </a:cubicBezTo>
                  <a:cubicBezTo>
                    <a:pt x="2" y="97"/>
                    <a:pt x="2" y="97"/>
                    <a:pt x="2" y="97"/>
                  </a:cubicBezTo>
                  <a:cubicBezTo>
                    <a:pt x="3" y="95"/>
                    <a:pt x="3" y="95"/>
                    <a:pt x="3" y="95"/>
                  </a:cubicBezTo>
                  <a:cubicBezTo>
                    <a:pt x="3" y="94"/>
                    <a:pt x="3" y="92"/>
                    <a:pt x="3" y="91"/>
                  </a:cubicBezTo>
                  <a:cubicBezTo>
                    <a:pt x="11" y="74"/>
                    <a:pt x="11" y="74"/>
                    <a:pt x="11" y="74"/>
                  </a:cubicBezTo>
                  <a:cubicBezTo>
                    <a:pt x="4" y="74"/>
                    <a:pt x="4" y="74"/>
                    <a:pt x="4" y="74"/>
                  </a:cubicBezTo>
                  <a:close/>
                  <a:moveTo>
                    <a:pt x="32" y="69"/>
                  </a:moveTo>
                  <a:cubicBezTo>
                    <a:pt x="32" y="69"/>
                    <a:pt x="32" y="69"/>
                    <a:pt x="32" y="69"/>
                  </a:cubicBezTo>
                  <a:cubicBezTo>
                    <a:pt x="32" y="66"/>
                    <a:pt x="32" y="66"/>
                    <a:pt x="32" y="66"/>
                  </a:cubicBezTo>
                  <a:cubicBezTo>
                    <a:pt x="32" y="64"/>
                    <a:pt x="34" y="62"/>
                    <a:pt x="36" y="62"/>
                  </a:cubicBezTo>
                  <a:cubicBezTo>
                    <a:pt x="38" y="62"/>
                    <a:pt x="40" y="64"/>
                    <a:pt x="40" y="66"/>
                  </a:cubicBezTo>
                  <a:cubicBezTo>
                    <a:pt x="40" y="69"/>
                    <a:pt x="40" y="69"/>
                    <a:pt x="40" y="69"/>
                  </a:cubicBezTo>
                  <a:cubicBezTo>
                    <a:pt x="49" y="69"/>
                    <a:pt x="49" y="69"/>
                    <a:pt x="49" y="6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37" y="49"/>
                    <a:pt x="35" y="49"/>
                    <a:pt x="32" y="49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32" y="69"/>
                    <a:pt x="32" y="69"/>
                    <a:pt x="32" y="69"/>
                  </a:cubicBezTo>
                  <a:close/>
                  <a:moveTo>
                    <a:pt x="44" y="23"/>
                  </a:moveTo>
                  <a:cubicBezTo>
                    <a:pt x="44" y="23"/>
                    <a:pt x="44" y="23"/>
                    <a:pt x="44" y="23"/>
                  </a:cubicBezTo>
                  <a:cubicBezTo>
                    <a:pt x="40" y="19"/>
                    <a:pt x="33" y="19"/>
                    <a:pt x="29" y="23"/>
                  </a:cubicBezTo>
                  <a:cubicBezTo>
                    <a:pt x="29" y="23"/>
                    <a:pt x="29" y="23"/>
                    <a:pt x="29" y="23"/>
                  </a:cubicBezTo>
                  <a:cubicBezTo>
                    <a:pt x="27" y="25"/>
                    <a:pt x="26" y="28"/>
                    <a:pt x="26" y="31"/>
                  </a:cubicBezTo>
                  <a:cubicBezTo>
                    <a:pt x="26" y="34"/>
                    <a:pt x="27" y="36"/>
                    <a:pt x="29" y="38"/>
                  </a:cubicBezTo>
                  <a:cubicBezTo>
                    <a:pt x="32" y="41"/>
                    <a:pt x="36" y="42"/>
                    <a:pt x="40" y="40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41" y="40"/>
                    <a:pt x="43" y="39"/>
                    <a:pt x="43" y="38"/>
                  </a:cubicBezTo>
                  <a:cubicBezTo>
                    <a:pt x="44" y="38"/>
                    <a:pt x="44" y="38"/>
                    <a:pt x="44" y="38"/>
                  </a:cubicBezTo>
                  <a:cubicBezTo>
                    <a:pt x="45" y="36"/>
                    <a:pt x="47" y="34"/>
                    <a:pt x="47" y="31"/>
                  </a:cubicBezTo>
                  <a:cubicBezTo>
                    <a:pt x="47" y="28"/>
                    <a:pt x="45" y="25"/>
                    <a:pt x="44" y="23"/>
                  </a:cubicBezTo>
                  <a:cubicBezTo>
                    <a:pt x="44" y="23"/>
                    <a:pt x="44" y="23"/>
                    <a:pt x="44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265" name="图形"/>
            <p:cNvSpPr/>
            <p:nvPr/>
          </p:nvSpPr>
          <p:spPr>
            <a:xfrm>
              <a:off x="6248520" y="2483640"/>
              <a:ext cx="944640" cy="1086840"/>
            </a:xfrm>
            <a:custGeom>
              <a:avLst/>
              <a:gdLst>
                <a:gd name="textAreaLeft" fmla="*/ 0 w 944640"/>
                <a:gd name="textAreaRight" fmla="*/ 945000 w 944640"/>
                <a:gd name="textAreaTop" fmla="*/ 0 h 1086840"/>
                <a:gd name="textAreaBottom" fmla="*/ 1087200 h 1086840"/>
                <a:gd name="GluePoint1X" fmla="*/ 638 w 638"/>
                <a:gd name="GluePoint1Y" fmla="*/ 551 h 734"/>
                <a:gd name="GluePoint2X" fmla="*/ 638 w 638"/>
                <a:gd name="GluePoint2Y" fmla="*/ 182 h 734"/>
                <a:gd name="GluePoint3X" fmla="*/ 319 w 638"/>
                <a:gd name="GluePoint3Y" fmla="*/ 0 h 734"/>
                <a:gd name="GluePoint4X" fmla="*/ 0 w 638"/>
                <a:gd name="GluePoint4Y" fmla="*/ 182 h 734"/>
                <a:gd name="GluePoint5X" fmla="*/ 0 w 638"/>
                <a:gd name="GluePoint5Y" fmla="*/ 551 h 734"/>
                <a:gd name="GluePoint6X" fmla="*/ 319 w 638"/>
                <a:gd name="GluePoint6Y" fmla="*/ 734 h 734"/>
                <a:gd name="GluePoint7X" fmla="*/ 638 w 638"/>
                <a:gd name="GluePoint7Y" fmla="*/ 551 h 7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638" h="734">
                  <a:moveTo>
                    <a:pt x="638" y="551"/>
                  </a:moveTo>
                  <a:lnTo>
                    <a:pt x="638" y="182"/>
                  </a:lnTo>
                  <a:lnTo>
                    <a:pt x="319" y="0"/>
                  </a:lnTo>
                  <a:lnTo>
                    <a:pt x="0" y="182"/>
                  </a:lnTo>
                  <a:lnTo>
                    <a:pt x="0" y="551"/>
                  </a:lnTo>
                  <a:lnTo>
                    <a:pt x="319" y="734"/>
                  </a:lnTo>
                  <a:lnTo>
                    <a:pt x="638" y="551"/>
                  </a:lnTo>
                  <a:close/>
                </a:path>
              </a:pathLst>
            </a:custGeom>
            <a:gradFill rotWithShape="0">
              <a:gsLst>
                <a:gs pos="417">
                  <a:srgbClr val="06c5b3"/>
                </a:gs>
                <a:gs pos="100000">
                  <a:srgbClr val="0073c7"/>
                </a:gs>
              </a:gsLst>
              <a:lin ang="2700000"/>
            </a:gradFill>
            <a:ln>
              <a:solidFill>
                <a:srgbClr val="06c5b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266" name="图形"/>
            <p:cNvSpPr/>
            <p:nvPr/>
          </p:nvSpPr>
          <p:spPr>
            <a:xfrm>
              <a:off x="6192000" y="2419200"/>
              <a:ext cx="1076760" cy="1238400"/>
            </a:xfrm>
            <a:custGeom>
              <a:avLst/>
              <a:gdLst>
                <a:gd name="textAreaLeft" fmla="*/ 0 w 1076760"/>
                <a:gd name="textAreaRight" fmla="*/ 1077120 w 1076760"/>
                <a:gd name="textAreaTop" fmla="*/ 0 h 1238400"/>
                <a:gd name="textAreaBottom" fmla="*/ 1238760 h 1238400"/>
                <a:gd name="GluePoint1X" fmla="*/ 638 w 638"/>
                <a:gd name="GluePoint1Y" fmla="*/ 551 h 734"/>
                <a:gd name="GluePoint2X" fmla="*/ 638 w 638"/>
                <a:gd name="GluePoint2Y" fmla="*/ 182 h 734"/>
                <a:gd name="GluePoint3X" fmla="*/ 319 w 638"/>
                <a:gd name="GluePoint3Y" fmla="*/ 0 h 734"/>
                <a:gd name="GluePoint4X" fmla="*/ 0 w 638"/>
                <a:gd name="GluePoint4Y" fmla="*/ 182 h 734"/>
                <a:gd name="GluePoint5X" fmla="*/ 0 w 638"/>
                <a:gd name="GluePoint5Y" fmla="*/ 551 h 734"/>
                <a:gd name="GluePoint6X" fmla="*/ 319 w 638"/>
                <a:gd name="GluePoint6Y" fmla="*/ 734 h 734"/>
                <a:gd name="GluePoint7X" fmla="*/ 638 w 638"/>
                <a:gd name="GluePoint7Y" fmla="*/ 551 h 7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638" h="734">
                  <a:moveTo>
                    <a:pt x="638" y="551"/>
                  </a:moveTo>
                  <a:lnTo>
                    <a:pt x="638" y="182"/>
                  </a:lnTo>
                  <a:lnTo>
                    <a:pt x="319" y="0"/>
                  </a:lnTo>
                  <a:lnTo>
                    <a:pt x="0" y="182"/>
                  </a:lnTo>
                  <a:lnTo>
                    <a:pt x="0" y="551"/>
                  </a:lnTo>
                  <a:lnTo>
                    <a:pt x="319" y="734"/>
                  </a:lnTo>
                  <a:lnTo>
                    <a:pt x="638" y="551"/>
                  </a:lnTo>
                  <a:close/>
                </a:path>
              </a:pathLst>
            </a:custGeom>
            <a:solidFill>
              <a:srgbClr val="fdc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267" name="图形"/>
            <p:cNvSpPr/>
            <p:nvPr/>
          </p:nvSpPr>
          <p:spPr>
            <a:xfrm>
              <a:off x="6840720" y="3507840"/>
              <a:ext cx="944640" cy="1086840"/>
            </a:xfrm>
            <a:custGeom>
              <a:avLst/>
              <a:gdLst>
                <a:gd name="textAreaLeft" fmla="*/ 0 w 944640"/>
                <a:gd name="textAreaRight" fmla="*/ 945000 w 944640"/>
                <a:gd name="textAreaTop" fmla="*/ 0 h 1086840"/>
                <a:gd name="textAreaBottom" fmla="*/ 1087200 h 1086840"/>
                <a:gd name="GluePoint1X" fmla="*/ 638 w 638"/>
                <a:gd name="GluePoint1Y" fmla="*/ 551 h 734"/>
                <a:gd name="GluePoint2X" fmla="*/ 638 w 638"/>
                <a:gd name="GluePoint2Y" fmla="*/ 182 h 734"/>
                <a:gd name="GluePoint3X" fmla="*/ 319 w 638"/>
                <a:gd name="GluePoint3Y" fmla="*/ 0 h 734"/>
                <a:gd name="GluePoint4X" fmla="*/ 0 w 638"/>
                <a:gd name="GluePoint4Y" fmla="*/ 182 h 734"/>
                <a:gd name="GluePoint5X" fmla="*/ 0 w 638"/>
                <a:gd name="GluePoint5Y" fmla="*/ 551 h 734"/>
                <a:gd name="GluePoint6X" fmla="*/ 319 w 638"/>
                <a:gd name="GluePoint6Y" fmla="*/ 734 h 734"/>
                <a:gd name="GluePoint7X" fmla="*/ 638 w 638"/>
                <a:gd name="GluePoint7Y" fmla="*/ 551 h 7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638" h="734">
                  <a:moveTo>
                    <a:pt x="638" y="551"/>
                  </a:moveTo>
                  <a:lnTo>
                    <a:pt x="638" y="182"/>
                  </a:lnTo>
                  <a:lnTo>
                    <a:pt x="319" y="0"/>
                  </a:lnTo>
                  <a:lnTo>
                    <a:pt x="0" y="182"/>
                  </a:lnTo>
                  <a:lnTo>
                    <a:pt x="0" y="551"/>
                  </a:lnTo>
                  <a:lnTo>
                    <a:pt x="319" y="734"/>
                  </a:lnTo>
                  <a:lnTo>
                    <a:pt x="638" y="551"/>
                  </a:lnTo>
                  <a:close/>
                </a:path>
              </a:pathLst>
            </a:custGeom>
            <a:gradFill rotWithShape="0">
              <a:gsLst>
                <a:gs pos="417">
                  <a:srgbClr val="06c5b3"/>
                </a:gs>
                <a:gs pos="100000">
                  <a:srgbClr val="0073c7"/>
                </a:gs>
              </a:gsLst>
              <a:lin ang="2700000"/>
            </a:gradFill>
            <a:ln>
              <a:solidFill>
                <a:srgbClr val="06c5b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268" name="图形"/>
            <p:cNvSpPr/>
            <p:nvPr/>
          </p:nvSpPr>
          <p:spPr>
            <a:xfrm>
              <a:off x="6785640" y="3447360"/>
              <a:ext cx="1076760" cy="1238400"/>
            </a:xfrm>
            <a:custGeom>
              <a:avLst/>
              <a:gdLst>
                <a:gd name="textAreaLeft" fmla="*/ 0 w 1076760"/>
                <a:gd name="textAreaRight" fmla="*/ 1077120 w 1076760"/>
                <a:gd name="textAreaTop" fmla="*/ 0 h 1238400"/>
                <a:gd name="textAreaBottom" fmla="*/ 1238760 h 1238400"/>
                <a:gd name="GluePoint1X" fmla="*/ 638 w 638"/>
                <a:gd name="GluePoint1Y" fmla="*/ 551 h 734"/>
                <a:gd name="GluePoint2X" fmla="*/ 638 w 638"/>
                <a:gd name="GluePoint2Y" fmla="*/ 182 h 734"/>
                <a:gd name="GluePoint3X" fmla="*/ 319 w 638"/>
                <a:gd name="GluePoint3Y" fmla="*/ 0 h 734"/>
                <a:gd name="GluePoint4X" fmla="*/ 0 w 638"/>
                <a:gd name="GluePoint4Y" fmla="*/ 182 h 734"/>
                <a:gd name="GluePoint5X" fmla="*/ 0 w 638"/>
                <a:gd name="GluePoint5Y" fmla="*/ 551 h 734"/>
                <a:gd name="GluePoint6X" fmla="*/ 319 w 638"/>
                <a:gd name="GluePoint6Y" fmla="*/ 734 h 734"/>
                <a:gd name="GluePoint7X" fmla="*/ 638 w 638"/>
                <a:gd name="GluePoint7Y" fmla="*/ 551 h 7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638" h="734">
                  <a:moveTo>
                    <a:pt x="638" y="551"/>
                  </a:moveTo>
                  <a:lnTo>
                    <a:pt x="638" y="182"/>
                  </a:lnTo>
                  <a:lnTo>
                    <a:pt x="319" y="0"/>
                  </a:lnTo>
                  <a:lnTo>
                    <a:pt x="0" y="182"/>
                  </a:lnTo>
                  <a:lnTo>
                    <a:pt x="0" y="551"/>
                  </a:lnTo>
                  <a:lnTo>
                    <a:pt x="319" y="734"/>
                  </a:lnTo>
                  <a:lnTo>
                    <a:pt x="638" y="551"/>
                  </a:lnTo>
                  <a:close/>
                </a:path>
              </a:pathLst>
            </a:custGeom>
            <a:solidFill>
              <a:srgbClr val="1f55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269" name="图形"/>
            <p:cNvSpPr/>
            <p:nvPr/>
          </p:nvSpPr>
          <p:spPr>
            <a:xfrm>
              <a:off x="7145640" y="3874680"/>
              <a:ext cx="335520" cy="361080"/>
            </a:xfrm>
            <a:custGeom>
              <a:avLst/>
              <a:gdLst>
                <a:gd name="textAreaLeft" fmla="*/ 0 w 335520"/>
                <a:gd name="textAreaRight" fmla="*/ 335880 w 335520"/>
                <a:gd name="textAreaTop" fmla="*/ 0 h 361080"/>
                <a:gd name="textAreaBottom" fmla="*/ 361440 h 361080"/>
                <a:gd name="GluePoint1X" fmla="*/ 4 w 95"/>
                <a:gd name="GluePoint1Y" fmla="*/ 12 h 102"/>
                <a:gd name="GluePoint2X" fmla="*/ 4 w 95"/>
                <a:gd name="GluePoint2Y" fmla="*/ 12 h 102"/>
                <a:gd name="GluePoint3X" fmla="*/ 43 w 95"/>
                <a:gd name="GluePoint3Y" fmla="*/ 12 h 102"/>
                <a:gd name="GluePoint4X" fmla="*/ 45 w 95"/>
                <a:gd name="GluePoint4Y" fmla="*/ 2 h 102"/>
                <a:gd name="GluePoint5X" fmla="*/ 46 w 95"/>
                <a:gd name="GluePoint5Y" fmla="*/ 1 h 102"/>
                <a:gd name="GluePoint6X" fmla="*/ 47 w 95"/>
                <a:gd name="GluePoint6Y" fmla="*/ 0 h 102"/>
                <a:gd name="GluePoint7X" fmla="*/ 48 w 95"/>
                <a:gd name="GluePoint7Y" fmla="*/ 0 h 102"/>
                <a:gd name="GluePoint8X" fmla="*/ 49 w 95"/>
                <a:gd name="GluePoint8Y" fmla="*/ 0 h 102"/>
                <a:gd name="GluePoint9X" fmla="*/ 50 w 95"/>
                <a:gd name="GluePoint9Y" fmla="*/ 1 h 102"/>
                <a:gd name="GluePoint10X" fmla="*/ 50 w 95"/>
                <a:gd name="GluePoint10Y" fmla="*/ 2 h 102"/>
                <a:gd name="GluePoint11X" fmla="*/ 53 w 95"/>
                <a:gd name="GluePoint11Y" fmla="*/ 12 h 102"/>
                <a:gd name="GluePoint12X" fmla="*/ 91 w 95"/>
                <a:gd name="GluePoint12Y" fmla="*/ 12 h 102"/>
                <a:gd name="GluePoint13X" fmla="*/ 95 w 95"/>
                <a:gd name="GluePoint13Y" fmla="*/ 16 h 102"/>
                <a:gd name="GluePoint14X" fmla="*/ 95 w 95"/>
                <a:gd name="GluePoint14Y" fmla="*/ 16 h 102"/>
                <a:gd name="GluePoint15X" fmla="*/ 95 w 95"/>
                <a:gd name="GluePoint15Y" fmla="*/ 71 h 102"/>
                <a:gd name="GluePoint16X" fmla="*/ 91 w 95"/>
                <a:gd name="GluePoint16Y" fmla="*/ 75 h 102"/>
                <a:gd name="GluePoint17X" fmla="*/ 91 w 95"/>
                <a:gd name="GluePoint17Y" fmla="*/ 75 h 102"/>
                <a:gd name="GluePoint18X" fmla="*/ 70 w 95"/>
                <a:gd name="GluePoint18Y" fmla="*/ 75 h 102"/>
                <a:gd name="GluePoint19X" fmla="*/ 76 w 95"/>
                <a:gd name="GluePoint19Y" fmla="*/ 99 h 102"/>
                <a:gd name="GluePoint20X" fmla="*/ 74 w 95"/>
                <a:gd name="GluePoint20Y" fmla="*/ 102 h 102"/>
                <a:gd name="GluePoint21X" fmla="*/ 71 w 95"/>
                <a:gd name="GluePoint21Y" fmla="*/ 100 h 102"/>
                <a:gd name="GluePoint22X" fmla="*/ 65 w 95"/>
                <a:gd name="GluePoint22Y" fmla="*/ 75 h 102"/>
                <a:gd name="GluePoint23X" fmla="*/ 50 w 95"/>
                <a:gd name="GluePoint23Y" fmla="*/ 75 h 102"/>
                <a:gd name="GluePoint24X" fmla="*/ 50 w 95"/>
                <a:gd name="GluePoint24Y" fmla="*/ 89 h 102"/>
                <a:gd name="GluePoint25X" fmla="*/ 48 w 95"/>
                <a:gd name="GluePoint25Y" fmla="*/ 92 h 102"/>
                <a:gd name="GluePoint26X" fmla="*/ 45 w 95"/>
                <a:gd name="GluePoint26Y" fmla="*/ 89 h 102"/>
                <a:gd name="GluePoint27X" fmla="*/ 45 w 95"/>
                <a:gd name="GluePoint27Y" fmla="*/ 75 h 102"/>
                <a:gd name="GluePoint28X" fmla="*/ 31 w 95"/>
                <a:gd name="GluePoint28Y" fmla="*/ 75 h 102"/>
                <a:gd name="GluePoint29X" fmla="*/ 24 w 95"/>
                <a:gd name="GluePoint29Y" fmla="*/ 100 h 102"/>
                <a:gd name="GluePoint30X" fmla="*/ 21 w 95"/>
                <a:gd name="GluePoint30Y" fmla="*/ 102 h 102"/>
                <a:gd name="GluePoint31X" fmla="*/ 19 w 95"/>
                <a:gd name="GluePoint31Y" fmla="*/ 99 h 102"/>
                <a:gd name="GluePoint32X" fmla="*/ 26 w 95"/>
                <a:gd name="GluePoint32Y" fmla="*/ 75 h 102"/>
                <a:gd name="GluePoint33X" fmla="*/ 4 w 95"/>
                <a:gd name="GluePoint33Y" fmla="*/ 75 h 102"/>
                <a:gd name="GluePoint34X" fmla="*/ 0 w 95"/>
                <a:gd name="GluePoint34Y" fmla="*/ 71 h 102"/>
                <a:gd name="GluePoint35X" fmla="*/ 0 w 95"/>
                <a:gd name="GluePoint35Y" fmla="*/ 71 h 102"/>
                <a:gd name="GluePoint36X" fmla="*/ 0 w 95"/>
                <a:gd name="GluePoint36Y" fmla="*/ 16 h 102"/>
                <a:gd name="GluePoint37X" fmla="*/ 4 w 95"/>
                <a:gd name="GluePoint37Y" fmla="*/ 12 h 102"/>
                <a:gd name="GluePoint38X" fmla="*/ 25 w 95"/>
                <a:gd name="GluePoint38Y" fmla="*/ 64 h 102"/>
                <a:gd name="GluePoint39X" fmla="*/ 25 w 95"/>
                <a:gd name="GluePoint39Y" fmla="*/ 64 h 102"/>
                <a:gd name="GluePoint40X" fmla="*/ 71 w 95"/>
                <a:gd name="GluePoint40Y" fmla="*/ 64 h 102"/>
                <a:gd name="GluePoint41X" fmla="*/ 73 w 95"/>
                <a:gd name="GluePoint41Y" fmla="*/ 61 h 102"/>
                <a:gd name="GluePoint42X" fmla="*/ 71 w 95"/>
                <a:gd name="GluePoint42Y" fmla="*/ 59 h 102"/>
                <a:gd name="GluePoint43X" fmla="*/ 25 w 95"/>
                <a:gd name="GluePoint43Y" fmla="*/ 59 h 102"/>
                <a:gd name="GluePoint44X" fmla="*/ 22 w 95"/>
                <a:gd name="GluePoint44Y" fmla="*/ 61 h 102"/>
                <a:gd name="GluePoint45X" fmla="*/ 25 w 95"/>
                <a:gd name="GluePoint45Y" fmla="*/ 64 h 102"/>
                <a:gd name="GluePoint46X" fmla="*/ 87 w 95"/>
                <a:gd name="GluePoint46Y" fmla="*/ 20 h 102"/>
                <a:gd name="GluePoint47X" fmla="*/ 87 w 95"/>
                <a:gd name="GluePoint47Y" fmla="*/ 20 h 102"/>
                <a:gd name="GluePoint48X" fmla="*/ 8 w 95"/>
                <a:gd name="GluePoint48Y" fmla="*/ 20 h 102"/>
                <a:gd name="GluePoint49X" fmla="*/ 8 w 95"/>
                <a:gd name="GluePoint49Y" fmla="*/ 67 h 102"/>
                <a:gd name="GluePoint50X" fmla="*/ 87 w 95"/>
                <a:gd name="GluePoint50Y" fmla="*/ 67 h 102"/>
                <a:gd name="GluePoint51X" fmla="*/ 87 w 95"/>
                <a:gd name="GluePoint51Y" fmla="*/ 20 h 10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</a:cxnLst>
              <a:rect l="textAreaLeft" t="textAreaTop" r="textAreaRight" b="textAreaBottom"/>
              <a:pathLst>
                <a:path w="95" h="102">
                  <a:moveTo>
                    <a:pt x="4" y="12"/>
                  </a:moveTo>
                  <a:cubicBezTo>
                    <a:pt x="4" y="12"/>
                    <a:pt x="4" y="12"/>
                    <a:pt x="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5" y="2"/>
                    <a:pt x="45" y="2"/>
                    <a:pt x="46" y="1"/>
                  </a:cubicBezTo>
                  <a:cubicBezTo>
                    <a:pt x="46" y="1"/>
                    <a:pt x="46" y="1"/>
                    <a:pt x="47" y="0"/>
                  </a:cubicBezTo>
                  <a:cubicBezTo>
                    <a:pt x="47" y="0"/>
                    <a:pt x="47" y="0"/>
                    <a:pt x="48" y="0"/>
                  </a:cubicBezTo>
                  <a:cubicBezTo>
                    <a:pt x="48" y="0"/>
                    <a:pt x="48" y="0"/>
                    <a:pt x="49" y="0"/>
                  </a:cubicBezTo>
                  <a:cubicBezTo>
                    <a:pt x="49" y="1"/>
                    <a:pt x="50" y="1"/>
                    <a:pt x="50" y="1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3" y="12"/>
                    <a:pt x="95" y="13"/>
                    <a:pt x="95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71"/>
                    <a:pt x="95" y="71"/>
                    <a:pt x="95" y="71"/>
                  </a:cubicBezTo>
                  <a:cubicBezTo>
                    <a:pt x="95" y="73"/>
                    <a:pt x="93" y="75"/>
                    <a:pt x="91" y="75"/>
                  </a:cubicBezTo>
                  <a:cubicBezTo>
                    <a:pt x="91" y="75"/>
                    <a:pt x="91" y="75"/>
                    <a:pt x="91" y="75"/>
                  </a:cubicBezTo>
                  <a:cubicBezTo>
                    <a:pt x="70" y="75"/>
                    <a:pt x="70" y="75"/>
                    <a:pt x="70" y="75"/>
                  </a:cubicBezTo>
                  <a:cubicBezTo>
                    <a:pt x="76" y="99"/>
                    <a:pt x="76" y="99"/>
                    <a:pt x="76" y="99"/>
                  </a:cubicBezTo>
                  <a:cubicBezTo>
                    <a:pt x="76" y="100"/>
                    <a:pt x="76" y="102"/>
                    <a:pt x="74" y="102"/>
                  </a:cubicBezTo>
                  <a:cubicBezTo>
                    <a:pt x="73" y="102"/>
                    <a:pt x="72" y="102"/>
                    <a:pt x="71" y="100"/>
                  </a:cubicBezTo>
                  <a:cubicBezTo>
                    <a:pt x="65" y="75"/>
                    <a:pt x="65" y="75"/>
                    <a:pt x="65" y="75"/>
                  </a:cubicBezTo>
                  <a:cubicBezTo>
                    <a:pt x="50" y="75"/>
                    <a:pt x="50" y="75"/>
                    <a:pt x="50" y="75"/>
                  </a:cubicBezTo>
                  <a:cubicBezTo>
                    <a:pt x="50" y="89"/>
                    <a:pt x="50" y="89"/>
                    <a:pt x="50" y="89"/>
                  </a:cubicBezTo>
                  <a:cubicBezTo>
                    <a:pt x="50" y="91"/>
                    <a:pt x="49" y="92"/>
                    <a:pt x="48" y="92"/>
                  </a:cubicBezTo>
                  <a:cubicBezTo>
                    <a:pt x="46" y="92"/>
                    <a:pt x="45" y="91"/>
                    <a:pt x="45" y="89"/>
                  </a:cubicBezTo>
                  <a:cubicBezTo>
                    <a:pt x="45" y="75"/>
                    <a:pt x="45" y="75"/>
                    <a:pt x="45" y="75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24" y="100"/>
                    <a:pt x="24" y="100"/>
                    <a:pt x="24" y="100"/>
                  </a:cubicBezTo>
                  <a:cubicBezTo>
                    <a:pt x="24" y="102"/>
                    <a:pt x="22" y="102"/>
                    <a:pt x="21" y="102"/>
                  </a:cubicBezTo>
                  <a:cubicBezTo>
                    <a:pt x="20" y="102"/>
                    <a:pt x="19" y="100"/>
                    <a:pt x="19" y="99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4" y="75"/>
                    <a:pt x="4" y="75"/>
                    <a:pt x="4" y="75"/>
                  </a:cubicBezTo>
                  <a:cubicBezTo>
                    <a:pt x="2" y="75"/>
                    <a:pt x="0" y="73"/>
                    <a:pt x="0" y="71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3"/>
                    <a:pt x="2" y="12"/>
                    <a:pt x="4" y="12"/>
                  </a:cubicBezTo>
                  <a:close/>
                  <a:moveTo>
                    <a:pt x="25" y="64"/>
                  </a:moveTo>
                  <a:cubicBezTo>
                    <a:pt x="25" y="64"/>
                    <a:pt x="25" y="64"/>
                    <a:pt x="25" y="64"/>
                  </a:cubicBezTo>
                  <a:cubicBezTo>
                    <a:pt x="71" y="64"/>
                    <a:pt x="71" y="64"/>
                    <a:pt x="71" y="64"/>
                  </a:cubicBezTo>
                  <a:cubicBezTo>
                    <a:pt x="72" y="64"/>
                    <a:pt x="73" y="63"/>
                    <a:pt x="73" y="61"/>
                  </a:cubicBezTo>
                  <a:cubicBezTo>
                    <a:pt x="73" y="60"/>
                    <a:pt x="72" y="59"/>
                    <a:pt x="71" y="59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3" y="59"/>
                    <a:pt x="22" y="60"/>
                    <a:pt x="22" y="61"/>
                  </a:cubicBezTo>
                  <a:cubicBezTo>
                    <a:pt x="22" y="63"/>
                    <a:pt x="23" y="64"/>
                    <a:pt x="25" y="64"/>
                  </a:cubicBezTo>
                  <a:close/>
                  <a:moveTo>
                    <a:pt x="87" y="20"/>
                  </a:moveTo>
                  <a:cubicBezTo>
                    <a:pt x="87" y="20"/>
                    <a:pt x="87" y="20"/>
                    <a:pt x="87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20"/>
                    <a:pt x="87" y="20"/>
                    <a:pt x="87" y="2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270" name="图形"/>
            <p:cNvSpPr/>
            <p:nvPr/>
          </p:nvSpPr>
          <p:spPr>
            <a:xfrm>
              <a:off x="6582960" y="2846160"/>
              <a:ext cx="304920" cy="361080"/>
            </a:xfrm>
            <a:custGeom>
              <a:avLst/>
              <a:gdLst>
                <a:gd name="textAreaLeft" fmla="*/ 0 w 304920"/>
                <a:gd name="textAreaRight" fmla="*/ 305280 w 304920"/>
                <a:gd name="textAreaTop" fmla="*/ 0 h 361080"/>
                <a:gd name="textAreaBottom" fmla="*/ 361440 h 361080"/>
                <a:gd name="GluePoint1X" fmla="*/ 76 w 86"/>
                <a:gd name="GluePoint1Y" fmla="*/ 1 h 102"/>
                <a:gd name="GluePoint2X" fmla="*/ 74 w 86"/>
                <a:gd name="GluePoint2Y" fmla="*/ 7 h 102"/>
                <a:gd name="GluePoint3X" fmla="*/ 86 w 86"/>
                <a:gd name="GluePoint3Y" fmla="*/ 39 h 102"/>
                <a:gd name="GluePoint4X" fmla="*/ 72 w 86"/>
                <a:gd name="GluePoint4Y" fmla="*/ 72 h 102"/>
                <a:gd name="GluePoint5X" fmla="*/ 56 w 86"/>
                <a:gd name="GluePoint5Y" fmla="*/ 83 h 102"/>
                <a:gd name="GluePoint6X" fmla="*/ 42 w 86"/>
                <a:gd name="GluePoint6Y" fmla="*/ 87 h 102"/>
                <a:gd name="GluePoint7X" fmla="*/ 58 w 86"/>
                <a:gd name="GluePoint7Y" fmla="*/ 94 h 102"/>
                <a:gd name="GluePoint8X" fmla="*/ 58 w 86"/>
                <a:gd name="GluePoint8Y" fmla="*/ 102 h 102"/>
                <a:gd name="GluePoint9X" fmla="*/ 38 w 86"/>
                <a:gd name="GluePoint9Y" fmla="*/ 102 h 102"/>
                <a:gd name="GluePoint10X" fmla="*/ 19 w 86"/>
                <a:gd name="GluePoint10Y" fmla="*/ 102 h 102"/>
                <a:gd name="GluePoint11X" fmla="*/ 19 w 86"/>
                <a:gd name="GluePoint11Y" fmla="*/ 94 h 102"/>
                <a:gd name="GluePoint12X" fmla="*/ 34 w 86"/>
                <a:gd name="GluePoint12Y" fmla="*/ 87 h 102"/>
                <a:gd name="GluePoint13X" fmla="*/ 20 w 86"/>
                <a:gd name="GluePoint13Y" fmla="*/ 82 h 102"/>
                <a:gd name="GluePoint14X" fmla="*/ 7 w 86"/>
                <a:gd name="GluePoint14Y" fmla="*/ 74 h 102"/>
                <a:gd name="GluePoint15X" fmla="*/ 1 w 86"/>
                <a:gd name="GluePoint15Y" fmla="*/ 76 h 102"/>
                <a:gd name="GluePoint16X" fmla="*/ 9 w 86"/>
                <a:gd name="GluePoint16Y" fmla="*/ 64 h 102"/>
                <a:gd name="GluePoint17X" fmla="*/ 11 w 86"/>
                <a:gd name="GluePoint17Y" fmla="*/ 11 h 102"/>
                <a:gd name="GluePoint18X" fmla="*/ 38 w 86"/>
                <a:gd name="GluePoint18Y" fmla="*/ 0 h 102"/>
                <a:gd name="GluePoint19X" fmla="*/ 69 w 86"/>
                <a:gd name="GluePoint19Y" fmla="*/ 5 h 102"/>
                <a:gd name="GluePoint20X" fmla="*/ 69 w 86"/>
                <a:gd name="GluePoint20Y" fmla="*/ 5 h 102"/>
                <a:gd name="GluePoint21X" fmla="*/ 73 w 86"/>
                <a:gd name="GluePoint21Y" fmla="*/ 1 h 102"/>
                <a:gd name="GluePoint22X" fmla="*/ 70 w 86"/>
                <a:gd name="GluePoint22Y" fmla="*/ 10 h 102"/>
                <a:gd name="GluePoint23X" fmla="*/ 77 w 86"/>
                <a:gd name="GluePoint23Y" fmla="*/ 39 h 102"/>
                <a:gd name="GluePoint24X" fmla="*/ 65 w 86"/>
                <a:gd name="GluePoint24Y" fmla="*/ 66 h 102"/>
                <a:gd name="GluePoint25X" fmla="*/ 13 w 86"/>
                <a:gd name="GluePoint25Y" fmla="*/ 67 h 102"/>
                <a:gd name="GluePoint26X" fmla="*/ 22 w 86"/>
                <a:gd name="GluePoint26Y" fmla="*/ 78 h 102"/>
                <a:gd name="GluePoint27X" fmla="*/ 55 w 86"/>
                <a:gd name="GluePoint27Y" fmla="*/ 78 h 102"/>
                <a:gd name="GluePoint28X" fmla="*/ 69 w 86"/>
                <a:gd name="GluePoint28Y" fmla="*/ 69 h 102"/>
                <a:gd name="GluePoint29X" fmla="*/ 69 w 86"/>
                <a:gd name="GluePoint29Y" fmla="*/ 69 h 102"/>
                <a:gd name="GluePoint30X" fmla="*/ 81 w 86"/>
                <a:gd name="GluePoint30Y" fmla="*/ 39 h 102"/>
                <a:gd name="GluePoint31X" fmla="*/ 70 w 86"/>
                <a:gd name="GluePoint31Y" fmla="*/ 10 h 102"/>
                <a:gd name="GluePoint32X" fmla="*/ 60 w 86"/>
                <a:gd name="GluePoint32Y" fmla="*/ 17 h 102"/>
                <a:gd name="GluePoint33X" fmla="*/ 17 w 86"/>
                <a:gd name="GluePoint33Y" fmla="*/ 17 h 102"/>
                <a:gd name="GluePoint34X" fmla="*/ 17 w 86"/>
                <a:gd name="GluePoint34Y" fmla="*/ 60 h 102"/>
                <a:gd name="GluePoint35X" fmla="*/ 60 w 86"/>
                <a:gd name="GluePoint35Y" fmla="*/ 60 h 102"/>
                <a:gd name="GluePoint36X" fmla="*/ 69 w 86"/>
                <a:gd name="GluePoint36Y" fmla="*/ 39 h 102"/>
                <a:gd name="GluePoint37X" fmla="*/ 60 w 86"/>
                <a:gd name="GluePoint37Y" fmla="*/ 17 h 10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</a:cxnLst>
              <a:rect l="textAreaLeft" t="textAreaTop" r="textAreaRight" b="textAreaBottom"/>
              <a:pathLst>
                <a:path w="86" h="102">
                  <a:moveTo>
                    <a:pt x="73" y="1"/>
                  </a:moveTo>
                  <a:cubicBezTo>
                    <a:pt x="74" y="0"/>
                    <a:pt x="75" y="0"/>
                    <a:pt x="76" y="1"/>
                  </a:cubicBezTo>
                  <a:cubicBezTo>
                    <a:pt x="77" y="2"/>
                    <a:pt x="77" y="3"/>
                    <a:pt x="76" y="4"/>
                  </a:cubicBezTo>
                  <a:cubicBezTo>
                    <a:pt x="74" y="7"/>
                    <a:pt x="74" y="7"/>
                    <a:pt x="74" y="7"/>
                  </a:cubicBezTo>
                  <a:cubicBezTo>
                    <a:pt x="77" y="11"/>
                    <a:pt x="80" y="15"/>
                    <a:pt x="82" y="20"/>
                  </a:cubicBezTo>
                  <a:cubicBezTo>
                    <a:pt x="85" y="26"/>
                    <a:pt x="86" y="32"/>
                    <a:pt x="86" y="39"/>
                  </a:cubicBezTo>
                  <a:cubicBezTo>
                    <a:pt x="86" y="45"/>
                    <a:pt x="85" y="51"/>
                    <a:pt x="82" y="57"/>
                  </a:cubicBezTo>
                  <a:cubicBezTo>
                    <a:pt x="80" y="63"/>
                    <a:pt x="76" y="68"/>
                    <a:pt x="72" y="72"/>
                  </a:cubicBezTo>
                  <a:cubicBezTo>
                    <a:pt x="68" y="77"/>
                    <a:pt x="62" y="80"/>
                    <a:pt x="57" y="82"/>
                  </a:cubicBezTo>
                  <a:cubicBezTo>
                    <a:pt x="56" y="83"/>
                    <a:pt x="56" y="83"/>
                    <a:pt x="56" y="83"/>
                  </a:cubicBezTo>
                  <a:cubicBezTo>
                    <a:pt x="52" y="84"/>
                    <a:pt x="47" y="85"/>
                    <a:pt x="42" y="86"/>
                  </a:cubicBezTo>
                  <a:cubicBezTo>
                    <a:pt x="42" y="86"/>
                    <a:pt x="42" y="86"/>
                    <a:pt x="42" y="87"/>
                  </a:cubicBezTo>
                  <a:cubicBezTo>
                    <a:pt x="42" y="94"/>
                    <a:pt x="42" y="94"/>
                    <a:pt x="42" y="94"/>
                  </a:cubicBezTo>
                  <a:cubicBezTo>
                    <a:pt x="58" y="94"/>
                    <a:pt x="58" y="94"/>
                    <a:pt x="58" y="94"/>
                  </a:cubicBezTo>
                  <a:cubicBezTo>
                    <a:pt x="60" y="94"/>
                    <a:pt x="62" y="96"/>
                    <a:pt x="62" y="98"/>
                  </a:cubicBezTo>
                  <a:cubicBezTo>
                    <a:pt x="62" y="100"/>
                    <a:pt x="60" y="102"/>
                    <a:pt x="58" y="102"/>
                  </a:cubicBezTo>
                  <a:cubicBezTo>
                    <a:pt x="38" y="102"/>
                    <a:pt x="38" y="102"/>
                    <a:pt x="38" y="102"/>
                  </a:cubicBezTo>
                  <a:cubicBezTo>
                    <a:pt x="38" y="102"/>
                    <a:pt x="38" y="102"/>
                    <a:pt x="38" y="102"/>
                  </a:cubicBezTo>
                  <a:cubicBezTo>
                    <a:pt x="38" y="102"/>
                    <a:pt x="38" y="102"/>
                    <a:pt x="38" y="102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17" y="102"/>
                    <a:pt x="15" y="100"/>
                    <a:pt x="15" y="98"/>
                  </a:cubicBezTo>
                  <a:cubicBezTo>
                    <a:pt x="15" y="96"/>
                    <a:pt x="17" y="94"/>
                    <a:pt x="19" y="94"/>
                  </a:cubicBezTo>
                  <a:cubicBezTo>
                    <a:pt x="34" y="94"/>
                    <a:pt x="34" y="94"/>
                    <a:pt x="34" y="94"/>
                  </a:cubicBezTo>
                  <a:cubicBezTo>
                    <a:pt x="34" y="87"/>
                    <a:pt x="34" y="87"/>
                    <a:pt x="34" y="87"/>
                  </a:cubicBezTo>
                  <a:cubicBezTo>
                    <a:pt x="34" y="86"/>
                    <a:pt x="34" y="86"/>
                    <a:pt x="34" y="86"/>
                  </a:cubicBezTo>
                  <a:cubicBezTo>
                    <a:pt x="29" y="85"/>
                    <a:pt x="25" y="84"/>
                    <a:pt x="20" y="82"/>
                  </a:cubicBezTo>
                  <a:cubicBezTo>
                    <a:pt x="20" y="82"/>
                    <a:pt x="20" y="82"/>
                    <a:pt x="20" y="82"/>
                  </a:cubicBezTo>
                  <a:cubicBezTo>
                    <a:pt x="15" y="80"/>
                    <a:pt x="11" y="77"/>
                    <a:pt x="7" y="74"/>
                  </a:cubicBezTo>
                  <a:cubicBezTo>
                    <a:pt x="4" y="76"/>
                    <a:pt x="4" y="76"/>
                    <a:pt x="4" y="76"/>
                  </a:cubicBezTo>
                  <a:cubicBezTo>
                    <a:pt x="3" y="77"/>
                    <a:pt x="2" y="77"/>
                    <a:pt x="1" y="76"/>
                  </a:cubicBezTo>
                  <a:cubicBezTo>
                    <a:pt x="0" y="75"/>
                    <a:pt x="0" y="74"/>
                    <a:pt x="1" y="73"/>
                  </a:cubicBezTo>
                  <a:cubicBezTo>
                    <a:pt x="9" y="64"/>
                    <a:pt x="9" y="64"/>
                    <a:pt x="9" y="64"/>
                  </a:cubicBezTo>
                  <a:cubicBezTo>
                    <a:pt x="3" y="57"/>
                    <a:pt x="0" y="48"/>
                    <a:pt x="0" y="39"/>
                  </a:cubicBezTo>
                  <a:cubicBezTo>
                    <a:pt x="0" y="28"/>
                    <a:pt x="4" y="18"/>
                    <a:pt x="11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8" y="4"/>
                    <a:pt x="28" y="0"/>
                    <a:pt x="38" y="0"/>
                  </a:cubicBezTo>
                  <a:cubicBezTo>
                    <a:pt x="48" y="0"/>
                    <a:pt x="57" y="4"/>
                    <a:pt x="64" y="10"/>
                  </a:cubicBezTo>
                  <a:cubicBezTo>
                    <a:pt x="69" y="5"/>
                    <a:pt x="69" y="5"/>
                    <a:pt x="69" y="5"/>
                  </a:cubicBezTo>
                  <a:cubicBezTo>
                    <a:pt x="69" y="5"/>
                    <a:pt x="69" y="5"/>
                    <a:pt x="69" y="5"/>
                  </a:cubicBezTo>
                  <a:cubicBezTo>
                    <a:pt x="69" y="5"/>
                    <a:pt x="69" y="5"/>
                    <a:pt x="69" y="5"/>
                  </a:cubicBezTo>
                  <a:cubicBezTo>
                    <a:pt x="69" y="5"/>
                    <a:pt x="69" y="5"/>
                    <a:pt x="69" y="5"/>
                  </a:cubicBezTo>
                  <a:cubicBezTo>
                    <a:pt x="73" y="1"/>
                    <a:pt x="73" y="1"/>
                    <a:pt x="73" y="1"/>
                  </a:cubicBezTo>
                  <a:close/>
                  <a:moveTo>
                    <a:pt x="70" y="10"/>
                  </a:moveTo>
                  <a:cubicBezTo>
                    <a:pt x="70" y="10"/>
                    <a:pt x="70" y="10"/>
                    <a:pt x="70" y="10"/>
                  </a:cubicBezTo>
                  <a:cubicBezTo>
                    <a:pt x="67" y="13"/>
                    <a:pt x="67" y="13"/>
                    <a:pt x="67" y="13"/>
                  </a:cubicBezTo>
                  <a:cubicBezTo>
                    <a:pt x="73" y="20"/>
                    <a:pt x="77" y="29"/>
                    <a:pt x="77" y="39"/>
                  </a:cubicBezTo>
                  <a:cubicBezTo>
                    <a:pt x="77" y="49"/>
                    <a:pt x="73" y="59"/>
                    <a:pt x="66" y="66"/>
                  </a:cubicBezTo>
                  <a:cubicBezTo>
                    <a:pt x="65" y="66"/>
                    <a:pt x="65" y="66"/>
                    <a:pt x="65" y="66"/>
                  </a:cubicBezTo>
                  <a:cubicBezTo>
                    <a:pt x="59" y="73"/>
                    <a:pt x="49" y="77"/>
                    <a:pt x="38" y="77"/>
                  </a:cubicBezTo>
                  <a:cubicBezTo>
                    <a:pt x="29" y="77"/>
                    <a:pt x="20" y="73"/>
                    <a:pt x="13" y="67"/>
                  </a:cubicBezTo>
                  <a:cubicBezTo>
                    <a:pt x="10" y="70"/>
                    <a:pt x="10" y="70"/>
                    <a:pt x="10" y="70"/>
                  </a:cubicBezTo>
                  <a:cubicBezTo>
                    <a:pt x="13" y="74"/>
                    <a:pt x="18" y="76"/>
                    <a:pt x="22" y="78"/>
                  </a:cubicBezTo>
                  <a:cubicBezTo>
                    <a:pt x="27" y="80"/>
                    <a:pt x="33" y="81"/>
                    <a:pt x="38" y="81"/>
                  </a:cubicBezTo>
                  <a:cubicBezTo>
                    <a:pt x="44" y="81"/>
                    <a:pt x="50" y="80"/>
                    <a:pt x="55" y="78"/>
                  </a:cubicBezTo>
                  <a:cubicBezTo>
                    <a:pt x="55" y="78"/>
                    <a:pt x="55" y="78"/>
                    <a:pt x="55" y="78"/>
                  </a:cubicBezTo>
                  <a:cubicBezTo>
                    <a:pt x="60" y="76"/>
                    <a:pt x="65" y="73"/>
                    <a:pt x="69" y="69"/>
                  </a:cubicBezTo>
                  <a:cubicBezTo>
                    <a:pt x="69" y="69"/>
                    <a:pt x="69" y="69"/>
                    <a:pt x="69" y="69"/>
                  </a:cubicBezTo>
                  <a:cubicBezTo>
                    <a:pt x="69" y="69"/>
                    <a:pt x="69" y="69"/>
                    <a:pt x="69" y="69"/>
                  </a:cubicBezTo>
                  <a:cubicBezTo>
                    <a:pt x="73" y="65"/>
                    <a:pt x="76" y="60"/>
                    <a:pt x="78" y="55"/>
                  </a:cubicBezTo>
                  <a:cubicBezTo>
                    <a:pt x="80" y="50"/>
                    <a:pt x="81" y="44"/>
                    <a:pt x="81" y="39"/>
                  </a:cubicBezTo>
                  <a:cubicBezTo>
                    <a:pt x="81" y="33"/>
                    <a:pt x="80" y="27"/>
                    <a:pt x="78" y="22"/>
                  </a:cubicBezTo>
                  <a:cubicBezTo>
                    <a:pt x="76" y="18"/>
                    <a:pt x="73" y="14"/>
                    <a:pt x="70" y="10"/>
                  </a:cubicBezTo>
                  <a:close/>
                  <a:moveTo>
                    <a:pt x="60" y="17"/>
                  </a:moveTo>
                  <a:cubicBezTo>
                    <a:pt x="60" y="17"/>
                    <a:pt x="60" y="17"/>
                    <a:pt x="60" y="17"/>
                  </a:cubicBezTo>
                  <a:cubicBezTo>
                    <a:pt x="54" y="11"/>
                    <a:pt x="47" y="8"/>
                    <a:pt x="38" y="8"/>
                  </a:cubicBezTo>
                  <a:cubicBezTo>
                    <a:pt x="30" y="8"/>
                    <a:pt x="22" y="11"/>
                    <a:pt x="17" y="17"/>
                  </a:cubicBezTo>
                  <a:cubicBezTo>
                    <a:pt x="11" y="22"/>
                    <a:pt x="8" y="30"/>
                    <a:pt x="8" y="39"/>
                  </a:cubicBezTo>
                  <a:cubicBezTo>
                    <a:pt x="8" y="47"/>
                    <a:pt x="11" y="55"/>
                    <a:pt x="17" y="60"/>
                  </a:cubicBezTo>
                  <a:cubicBezTo>
                    <a:pt x="22" y="66"/>
                    <a:pt x="30" y="69"/>
                    <a:pt x="38" y="69"/>
                  </a:cubicBezTo>
                  <a:cubicBezTo>
                    <a:pt x="47" y="69"/>
                    <a:pt x="54" y="66"/>
                    <a:pt x="60" y="60"/>
                  </a:cubicBezTo>
                  <a:cubicBezTo>
                    <a:pt x="60" y="60"/>
                    <a:pt x="60" y="60"/>
                    <a:pt x="60" y="60"/>
                  </a:cubicBezTo>
                  <a:cubicBezTo>
                    <a:pt x="66" y="55"/>
                    <a:pt x="69" y="47"/>
                    <a:pt x="69" y="39"/>
                  </a:cubicBezTo>
                  <a:cubicBezTo>
                    <a:pt x="69" y="30"/>
                    <a:pt x="66" y="22"/>
                    <a:pt x="60" y="17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17"/>
                    <a:pt x="60" y="17"/>
                    <a:pt x="60" y="1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271" name="文本框 26"/>
          <p:cNvSpPr/>
          <p:nvPr/>
        </p:nvSpPr>
        <p:spPr>
          <a:xfrm>
            <a:off x="7583040" y="1764360"/>
            <a:ext cx="38358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50000"/>
              </a:lnSpc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{{content_points[3]}}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文本框 27"/>
          <p:cNvSpPr/>
          <p:nvPr/>
        </p:nvSpPr>
        <p:spPr>
          <a:xfrm>
            <a:off x="8230320" y="3284640"/>
            <a:ext cx="38358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50000"/>
              </a:lnSpc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{{content_points[4]}}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文本框 28"/>
          <p:cNvSpPr/>
          <p:nvPr/>
        </p:nvSpPr>
        <p:spPr>
          <a:xfrm>
            <a:off x="7583040" y="4834800"/>
            <a:ext cx="38358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50000"/>
              </a:lnSpc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{{content_points[5]}}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文本框 29"/>
          <p:cNvSpPr/>
          <p:nvPr/>
        </p:nvSpPr>
        <p:spPr>
          <a:xfrm>
            <a:off x="722160" y="1764360"/>
            <a:ext cx="38358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914400">
              <a:lnSpc>
                <a:spcPct val="150000"/>
              </a:lnSpc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{{content_points[0]}}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文本框 31"/>
          <p:cNvSpPr/>
          <p:nvPr/>
        </p:nvSpPr>
        <p:spPr>
          <a:xfrm>
            <a:off x="286560" y="3307680"/>
            <a:ext cx="38358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914400">
              <a:lnSpc>
                <a:spcPct val="150000"/>
              </a:lnSpc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{{content_points[1]}}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文本框 32"/>
          <p:cNvSpPr/>
          <p:nvPr/>
        </p:nvSpPr>
        <p:spPr>
          <a:xfrm>
            <a:off x="722160" y="4834800"/>
            <a:ext cx="38358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914400">
              <a:lnSpc>
                <a:spcPct val="150000"/>
              </a:lnSpc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{{content_points[2]}}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文本框 2"/>
          <p:cNvSpPr/>
          <p:nvPr/>
        </p:nvSpPr>
        <p:spPr>
          <a:xfrm>
            <a:off x="645120" y="2300040"/>
            <a:ext cx="38358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50000"/>
              </a:lnSpc>
            </a:pPr>
            <a:r>
              <a:rPr b="0" lang="en-US" sz="12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{{detailed_content[0]}}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文本框 4"/>
          <p:cNvSpPr/>
          <p:nvPr/>
        </p:nvSpPr>
        <p:spPr>
          <a:xfrm>
            <a:off x="286560" y="3846240"/>
            <a:ext cx="38358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50000"/>
              </a:lnSpc>
            </a:pPr>
            <a:r>
              <a:rPr b="0" lang="en-US" sz="12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{{detailed_content[1]}}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文本框 5"/>
          <p:cNvSpPr/>
          <p:nvPr/>
        </p:nvSpPr>
        <p:spPr>
          <a:xfrm>
            <a:off x="722160" y="5392440"/>
            <a:ext cx="38358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50000"/>
              </a:lnSpc>
            </a:pPr>
            <a:r>
              <a:rPr b="0" lang="en-US" sz="12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{{detailed_content[2]}}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文本框 15"/>
          <p:cNvSpPr/>
          <p:nvPr/>
        </p:nvSpPr>
        <p:spPr>
          <a:xfrm>
            <a:off x="7583040" y="2305080"/>
            <a:ext cx="38358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2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{{detailed_content[3]}}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文本框 16"/>
          <p:cNvSpPr/>
          <p:nvPr/>
        </p:nvSpPr>
        <p:spPr>
          <a:xfrm>
            <a:off x="8230320" y="3825360"/>
            <a:ext cx="38358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2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{{detailed_content[4]}}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文本框 33"/>
          <p:cNvSpPr/>
          <p:nvPr/>
        </p:nvSpPr>
        <p:spPr>
          <a:xfrm>
            <a:off x="7583040" y="5382720"/>
            <a:ext cx="38358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2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{{detailed_content[5]}}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660240" y="338040"/>
            <a:ext cx="10858320" cy="5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84" name="文本框 34"/>
          <p:cNvSpPr/>
          <p:nvPr/>
        </p:nvSpPr>
        <p:spPr>
          <a:xfrm>
            <a:off x="660240" y="1066680"/>
            <a:ext cx="1085832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04" dur="indefinite" restart="never" nodeType="tmRoot">
          <p:childTnLst>
            <p:seq>
              <p:cTn id="405" dur="indefinite" nodeType="mainSeq"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nodeType="after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413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4" fill="hold">
                            <p:stCondLst>
                              <p:cond delay="500"/>
                            </p:stCondLst>
                            <p:childTnLst>
                              <p:par>
                                <p:cTn id="415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17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8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9" fill="hold">
                            <p:stCondLst>
                              <p:cond delay="1000"/>
                            </p:stCondLst>
                            <p:childTnLst>
                              <p:par>
                                <p:cTn id="420" nodeType="after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422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3" fill="hold">
                            <p:stCondLst>
                              <p:cond delay="1500"/>
                            </p:stCondLst>
                            <p:childTnLst>
                              <p:par>
                                <p:cTn id="424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26" dur="5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7" dur="5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8" fill="hold">
                            <p:stCondLst>
                              <p:cond delay="2000"/>
                            </p:stCondLst>
                            <p:childTnLst>
                              <p:par>
                                <p:cTn id="429" nodeType="after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431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3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35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6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7" fill="hold">
                            <p:stCondLst>
                              <p:cond delay="3000"/>
                            </p:stCondLst>
                            <p:childTnLst>
                              <p:par>
                                <p:cTn id="438" nodeType="after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440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42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44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5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47" nodeType="after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449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0" fill="hold">
                            <p:stCondLst>
                              <p:cond delay="4500"/>
                            </p:stCondLst>
                            <p:childTnLst>
                              <p:par>
                                <p:cTn id="451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53" dur="5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4" dur="5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5" fill="hold">
                            <p:stCondLst>
                              <p:cond delay="5000"/>
                            </p:stCondLst>
                            <p:childTnLst>
                              <p:par>
                                <p:cTn id="456" nodeType="after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458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9" fill="hold">
                            <p:stCondLst>
                              <p:cond delay="5500"/>
                            </p:stCondLst>
                            <p:childTnLst>
                              <p:par>
                                <p:cTn id="460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62" dur="5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3" dur="5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图片 26" descr="C:/Users/scc10/Desktop/新建文件夹/图片17.png图片17"/>
          <p:cNvSpPr/>
          <p:nvPr/>
        </p:nvSpPr>
        <p:spPr>
          <a:xfrm>
            <a:off x="6348600" y="1531800"/>
            <a:ext cx="5169960" cy="4330440"/>
          </a:xfrm>
          <a:custGeom>
            <a:avLst/>
            <a:gdLst>
              <a:gd name="textAreaLeft" fmla="*/ 0 w 5169960"/>
              <a:gd name="textAreaRight" fmla="*/ 5170320 w 5169960"/>
              <a:gd name="textAreaTop" fmla="*/ 0 h 4330440"/>
              <a:gd name="textAreaBottom" fmla="*/ 4330800 h 4330440"/>
              <a:gd name="GluePoint1X" fmla="*/ 0 w 5170410"/>
              <a:gd name="GluePoint1Y" fmla="*/ 0 h 4330521"/>
              <a:gd name="GluePoint2X" fmla="*/ 4448642 w 5170410"/>
              <a:gd name="GluePoint2Y" fmla="*/ 0 h 4330521"/>
              <a:gd name="GluePoint3X" fmla="*/ 5170410 w 5170410"/>
              <a:gd name="GluePoint3Y" fmla="*/ 721768 h 4330521"/>
              <a:gd name="GluePoint4X" fmla="*/ 5170410 w 5170410"/>
              <a:gd name="GluePoint4Y" fmla="*/ 4330521 h 4330521"/>
              <a:gd name="GluePoint5X" fmla="*/ 0 w 5170410"/>
              <a:gd name="GluePoint5Y" fmla="*/ 4330521 h 433052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5170410" h="4330521">
                <a:moveTo>
                  <a:pt x="0" y="0"/>
                </a:moveTo>
                <a:lnTo>
                  <a:pt x="4448642" y="0"/>
                </a:lnTo>
                <a:cubicBezTo>
                  <a:pt x="4847263" y="0"/>
                  <a:pt x="5170410" y="323147"/>
                  <a:pt x="5170410" y="721768"/>
                </a:cubicBezTo>
                <a:lnTo>
                  <a:pt x="5170410" y="4330521"/>
                </a:lnTo>
                <a:lnTo>
                  <a:pt x="0" y="4330521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矩形: 单圆角 144"/>
          <p:cNvSpPr/>
          <p:nvPr/>
        </p:nvSpPr>
        <p:spPr>
          <a:xfrm>
            <a:off x="6351120" y="5131440"/>
            <a:ext cx="5167440" cy="730440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008fd2"/>
          </a:solidFill>
          <a:ln w="38100">
            <a:noFill/>
          </a:ln>
          <a:effectLst>
            <a:outerShdw algn="tl" blurRad="152280" dir="2700000" dist="75858" rotWithShape="0">
              <a:srgbClr val="20307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trike="noStrike" u="none">
              <a:solidFill>
                <a:schemeClr val="lt1"/>
              </a:solidFill>
              <a:effectLst/>
              <a:uFillTx/>
              <a:latin typeface="微软雅黑"/>
              <a:ea typeface="微软雅黑"/>
            </a:endParaRPr>
          </a:p>
        </p:txBody>
      </p:sp>
      <p:grpSp>
        <p:nvGrpSpPr>
          <p:cNvPr id="287" name="组合 2"/>
          <p:cNvGrpSpPr/>
          <p:nvPr/>
        </p:nvGrpSpPr>
        <p:grpSpPr>
          <a:xfrm>
            <a:off x="728280" y="3904560"/>
            <a:ext cx="5169240" cy="1041840"/>
            <a:chOff x="728280" y="3904560"/>
            <a:chExt cx="5169240" cy="1041840"/>
          </a:xfrm>
        </p:grpSpPr>
        <p:grpSp>
          <p:nvGrpSpPr>
            <p:cNvPr id="288" name="组合 18"/>
            <p:cNvGrpSpPr/>
            <p:nvPr/>
          </p:nvGrpSpPr>
          <p:grpSpPr>
            <a:xfrm>
              <a:off x="728280" y="3904560"/>
              <a:ext cx="5169240" cy="1041840"/>
              <a:chOff x="728280" y="3904560"/>
              <a:chExt cx="5169240" cy="1041840"/>
            </a:xfrm>
          </p:grpSpPr>
          <p:sp>
            <p:nvSpPr>
              <p:cNvPr id="289" name="椭圆 9"/>
              <p:cNvSpPr/>
              <p:nvPr/>
            </p:nvSpPr>
            <p:spPr>
              <a:xfrm>
                <a:off x="728280" y="3904560"/>
                <a:ext cx="1041840" cy="1041840"/>
              </a:xfrm>
              <a:prstGeom prst="ellipse">
                <a:avLst/>
              </a:prstGeom>
              <a:solidFill>
                <a:srgbClr val="fdcc04"/>
              </a:solidFill>
              <a:ln w="38100">
                <a:noFill/>
              </a:ln>
              <a:effectLst>
                <a:outerShdw algn="tl" blurRad="152280" dir="2700000" dist="75858" rotWithShape="0">
                  <a:srgbClr val="20307d">
                    <a:alpha val="3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600" strike="noStrike" u="none">
                  <a:solidFill>
                    <a:schemeClr val="dk1"/>
                  </a:solidFill>
                  <a:effectLst/>
                  <a:uFillTx/>
                  <a:latin typeface="思源黑体 CN Normal"/>
                  <a:ea typeface="思源黑体 CN Medium"/>
                </a:endParaRPr>
              </a:p>
            </p:txBody>
          </p:sp>
          <p:sp>
            <p:nvSpPr>
              <p:cNvPr id="290" name="矩形 10"/>
              <p:cNvSpPr/>
              <p:nvPr/>
            </p:nvSpPr>
            <p:spPr>
              <a:xfrm>
                <a:off x="1953720" y="4411440"/>
                <a:ext cx="3943800" cy="367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50000"/>
                  </a:lnSpc>
                </a:pPr>
                <a:r>
                  <a:rPr b="0" lang="en-US" sz="1200" strike="noStrike" u="none">
                    <a:solidFill>
                      <a:schemeClr val="lt1">
                        <a:lumMod val="85000"/>
                      </a:schemeClr>
                    </a:solidFill>
                    <a:effectLst/>
                    <a:uFillTx/>
                    <a:latin typeface="微软雅黑"/>
                    <a:ea typeface="微软雅黑"/>
                  </a:rPr>
                  <a:t>{{detailed_content[0]}}</a:t>
                </a:r>
                <a:endParaRPr b="0" lang="en-US" sz="12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1" name="文本框 12"/>
              <p:cNvSpPr/>
              <p:nvPr/>
            </p:nvSpPr>
            <p:spPr>
              <a:xfrm>
                <a:off x="1946160" y="3904560"/>
                <a:ext cx="3950640" cy="367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1" lang="en-US" sz="1800" strike="noStrike" u="none">
                    <a:solidFill>
                      <a:schemeClr val="lt1"/>
                    </a:solidFill>
                    <a:effectLst/>
                    <a:uFillTx/>
                    <a:latin typeface="微软雅黑"/>
                    <a:ea typeface="微软雅黑"/>
                  </a:rPr>
                  <a:t>{{content_points[2]}}</a:t>
                </a: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292" name="图片 13" descr=""/>
            <p:cNvPicPr/>
            <p:nvPr/>
          </p:nvPicPr>
          <p:blipFill>
            <a:blip r:embed="rId2"/>
            <a:stretch/>
          </p:blipFill>
          <p:spPr>
            <a:xfrm>
              <a:off x="974880" y="4137840"/>
              <a:ext cx="575640" cy="575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93" name="组合 1"/>
          <p:cNvGrpSpPr/>
          <p:nvPr/>
        </p:nvGrpSpPr>
        <p:grpSpPr>
          <a:xfrm>
            <a:off x="728280" y="1590120"/>
            <a:ext cx="5211720" cy="1041840"/>
            <a:chOff x="728280" y="1590120"/>
            <a:chExt cx="5211720" cy="1041840"/>
          </a:xfrm>
        </p:grpSpPr>
        <p:sp>
          <p:nvSpPr>
            <p:cNvPr id="294" name="椭圆 7"/>
            <p:cNvSpPr/>
            <p:nvPr/>
          </p:nvSpPr>
          <p:spPr>
            <a:xfrm>
              <a:off x="728280" y="1590120"/>
              <a:ext cx="1041840" cy="1041840"/>
            </a:xfrm>
            <a:prstGeom prst="ellipse">
              <a:avLst/>
            </a:prstGeom>
            <a:solidFill>
              <a:srgbClr val="1f55f4"/>
            </a:solidFill>
            <a:ln w="38100">
              <a:noFill/>
            </a:ln>
            <a:effectLst>
              <a:outerShdw algn="tl" blurRad="152280" dir="2700000" dist="75858" rotWithShape="0">
                <a:srgbClr val="20307d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600" strike="noStrike" u="none">
                <a:solidFill>
                  <a:schemeClr val="dk1"/>
                </a:solidFill>
                <a:effectLst/>
                <a:uFillTx/>
                <a:latin typeface="思源黑体 CN Normal"/>
                <a:ea typeface="思源黑体 CN Medium"/>
              </a:endParaRPr>
            </a:p>
          </p:txBody>
        </p:sp>
        <p:sp>
          <p:nvSpPr>
            <p:cNvPr id="295" name="矩形 42"/>
            <p:cNvSpPr/>
            <p:nvPr/>
          </p:nvSpPr>
          <p:spPr>
            <a:xfrm>
              <a:off x="1953720" y="2096640"/>
              <a:ext cx="3943800" cy="36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50000"/>
                </a:lnSpc>
              </a:pPr>
              <a:r>
                <a:rPr b="0" lang="en-US" sz="1200" strike="noStrike" u="none">
                  <a:solidFill>
                    <a:schemeClr val="lt1">
                      <a:lumMod val="85000"/>
                    </a:schemeClr>
                  </a:solidFill>
                  <a:effectLst/>
                  <a:uFillTx/>
                  <a:latin typeface="微软雅黑"/>
                  <a:ea typeface="微软雅黑"/>
                </a:rPr>
                <a:t>{{detailed_content[0]}}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6" name="文本框 8"/>
            <p:cNvSpPr/>
            <p:nvPr/>
          </p:nvSpPr>
          <p:spPr>
            <a:xfrm>
              <a:off x="1946160" y="1590120"/>
              <a:ext cx="3993840" cy="36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800" strike="noStrike" u="none">
                  <a:solidFill>
                    <a:schemeClr val="lt1"/>
                  </a:solidFill>
                  <a:effectLst/>
                  <a:uFillTx/>
                  <a:latin typeface="微软雅黑"/>
                  <a:ea typeface="微软雅黑"/>
                </a:rPr>
                <a:t>{{content_points[0]}}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97" name="图片 14" descr=""/>
            <p:cNvPicPr/>
            <p:nvPr/>
          </p:nvPicPr>
          <p:blipFill>
            <a:blip r:embed="rId3"/>
            <a:stretch/>
          </p:blipFill>
          <p:spPr>
            <a:xfrm>
              <a:off x="974880" y="1823040"/>
              <a:ext cx="575640" cy="575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98" name="文本框 3"/>
          <p:cNvSpPr/>
          <p:nvPr/>
        </p:nvSpPr>
        <p:spPr>
          <a:xfrm>
            <a:off x="6463800" y="5312520"/>
            <a:ext cx="49424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rPr>
              <a:t>{{subtitle[0]}}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660240" y="338040"/>
            <a:ext cx="10858320" cy="5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00" name="文本框 6"/>
          <p:cNvSpPr/>
          <p:nvPr/>
        </p:nvSpPr>
        <p:spPr>
          <a:xfrm>
            <a:off x="660240" y="1066680"/>
            <a:ext cx="52192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64" dur="indefinite" restart="never" nodeType="tmRoot">
          <p:childTnLst>
            <p:seq>
              <p:cTn id="465" dur="indefinite" nodeType="mainSeq">
                <p:childTnLst>
                  <p:par>
                    <p:cTn id="466" fill="hold">
                      <p:stCondLst>
                        <p:cond delay="0"/>
                      </p:stCondLst>
                      <p:childTnLst>
                        <p:par>
                          <p:cTn id="467" fill="hold">
                            <p:stCondLst>
                              <p:cond delay="0"/>
                            </p:stCondLst>
                            <p:childTnLst>
                              <p:par>
                                <p:cTn id="468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70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1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2" fill="hold">
                            <p:stCondLst>
                              <p:cond delay="500"/>
                            </p:stCondLst>
                            <p:childTnLst>
                              <p:par>
                                <p:cTn id="473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75" dur="5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6" dur="5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" name="组合 2"/>
          <p:cNvGrpSpPr/>
          <p:nvPr/>
        </p:nvGrpSpPr>
        <p:grpSpPr>
          <a:xfrm>
            <a:off x="702720" y="1871640"/>
            <a:ext cx="4766760" cy="720360"/>
            <a:chOff x="702720" y="1871640"/>
            <a:chExt cx="4766760" cy="720360"/>
          </a:xfrm>
        </p:grpSpPr>
        <p:grpSp>
          <p:nvGrpSpPr>
            <p:cNvPr id="302" name="组合 6"/>
            <p:cNvGrpSpPr/>
            <p:nvPr/>
          </p:nvGrpSpPr>
          <p:grpSpPr>
            <a:xfrm>
              <a:off x="702720" y="1871640"/>
              <a:ext cx="720000" cy="720360"/>
              <a:chOff x="702720" y="1871640"/>
              <a:chExt cx="720000" cy="720360"/>
            </a:xfrm>
          </p:grpSpPr>
          <p:cxnSp>
            <p:nvCxnSpPr>
              <p:cNvPr id="303" name="图形"/>
              <p:cNvCxnSpPr/>
              <p:nvPr/>
            </p:nvCxnSpPr>
            <p:spPr>
              <a:xfrm flipH="1">
                <a:off x="702720" y="1871640"/>
                <a:ext cx="720360" cy="720720"/>
              </a:xfrm>
              <a:prstGeom prst="straightConnector1">
                <a:avLst/>
              </a:prstGeom>
              <a:ln w="3175">
                <a:solidFill>
                  <a:srgbClr val="778495">
                    <a:lumMod val="85000"/>
                  </a:srgbClr>
                </a:solidFill>
              </a:ln>
            </p:spPr>
          </p:cxnSp>
          <p:sp>
            <p:nvSpPr>
              <p:cNvPr id="304" name="图形"/>
              <p:cNvSpPr/>
              <p:nvPr/>
            </p:nvSpPr>
            <p:spPr>
              <a:xfrm>
                <a:off x="795600" y="1973520"/>
                <a:ext cx="513360" cy="513360"/>
              </a:xfrm>
              <a:prstGeom prst="ellipse">
                <a:avLst/>
              </a:prstGeom>
              <a:solidFill>
                <a:srgbClr val="1f55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305" name="图形"/>
              <p:cNvSpPr/>
              <p:nvPr/>
            </p:nvSpPr>
            <p:spPr>
              <a:xfrm>
                <a:off x="835560" y="2034720"/>
                <a:ext cx="392760" cy="367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1" lang="en-US" sz="1800" strike="noStrike" u="none">
                    <a:solidFill>
                      <a:schemeClr val="lt1"/>
                    </a:solidFill>
                    <a:effectLst/>
                    <a:uFillTx/>
                    <a:latin typeface="思源黑体 CN Medium"/>
                    <a:ea typeface="思源黑体 CN Medium"/>
                  </a:rPr>
                  <a:t>01</a:t>
                </a: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06" name="矩形 110"/>
            <p:cNvSpPr/>
            <p:nvPr/>
          </p:nvSpPr>
          <p:spPr>
            <a:xfrm>
              <a:off x="1620000" y="2064240"/>
              <a:ext cx="3849480" cy="338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 defTabSz="914400">
                <a:lnSpc>
                  <a:spcPct val="90000"/>
                </a:lnSpc>
                <a:spcBef>
                  <a:spcPts val="1001"/>
                </a:spcBef>
                <a:tabLst>
                  <a:tab algn="l" pos="0"/>
                </a:tabLst>
              </a:pPr>
              <a:r>
                <a:rPr b="1" lang="en-US" sz="1800" strike="noStrike" u="none">
                  <a:solidFill>
                    <a:schemeClr val="lt1"/>
                  </a:solidFill>
                  <a:effectLst/>
                  <a:uFillTx/>
                  <a:latin typeface="微软雅黑"/>
                  <a:ea typeface="微软雅黑"/>
                </a:rPr>
                <a:t>{{content_points[0]}}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7" name="组合 3"/>
          <p:cNvGrpSpPr/>
          <p:nvPr/>
        </p:nvGrpSpPr>
        <p:grpSpPr>
          <a:xfrm>
            <a:off x="6828120" y="1871640"/>
            <a:ext cx="4791600" cy="720360"/>
            <a:chOff x="6828120" y="1871640"/>
            <a:chExt cx="4791600" cy="720360"/>
          </a:xfrm>
        </p:grpSpPr>
        <p:sp>
          <p:nvSpPr>
            <p:cNvPr id="308" name="矩形 110"/>
            <p:cNvSpPr/>
            <p:nvPr/>
          </p:nvSpPr>
          <p:spPr>
            <a:xfrm>
              <a:off x="7665120" y="2064240"/>
              <a:ext cx="3954600" cy="338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 defTabSz="914400">
                <a:lnSpc>
                  <a:spcPct val="90000"/>
                </a:lnSpc>
                <a:spcBef>
                  <a:spcPts val="1001"/>
                </a:spcBef>
                <a:tabLst>
                  <a:tab algn="l" pos="0"/>
                </a:tabLst>
              </a:pPr>
              <a:r>
                <a:rPr b="1" lang="en-US" sz="1800" strike="noStrike" u="none">
                  <a:solidFill>
                    <a:schemeClr val="lt1"/>
                  </a:solidFill>
                  <a:effectLst/>
                  <a:uFillTx/>
                  <a:latin typeface="微软雅黑"/>
                  <a:ea typeface="微软雅黑"/>
                </a:rPr>
                <a:t>{{content_points[1]}}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09" name="组合 81"/>
            <p:cNvGrpSpPr/>
            <p:nvPr/>
          </p:nvGrpSpPr>
          <p:grpSpPr>
            <a:xfrm>
              <a:off x="6828120" y="1871640"/>
              <a:ext cx="720000" cy="720360"/>
              <a:chOff x="6828120" y="1871640"/>
              <a:chExt cx="720000" cy="720360"/>
            </a:xfrm>
          </p:grpSpPr>
          <p:cxnSp>
            <p:nvCxnSpPr>
              <p:cNvPr id="310" name="图形"/>
              <p:cNvCxnSpPr/>
              <p:nvPr/>
            </p:nvCxnSpPr>
            <p:spPr>
              <a:xfrm flipH="1">
                <a:off x="6828120" y="1871640"/>
                <a:ext cx="720360" cy="720720"/>
              </a:xfrm>
              <a:prstGeom prst="straightConnector1">
                <a:avLst/>
              </a:prstGeom>
              <a:ln w="3175">
                <a:solidFill>
                  <a:srgbClr val="778495">
                    <a:lumMod val="85000"/>
                  </a:srgbClr>
                </a:solidFill>
              </a:ln>
            </p:spPr>
          </p:cxnSp>
          <p:sp>
            <p:nvSpPr>
              <p:cNvPr id="311" name="图形"/>
              <p:cNvSpPr/>
              <p:nvPr/>
            </p:nvSpPr>
            <p:spPr>
              <a:xfrm>
                <a:off x="6921000" y="1973520"/>
                <a:ext cx="513360" cy="513360"/>
              </a:xfrm>
              <a:prstGeom prst="ellipse">
                <a:avLst/>
              </a:prstGeom>
              <a:solidFill>
                <a:srgbClr val="fdcc0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微软雅黑"/>
                </a:endParaRPr>
              </a:p>
            </p:txBody>
          </p:sp>
          <p:sp>
            <p:nvSpPr>
              <p:cNvPr id="312" name="图形"/>
              <p:cNvSpPr/>
              <p:nvPr/>
            </p:nvSpPr>
            <p:spPr>
              <a:xfrm>
                <a:off x="6960960" y="2034720"/>
                <a:ext cx="444240" cy="367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</a:pPr>
                <a:r>
                  <a:rPr b="1" lang="en-US" sz="1800" strike="noStrike" u="none">
                    <a:solidFill>
                      <a:schemeClr val="lt1"/>
                    </a:solidFill>
                    <a:effectLst/>
                    <a:uFillTx/>
                    <a:latin typeface="思源黑体 CN Medium"/>
                    <a:ea typeface="思源黑体 CN Medium"/>
                  </a:rPr>
                  <a:t>02</a:t>
                </a: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313" name="组合 4"/>
          <p:cNvGrpSpPr/>
          <p:nvPr/>
        </p:nvGrpSpPr>
        <p:grpSpPr>
          <a:xfrm>
            <a:off x="595080" y="3060000"/>
            <a:ext cx="4874400" cy="367920"/>
            <a:chOff x="595080" y="3060000"/>
            <a:chExt cx="4874400" cy="367920"/>
          </a:xfrm>
        </p:grpSpPr>
        <p:sp>
          <p:nvSpPr>
            <p:cNvPr id="314" name="任意多边形 87"/>
            <p:cNvSpPr/>
            <p:nvPr/>
          </p:nvSpPr>
          <p:spPr>
            <a:xfrm>
              <a:off x="595080" y="3141360"/>
              <a:ext cx="284760" cy="183960"/>
            </a:xfrm>
            <a:custGeom>
              <a:avLst/>
              <a:gdLst>
                <a:gd name="textAreaLeft" fmla="*/ 0 w 284760"/>
                <a:gd name="textAreaRight" fmla="*/ 285120 w 284760"/>
                <a:gd name="textAreaTop" fmla="*/ 0 h 183960"/>
                <a:gd name="textAreaBottom" fmla="*/ 184320 h 183960"/>
                <a:gd name="GluePoint1X" fmla="*/ 0 w 214313"/>
                <a:gd name="GluePoint1Y" fmla="*/ 61913 h 138113"/>
                <a:gd name="GluePoint2X" fmla="*/ 76200 w 214313"/>
                <a:gd name="GluePoint2Y" fmla="*/ 138113 h 138113"/>
                <a:gd name="GluePoint3X" fmla="*/ 214313 w 214313"/>
                <a:gd name="GluePoint3Y" fmla="*/ 0 h 1381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14313" h="138113">
                  <a:moveTo>
                    <a:pt x="0" y="61913"/>
                  </a:moveTo>
                  <a:lnTo>
                    <a:pt x="76200" y="138113"/>
                  </a:lnTo>
                  <a:lnTo>
                    <a:pt x="214313" y="0"/>
                  </a:lnTo>
                </a:path>
              </a:pathLst>
            </a:custGeom>
            <a:noFill/>
            <a:ln cap="rnd" w="25400">
              <a:solidFill>
                <a:srgbClr val="1f55f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22040" rIns="122040" tIns="60840" bIns="6084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400" strike="noStrike" u="none">
                <a:ln>
                  <a:solidFill>
                    <a:srgbClr val="59bbff"/>
                  </a:solidFill>
                </a:ln>
                <a:solidFill>
                  <a:srgbClr val="ffffff"/>
                </a:solidFill>
                <a:effectLst/>
                <a:uFillTx/>
                <a:latin typeface="思源黑体 CN Regular"/>
                <a:ea typeface="思源黑体 CN Regular"/>
              </a:endParaRPr>
            </a:p>
          </p:txBody>
        </p:sp>
        <p:sp>
          <p:nvSpPr>
            <p:cNvPr id="315" name="文本框 92"/>
            <p:cNvSpPr/>
            <p:nvPr/>
          </p:nvSpPr>
          <p:spPr>
            <a:xfrm>
              <a:off x="892800" y="3060000"/>
              <a:ext cx="4576680" cy="36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50000"/>
                </a:lnSpc>
              </a:pPr>
              <a:r>
                <a:rPr b="0" lang="en-US" sz="1200" strike="noStrike" u="none">
                  <a:solidFill>
                    <a:schemeClr val="lt1"/>
                  </a:solidFill>
                  <a:effectLst/>
                  <a:uFillTx/>
                  <a:latin typeface="思源黑体 CN Normal"/>
                  <a:ea typeface="思源黑体 CN Normal"/>
                </a:rPr>
                <a:t>{{detailed_content[0]}}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16" name="组合 9"/>
          <p:cNvGrpSpPr/>
          <p:nvPr/>
        </p:nvGrpSpPr>
        <p:grpSpPr>
          <a:xfrm>
            <a:off x="6529680" y="3060000"/>
            <a:ext cx="4884120" cy="367920"/>
            <a:chOff x="6529680" y="3060000"/>
            <a:chExt cx="4884120" cy="367920"/>
          </a:xfrm>
        </p:grpSpPr>
        <p:sp>
          <p:nvSpPr>
            <p:cNvPr id="317" name="任意多边形 96"/>
            <p:cNvSpPr/>
            <p:nvPr/>
          </p:nvSpPr>
          <p:spPr>
            <a:xfrm>
              <a:off x="6529680" y="3141360"/>
              <a:ext cx="285480" cy="18396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183960"/>
                <a:gd name="textAreaBottom" fmla="*/ 184320 h 183960"/>
                <a:gd name="GluePoint1X" fmla="*/ 0 w 214313"/>
                <a:gd name="GluePoint1Y" fmla="*/ 61913 h 138113"/>
                <a:gd name="GluePoint2X" fmla="*/ 76200 w 214313"/>
                <a:gd name="GluePoint2Y" fmla="*/ 138113 h 138113"/>
                <a:gd name="GluePoint3X" fmla="*/ 214313 w 214313"/>
                <a:gd name="GluePoint3Y" fmla="*/ 0 h 13811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14313" h="138113">
                  <a:moveTo>
                    <a:pt x="0" y="61913"/>
                  </a:moveTo>
                  <a:lnTo>
                    <a:pt x="76200" y="138113"/>
                  </a:lnTo>
                  <a:lnTo>
                    <a:pt x="214313" y="0"/>
                  </a:lnTo>
                </a:path>
              </a:pathLst>
            </a:custGeom>
            <a:noFill/>
            <a:ln cap="rnd" w="25400">
              <a:solidFill>
                <a:srgbClr val="fdcc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22040" rIns="122040" tIns="60840" bIns="6084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400" strike="noStrike" u="none">
                <a:ln>
                  <a:solidFill>
                    <a:srgbClr val="59bbff"/>
                  </a:solidFill>
                </a:ln>
                <a:solidFill>
                  <a:srgbClr val="ffffff"/>
                </a:solidFill>
                <a:effectLst/>
                <a:uFillTx/>
                <a:latin typeface="思源黑体 CN Regular"/>
                <a:ea typeface="思源黑体 CN Regular"/>
              </a:endParaRPr>
            </a:p>
          </p:txBody>
        </p:sp>
        <p:sp>
          <p:nvSpPr>
            <p:cNvPr id="318" name="文本框 99"/>
            <p:cNvSpPr/>
            <p:nvPr/>
          </p:nvSpPr>
          <p:spPr>
            <a:xfrm>
              <a:off x="6828120" y="3060000"/>
              <a:ext cx="4585680" cy="36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50000"/>
                </a:lnSpc>
              </a:pPr>
              <a:r>
                <a:rPr b="0" lang="en-US" sz="1200" strike="noStrike" u="none">
                  <a:solidFill>
                    <a:schemeClr val="lt1"/>
                  </a:solidFill>
                  <a:effectLst/>
                  <a:uFillTx/>
                  <a:latin typeface="思源黑体 CN Normal"/>
                  <a:ea typeface="思源黑体 CN Normal"/>
                </a:rPr>
                <a:t>{{detailed_content[1]}}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660240" y="338040"/>
            <a:ext cx="10858320" cy="5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20" name="文本框 5"/>
          <p:cNvSpPr/>
          <p:nvPr/>
        </p:nvSpPr>
        <p:spPr>
          <a:xfrm>
            <a:off x="660240" y="1066680"/>
            <a:ext cx="1095984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77" dur="indefinite" restart="never" nodeType="tmRoot">
          <p:childTnLst>
            <p:seq>
              <p:cTn id="478" dur="indefinite" nodeType="mainSeq">
                <p:childTnLst>
                  <p:par>
                    <p:cTn id="479" fill="hold">
                      <p:stCondLst>
                        <p:cond delay="0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id="481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3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84" dur="5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5" dur="5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6" fill="hold">
                            <p:stCondLst>
                              <p:cond delay="500"/>
                            </p:stCondLst>
                            <p:childTnLst>
                              <p:par>
                                <p:cTn id="487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9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90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1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2" fill="hold">
                            <p:stCondLst>
                              <p:cond delay="1000"/>
                            </p:stCondLst>
                            <p:childTnLst>
                              <p:par>
                                <p:cTn id="493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5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96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7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9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1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02" dur="5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03" dur="5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A-ïŝ1iḍè"/>
          <p:cNvSpPr/>
          <p:nvPr/>
        </p:nvSpPr>
        <p:spPr>
          <a:xfrm>
            <a:off x="663120" y="1822320"/>
            <a:ext cx="674640" cy="674640"/>
          </a:xfrm>
          <a:prstGeom prst="ellipse">
            <a:avLst/>
          </a:prstGeom>
          <a:solidFill>
            <a:srgbClr val="1f55f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50000"/>
              </a:lnSpc>
            </a:pPr>
            <a:endParaRPr b="0" lang="en-US" sz="1800" strike="noStrike" u="none">
              <a:solidFill>
                <a:schemeClr val="lt1">
                  <a:lumMod val="75000"/>
                  <a:lumOff val="25000"/>
                </a:schemeClr>
              </a:solidFill>
              <a:effectLst/>
              <a:uFillTx/>
              <a:latin typeface="微软雅黑"/>
              <a:ea typeface="微软雅黑"/>
            </a:endParaRPr>
          </a:p>
        </p:txBody>
      </p:sp>
      <p:sp>
        <p:nvSpPr>
          <p:cNvPr id="322" name="PA-ísḻïḋè"/>
          <p:cNvSpPr/>
          <p:nvPr/>
        </p:nvSpPr>
        <p:spPr>
          <a:xfrm>
            <a:off x="829800" y="1987560"/>
            <a:ext cx="340560" cy="343800"/>
          </a:xfrm>
          <a:custGeom>
            <a:avLst/>
            <a:gdLst>
              <a:gd name="textAreaLeft" fmla="*/ 0 w 340560"/>
              <a:gd name="textAreaRight" fmla="*/ 340920 w 340560"/>
              <a:gd name="textAreaTop" fmla="*/ 0 h 343800"/>
              <a:gd name="textAreaBottom" fmla="*/ 344160 h 343800"/>
              <a:gd name="GluePoint1X" fmla="*/ 420660 w 597083"/>
              <a:gd name="GluePoint1Y" fmla="*/ 304801 h 602376"/>
              <a:gd name="GluePoint2X" fmla="*/ 435488 w 597083"/>
              <a:gd name="GluePoint2Y" fmla="*/ 370123 h 602376"/>
              <a:gd name="GluePoint3X" fmla="*/ 370688 w 597083"/>
              <a:gd name="GluePoint3Y" fmla="*/ 434853 h 602376"/>
              <a:gd name="GluePoint4X" fmla="*/ 305295 w 597083"/>
              <a:gd name="GluePoint4Y" fmla="*/ 420041 h 602376"/>
              <a:gd name="GluePoint5X" fmla="*/ 420660 w 597083"/>
              <a:gd name="GluePoint5Y" fmla="*/ 304801 h 602376"/>
              <a:gd name="GluePoint6X" fmla="*/ 204256 w 597083"/>
              <a:gd name="GluePoint6Y" fmla="*/ 71668 h 602376"/>
              <a:gd name="GluePoint7X" fmla="*/ 69407 w 597083"/>
              <a:gd name="GluePoint7Y" fmla="*/ 201568 h 602376"/>
              <a:gd name="GluePoint8X" fmla="*/ 294155 w 597083"/>
              <a:gd name="GluePoint8Y" fmla="*/ 425967 h 602376"/>
              <a:gd name="GluePoint9X" fmla="*/ 377379 w 597083"/>
              <a:gd name="GluePoint9Y" fmla="*/ 445519 h 602376"/>
              <a:gd name="GluePoint10X" fmla="*/ 465053 w 597083"/>
              <a:gd name="GluePoint10Y" fmla="*/ 464330 h 602376"/>
              <a:gd name="GluePoint11X" fmla="*/ 446213 w 597083"/>
              <a:gd name="GluePoint11Y" fmla="*/ 376644 h 602376"/>
              <a:gd name="GluePoint12X" fmla="*/ 426482 w 597083"/>
              <a:gd name="GluePoint12Y" fmla="*/ 293550 h 602376"/>
              <a:gd name="GluePoint13X" fmla="*/ 141801 w 597083"/>
              <a:gd name="GluePoint13Y" fmla="*/ 720 h 602376"/>
              <a:gd name="GluePoint14X" fmla="*/ 147883 w 597083"/>
              <a:gd name="GluePoint14Y" fmla="*/ 1460 h 602376"/>
              <a:gd name="GluePoint15X" fmla="*/ 206481 w 597083"/>
              <a:gd name="GluePoint15Y" fmla="*/ 59967 h 602376"/>
              <a:gd name="GluePoint16X" fmla="*/ 314628 w 597083"/>
              <a:gd name="GluePoint16Y" fmla="*/ 38490 h 602376"/>
              <a:gd name="GluePoint17X" fmla="*/ 597083 w 597083"/>
              <a:gd name="GluePoint17Y" fmla="*/ 320359 h 602376"/>
              <a:gd name="GluePoint18X" fmla="*/ 314628 w 597083"/>
              <a:gd name="GluePoint18Y" fmla="*/ 602376 h 602376"/>
              <a:gd name="GluePoint19X" fmla="*/ 32171 w 597083"/>
              <a:gd name="GluePoint19Y" fmla="*/ 320359 h 602376"/>
              <a:gd name="GluePoint20X" fmla="*/ 57539 w 597083"/>
              <a:gd name="GluePoint20Y" fmla="*/ 203790 h 602376"/>
              <a:gd name="GluePoint21X" fmla="*/ 1463 w 597083"/>
              <a:gd name="GluePoint21Y" fmla="*/ 147653 h 602376"/>
              <a:gd name="GluePoint22X" fmla="*/ 722 w 597083"/>
              <a:gd name="GluePoint22Y" fmla="*/ 141580 h 602376"/>
              <a:gd name="GluePoint23X" fmla="*/ 141801 w 597083"/>
              <a:gd name="GluePoint23Y" fmla="*/ 720 h 602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</a:cxnLst>
            <a:rect l="textAreaLeft" t="textAreaTop" r="textAreaRight" b="textAreaBottom"/>
            <a:pathLst>
              <a:path w="597083" h="602376">
                <a:moveTo>
                  <a:pt x="420660" y="304801"/>
                </a:moveTo>
                <a:lnTo>
                  <a:pt x="435488" y="370123"/>
                </a:lnTo>
                <a:cubicBezTo>
                  <a:pt x="407759" y="383899"/>
                  <a:pt x="384479" y="407154"/>
                  <a:pt x="370688" y="434853"/>
                </a:cubicBezTo>
                <a:lnTo>
                  <a:pt x="305295" y="420041"/>
                </a:lnTo>
                <a:cubicBezTo>
                  <a:pt x="328872" y="368790"/>
                  <a:pt x="369354" y="328353"/>
                  <a:pt x="420660" y="304801"/>
                </a:cubicBezTo>
                <a:close/>
                <a:moveTo>
                  <a:pt x="204256" y="71668"/>
                </a:moveTo>
                <a:cubicBezTo>
                  <a:pt x="145361" y="97737"/>
                  <a:pt x="97742" y="143654"/>
                  <a:pt x="69407" y="201568"/>
                </a:cubicBezTo>
                <a:lnTo>
                  <a:pt x="294155" y="425967"/>
                </a:lnTo>
                <a:lnTo>
                  <a:pt x="377379" y="445519"/>
                </a:lnTo>
                <a:lnTo>
                  <a:pt x="465053" y="464330"/>
                </a:lnTo>
                <a:lnTo>
                  <a:pt x="446213" y="376644"/>
                </a:lnTo>
                <a:lnTo>
                  <a:pt x="426482" y="293550"/>
                </a:lnTo>
                <a:close/>
                <a:moveTo>
                  <a:pt x="141801" y="720"/>
                </a:moveTo>
                <a:cubicBezTo>
                  <a:pt x="143730" y="-465"/>
                  <a:pt x="146251" y="-169"/>
                  <a:pt x="147883" y="1460"/>
                </a:cubicBezTo>
                <a:lnTo>
                  <a:pt x="206481" y="59967"/>
                </a:lnTo>
                <a:cubicBezTo>
                  <a:pt x="240898" y="45748"/>
                  <a:pt x="277243" y="38490"/>
                  <a:pt x="314628" y="38490"/>
                </a:cubicBezTo>
                <a:cubicBezTo>
                  <a:pt x="470394" y="38490"/>
                  <a:pt x="597083" y="164983"/>
                  <a:pt x="597083" y="320359"/>
                </a:cubicBezTo>
                <a:cubicBezTo>
                  <a:pt x="597083" y="475883"/>
                  <a:pt x="470394" y="602376"/>
                  <a:pt x="314628" y="602376"/>
                </a:cubicBezTo>
                <a:cubicBezTo>
                  <a:pt x="158861" y="602376"/>
                  <a:pt x="32171" y="475883"/>
                  <a:pt x="32171" y="320359"/>
                </a:cubicBezTo>
                <a:cubicBezTo>
                  <a:pt x="32171" y="279775"/>
                  <a:pt x="40776" y="240523"/>
                  <a:pt x="57539" y="203790"/>
                </a:cubicBezTo>
                <a:lnTo>
                  <a:pt x="1463" y="147653"/>
                </a:lnTo>
                <a:cubicBezTo>
                  <a:pt x="-169" y="146024"/>
                  <a:pt x="-465" y="143506"/>
                  <a:pt x="722" y="141580"/>
                </a:cubicBezTo>
                <a:cubicBezTo>
                  <a:pt x="36028" y="84703"/>
                  <a:pt x="84687" y="35972"/>
                  <a:pt x="141801" y="72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50000"/>
              </a:lnSpc>
            </a:pPr>
            <a:endParaRPr b="0" lang="en-US" sz="1800" strike="noStrike" u="none">
              <a:solidFill>
                <a:schemeClr val="lt1">
                  <a:lumMod val="75000"/>
                  <a:lumOff val="25000"/>
                </a:schemeClr>
              </a:solidFill>
              <a:effectLst/>
              <a:uFillTx/>
              <a:latin typeface="微软雅黑"/>
              <a:ea typeface="微软雅黑"/>
            </a:endParaRPr>
          </a:p>
        </p:txBody>
      </p:sp>
      <p:grpSp>
        <p:nvGrpSpPr>
          <p:cNvPr id="323" name="组合 2"/>
          <p:cNvGrpSpPr/>
          <p:nvPr/>
        </p:nvGrpSpPr>
        <p:grpSpPr>
          <a:xfrm>
            <a:off x="1490400" y="1644120"/>
            <a:ext cx="3260520" cy="708120"/>
            <a:chOff x="1490400" y="1644120"/>
            <a:chExt cx="3260520" cy="708120"/>
          </a:xfrm>
        </p:grpSpPr>
        <p:sp>
          <p:nvSpPr>
            <p:cNvPr id="324" name="文本框 21"/>
            <p:cNvSpPr/>
            <p:nvPr/>
          </p:nvSpPr>
          <p:spPr>
            <a:xfrm>
              <a:off x="1490400" y="1987560"/>
              <a:ext cx="32000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  <a:scene3d>
                <a:camera prst="orthographicFront"/>
                <a:lightRig dir="t" rig="threePt"/>
              </a:scene3d>
              <a:sp3d contourW="12700"/>
            </a:bodyPr>
            <a:p>
              <a:pPr defTabSz="457200">
                <a:lnSpc>
                  <a:spcPct val="150000"/>
                </a:lnSpc>
              </a:pPr>
              <a:r>
                <a:rPr b="0" lang="en-US" sz="1200" strike="noStrike" u="none">
                  <a:solidFill>
                    <a:schemeClr val="lt1">
                      <a:lumMod val="85000"/>
                    </a:schemeClr>
                  </a:solidFill>
                  <a:effectLst/>
                  <a:uFillTx/>
                  <a:latin typeface="微软雅黑"/>
                  <a:ea typeface="微软雅黑"/>
                </a:rPr>
                <a:t>{{detailed_content[0]}}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5" name="文本框 9"/>
            <p:cNvSpPr/>
            <p:nvPr/>
          </p:nvSpPr>
          <p:spPr>
            <a:xfrm>
              <a:off x="1573560" y="1644120"/>
              <a:ext cx="3177360" cy="27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1219320">
                <a:lnSpc>
                  <a:spcPct val="100000"/>
                </a:lnSpc>
              </a:pPr>
              <a:r>
                <a:rPr b="1" lang="en-US" sz="1800" strike="noStrike" u="none" cap="all">
                  <a:solidFill>
                    <a:schemeClr val="lt1"/>
                  </a:solidFill>
                  <a:effectLst/>
                  <a:uFillTx/>
                  <a:latin typeface="微软雅黑"/>
                  <a:ea typeface="微软雅黑"/>
                </a:rPr>
                <a:t>{{content_points[0]}}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6" name="PA-iṣļïḋe"/>
          <p:cNvSpPr/>
          <p:nvPr/>
        </p:nvSpPr>
        <p:spPr>
          <a:xfrm>
            <a:off x="663120" y="3537000"/>
            <a:ext cx="674640" cy="674640"/>
          </a:xfrm>
          <a:prstGeom prst="ellipse">
            <a:avLst/>
          </a:prstGeom>
          <a:solidFill>
            <a:srgbClr val="0acec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50000"/>
              </a:lnSpc>
            </a:pPr>
            <a:endParaRPr b="0" lang="en-US" sz="1800" strike="noStrike" u="none">
              <a:solidFill>
                <a:schemeClr val="lt1">
                  <a:lumMod val="75000"/>
                  <a:lumOff val="25000"/>
                </a:schemeClr>
              </a:solidFill>
              <a:effectLst/>
              <a:uFillTx/>
              <a:latin typeface="微软雅黑"/>
              <a:ea typeface="微软雅黑"/>
            </a:endParaRPr>
          </a:p>
        </p:txBody>
      </p:sp>
      <p:sp>
        <p:nvSpPr>
          <p:cNvPr id="327" name="PA-iŝľiḓe"/>
          <p:cNvSpPr/>
          <p:nvPr/>
        </p:nvSpPr>
        <p:spPr>
          <a:xfrm>
            <a:off x="829800" y="3702600"/>
            <a:ext cx="340560" cy="343800"/>
          </a:xfrm>
          <a:custGeom>
            <a:avLst/>
            <a:gdLst>
              <a:gd name="textAreaLeft" fmla="*/ 0 w 340560"/>
              <a:gd name="textAreaRight" fmla="*/ 340920 w 340560"/>
              <a:gd name="textAreaTop" fmla="*/ 0 h 343800"/>
              <a:gd name="textAreaBottom" fmla="*/ 344160 h 343800"/>
              <a:gd name="GluePoint1X" fmla="*/ 420660 w 597083"/>
              <a:gd name="GluePoint1Y" fmla="*/ 304801 h 602376"/>
              <a:gd name="GluePoint2X" fmla="*/ 435488 w 597083"/>
              <a:gd name="GluePoint2Y" fmla="*/ 370123 h 602376"/>
              <a:gd name="GluePoint3X" fmla="*/ 370688 w 597083"/>
              <a:gd name="GluePoint3Y" fmla="*/ 434853 h 602376"/>
              <a:gd name="GluePoint4X" fmla="*/ 305295 w 597083"/>
              <a:gd name="GluePoint4Y" fmla="*/ 420041 h 602376"/>
              <a:gd name="GluePoint5X" fmla="*/ 420660 w 597083"/>
              <a:gd name="GluePoint5Y" fmla="*/ 304801 h 602376"/>
              <a:gd name="GluePoint6X" fmla="*/ 204256 w 597083"/>
              <a:gd name="GluePoint6Y" fmla="*/ 71668 h 602376"/>
              <a:gd name="GluePoint7X" fmla="*/ 69407 w 597083"/>
              <a:gd name="GluePoint7Y" fmla="*/ 201568 h 602376"/>
              <a:gd name="GluePoint8X" fmla="*/ 294155 w 597083"/>
              <a:gd name="GluePoint8Y" fmla="*/ 425967 h 602376"/>
              <a:gd name="GluePoint9X" fmla="*/ 377379 w 597083"/>
              <a:gd name="GluePoint9Y" fmla="*/ 445519 h 602376"/>
              <a:gd name="GluePoint10X" fmla="*/ 465053 w 597083"/>
              <a:gd name="GluePoint10Y" fmla="*/ 464330 h 602376"/>
              <a:gd name="GluePoint11X" fmla="*/ 446213 w 597083"/>
              <a:gd name="GluePoint11Y" fmla="*/ 376644 h 602376"/>
              <a:gd name="GluePoint12X" fmla="*/ 426482 w 597083"/>
              <a:gd name="GluePoint12Y" fmla="*/ 293550 h 602376"/>
              <a:gd name="GluePoint13X" fmla="*/ 141801 w 597083"/>
              <a:gd name="GluePoint13Y" fmla="*/ 720 h 602376"/>
              <a:gd name="GluePoint14X" fmla="*/ 147883 w 597083"/>
              <a:gd name="GluePoint14Y" fmla="*/ 1460 h 602376"/>
              <a:gd name="GluePoint15X" fmla="*/ 206481 w 597083"/>
              <a:gd name="GluePoint15Y" fmla="*/ 59967 h 602376"/>
              <a:gd name="GluePoint16X" fmla="*/ 314628 w 597083"/>
              <a:gd name="GluePoint16Y" fmla="*/ 38490 h 602376"/>
              <a:gd name="GluePoint17X" fmla="*/ 597083 w 597083"/>
              <a:gd name="GluePoint17Y" fmla="*/ 320359 h 602376"/>
              <a:gd name="GluePoint18X" fmla="*/ 314628 w 597083"/>
              <a:gd name="GluePoint18Y" fmla="*/ 602376 h 602376"/>
              <a:gd name="GluePoint19X" fmla="*/ 32171 w 597083"/>
              <a:gd name="GluePoint19Y" fmla="*/ 320359 h 602376"/>
              <a:gd name="GluePoint20X" fmla="*/ 57539 w 597083"/>
              <a:gd name="GluePoint20Y" fmla="*/ 203790 h 602376"/>
              <a:gd name="GluePoint21X" fmla="*/ 1463 w 597083"/>
              <a:gd name="GluePoint21Y" fmla="*/ 147653 h 602376"/>
              <a:gd name="GluePoint22X" fmla="*/ 722 w 597083"/>
              <a:gd name="GluePoint22Y" fmla="*/ 141580 h 602376"/>
              <a:gd name="GluePoint23X" fmla="*/ 141801 w 597083"/>
              <a:gd name="GluePoint23Y" fmla="*/ 720 h 602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</a:cxnLst>
            <a:rect l="textAreaLeft" t="textAreaTop" r="textAreaRight" b="textAreaBottom"/>
            <a:pathLst>
              <a:path w="597083" h="602376">
                <a:moveTo>
                  <a:pt x="420660" y="304801"/>
                </a:moveTo>
                <a:lnTo>
                  <a:pt x="435488" y="370123"/>
                </a:lnTo>
                <a:cubicBezTo>
                  <a:pt x="407759" y="383899"/>
                  <a:pt x="384479" y="407154"/>
                  <a:pt x="370688" y="434853"/>
                </a:cubicBezTo>
                <a:lnTo>
                  <a:pt x="305295" y="420041"/>
                </a:lnTo>
                <a:cubicBezTo>
                  <a:pt x="328872" y="368790"/>
                  <a:pt x="369354" y="328353"/>
                  <a:pt x="420660" y="304801"/>
                </a:cubicBezTo>
                <a:close/>
                <a:moveTo>
                  <a:pt x="204256" y="71668"/>
                </a:moveTo>
                <a:cubicBezTo>
                  <a:pt x="145361" y="97737"/>
                  <a:pt x="97742" y="143654"/>
                  <a:pt x="69407" y="201568"/>
                </a:cubicBezTo>
                <a:lnTo>
                  <a:pt x="294155" y="425967"/>
                </a:lnTo>
                <a:lnTo>
                  <a:pt x="377379" y="445519"/>
                </a:lnTo>
                <a:lnTo>
                  <a:pt x="465053" y="464330"/>
                </a:lnTo>
                <a:lnTo>
                  <a:pt x="446213" y="376644"/>
                </a:lnTo>
                <a:lnTo>
                  <a:pt x="426482" y="293550"/>
                </a:lnTo>
                <a:close/>
                <a:moveTo>
                  <a:pt x="141801" y="720"/>
                </a:moveTo>
                <a:cubicBezTo>
                  <a:pt x="143730" y="-465"/>
                  <a:pt x="146251" y="-169"/>
                  <a:pt x="147883" y="1460"/>
                </a:cubicBezTo>
                <a:lnTo>
                  <a:pt x="206481" y="59967"/>
                </a:lnTo>
                <a:cubicBezTo>
                  <a:pt x="240898" y="45748"/>
                  <a:pt x="277243" y="38490"/>
                  <a:pt x="314628" y="38490"/>
                </a:cubicBezTo>
                <a:cubicBezTo>
                  <a:pt x="470394" y="38490"/>
                  <a:pt x="597083" y="164983"/>
                  <a:pt x="597083" y="320359"/>
                </a:cubicBezTo>
                <a:cubicBezTo>
                  <a:pt x="597083" y="475883"/>
                  <a:pt x="470394" y="602376"/>
                  <a:pt x="314628" y="602376"/>
                </a:cubicBezTo>
                <a:cubicBezTo>
                  <a:pt x="158861" y="602376"/>
                  <a:pt x="32171" y="475883"/>
                  <a:pt x="32171" y="320359"/>
                </a:cubicBezTo>
                <a:cubicBezTo>
                  <a:pt x="32171" y="279775"/>
                  <a:pt x="40776" y="240523"/>
                  <a:pt x="57539" y="203790"/>
                </a:cubicBezTo>
                <a:lnTo>
                  <a:pt x="1463" y="147653"/>
                </a:lnTo>
                <a:cubicBezTo>
                  <a:pt x="-169" y="146024"/>
                  <a:pt x="-465" y="143506"/>
                  <a:pt x="722" y="141580"/>
                </a:cubicBezTo>
                <a:cubicBezTo>
                  <a:pt x="36028" y="84703"/>
                  <a:pt x="84687" y="35972"/>
                  <a:pt x="141801" y="72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50000"/>
              </a:lnSpc>
            </a:pPr>
            <a:endParaRPr b="0" lang="en-US" sz="1800" strike="noStrike" u="none">
              <a:solidFill>
                <a:schemeClr val="lt1">
                  <a:lumMod val="75000"/>
                  <a:lumOff val="25000"/>
                </a:schemeClr>
              </a:solidFill>
              <a:effectLst/>
              <a:uFillTx/>
              <a:latin typeface="微软雅黑"/>
              <a:ea typeface="微软雅黑"/>
            </a:endParaRPr>
          </a:p>
        </p:txBody>
      </p:sp>
      <p:grpSp>
        <p:nvGrpSpPr>
          <p:cNvPr id="328" name="组合 5"/>
          <p:cNvGrpSpPr/>
          <p:nvPr/>
        </p:nvGrpSpPr>
        <p:grpSpPr>
          <a:xfrm>
            <a:off x="1490400" y="3503160"/>
            <a:ext cx="3296520" cy="708480"/>
            <a:chOff x="1490400" y="3503160"/>
            <a:chExt cx="3296520" cy="708480"/>
          </a:xfrm>
        </p:grpSpPr>
        <p:sp>
          <p:nvSpPr>
            <p:cNvPr id="329" name="文本框 35"/>
            <p:cNvSpPr/>
            <p:nvPr/>
          </p:nvSpPr>
          <p:spPr>
            <a:xfrm>
              <a:off x="1490400" y="3846960"/>
              <a:ext cx="32000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  <a:scene3d>
                <a:camera prst="orthographicFront"/>
                <a:lightRig dir="t" rig="threePt"/>
              </a:scene3d>
              <a:sp3d contourW="12700"/>
            </a:bodyPr>
            <a:p>
              <a:pPr defTabSz="457200">
                <a:lnSpc>
                  <a:spcPct val="150000"/>
                </a:lnSpc>
              </a:pPr>
              <a:r>
                <a:rPr b="0" lang="en-US" sz="1200" strike="noStrike" u="none">
                  <a:solidFill>
                    <a:schemeClr val="lt1">
                      <a:lumMod val="85000"/>
                    </a:schemeClr>
                  </a:solidFill>
                  <a:effectLst/>
                  <a:uFillTx/>
                  <a:latin typeface="微软雅黑"/>
                  <a:ea typeface="微软雅黑"/>
                </a:rPr>
                <a:t>{{detailed_content[1]}}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文本框 9"/>
            <p:cNvSpPr/>
            <p:nvPr/>
          </p:nvSpPr>
          <p:spPr>
            <a:xfrm>
              <a:off x="1573560" y="3503160"/>
              <a:ext cx="3213360" cy="27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1219320">
                <a:lnSpc>
                  <a:spcPct val="100000"/>
                </a:lnSpc>
              </a:pPr>
              <a:r>
                <a:rPr b="1" lang="en-US" sz="1800" strike="noStrike" u="none" cap="all">
                  <a:solidFill>
                    <a:schemeClr val="lt1"/>
                  </a:solidFill>
                  <a:effectLst/>
                  <a:uFillTx/>
                  <a:latin typeface="微软雅黑"/>
                  <a:ea typeface="微软雅黑"/>
                </a:rPr>
                <a:t>{{content_points[1]}}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1" name="PA-îṡľíḑê"/>
          <p:cNvSpPr/>
          <p:nvPr/>
        </p:nvSpPr>
        <p:spPr>
          <a:xfrm>
            <a:off x="663120" y="5252040"/>
            <a:ext cx="674640" cy="674640"/>
          </a:xfrm>
          <a:prstGeom prst="ellipse">
            <a:avLst/>
          </a:prstGeom>
          <a:solidFill>
            <a:srgbClr val="1f55f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50000"/>
              </a:lnSpc>
            </a:pPr>
            <a:endParaRPr b="0" lang="en-US" sz="1800" strike="noStrike" u="none">
              <a:solidFill>
                <a:schemeClr val="lt1">
                  <a:lumMod val="75000"/>
                  <a:lumOff val="25000"/>
                </a:schemeClr>
              </a:solidFill>
              <a:effectLst/>
              <a:uFillTx/>
              <a:latin typeface="微软雅黑"/>
              <a:ea typeface="微软雅黑"/>
            </a:endParaRPr>
          </a:p>
        </p:txBody>
      </p:sp>
      <p:sp>
        <p:nvSpPr>
          <p:cNvPr id="332" name="PA-ïṥľîďê"/>
          <p:cNvSpPr/>
          <p:nvPr/>
        </p:nvSpPr>
        <p:spPr>
          <a:xfrm>
            <a:off x="829800" y="5417280"/>
            <a:ext cx="340560" cy="343800"/>
          </a:xfrm>
          <a:custGeom>
            <a:avLst/>
            <a:gdLst>
              <a:gd name="textAreaLeft" fmla="*/ 0 w 340560"/>
              <a:gd name="textAreaRight" fmla="*/ 340920 w 340560"/>
              <a:gd name="textAreaTop" fmla="*/ 0 h 343800"/>
              <a:gd name="textAreaBottom" fmla="*/ 344160 h 343800"/>
              <a:gd name="GluePoint1X" fmla="*/ 420660 w 597083"/>
              <a:gd name="GluePoint1Y" fmla="*/ 304801 h 602376"/>
              <a:gd name="GluePoint2X" fmla="*/ 435488 w 597083"/>
              <a:gd name="GluePoint2Y" fmla="*/ 370123 h 602376"/>
              <a:gd name="GluePoint3X" fmla="*/ 370688 w 597083"/>
              <a:gd name="GluePoint3Y" fmla="*/ 434853 h 602376"/>
              <a:gd name="GluePoint4X" fmla="*/ 305295 w 597083"/>
              <a:gd name="GluePoint4Y" fmla="*/ 420041 h 602376"/>
              <a:gd name="GluePoint5X" fmla="*/ 420660 w 597083"/>
              <a:gd name="GluePoint5Y" fmla="*/ 304801 h 602376"/>
              <a:gd name="GluePoint6X" fmla="*/ 204256 w 597083"/>
              <a:gd name="GluePoint6Y" fmla="*/ 71668 h 602376"/>
              <a:gd name="GluePoint7X" fmla="*/ 69407 w 597083"/>
              <a:gd name="GluePoint7Y" fmla="*/ 201568 h 602376"/>
              <a:gd name="GluePoint8X" fmla="*/ 294155 w 597083"/>
              <a:gd name="GluePoint8Y" fmla="*/ 425967 h 602376"/>
              <a:gd name="GluePoint9X" fmla="*/ 377379 w 597083"/>
              <a:gd name="GluePoint9Y" fmla="*/ 445519 h 602376"/>
              <a:gd name="GluePoint10X" fmla="*/ 465053 w 597083"/>
              <a:gd name="GluePoint10Y" fmla="*/ 464330 h 602376"/>
              <a:gd name="GluePoint11X" fmla="*/ 446213 w 597083"/>
              <a:gd name="GluePoint11Y" fmla="*/ 376644 h 602376"/>
              <a:gd name="GluePoint12X" fmla="*/ 426482 w 597083"/>
              <a:gd name="GluePoint12Y" fmla="*/ 293550 h 602376"/>
              <a:gd name="GluePoint13X" fmla="*/ 141801 w 597083"/>
              <a:gd name="GluePoint13Y" fmla="*/ 720 h 602376"/>
              <a:gd name="GluePoint14X" fmla="*/ 147883 w 597083"/>
              <a:gd name="GluePoint14Y" fmla="*/ 1460 h 602376"/>
              <a:gd name="GluePoint15X" fmla="*/ 206481 w 597083"/>
              <a:gd name="GluePoint15Y" fmla="*/ 59967 h 602376"/>
              <a:gd name="GluePoint16X" fmla="*/ 314628 w 597083"/>
              <a:gd name="GluePoint16Y" fmla="*/ 38490 h 602376"/>
              <a:gd name="GluePoint17X" fmla="*/ 597083 w 597083"/>
              <a:gd name="GluePoint17Y" fmla="*/ 320359 h 602376"/>
              <a:gd name="GluePoint18X" fmla="*/ 314628 w 597083"/>
              <a:gd name="GluePoint18Y" fmla="*/ 602376 h 602376"/>
              <a:gd name="GluePoint19X" fmla="*/ 32171 w 597083"/>
              <a:gd name="GluePoint19Y" fmla="*/ 320359 h 602376"/>
              <a:gd name="GluePoint20X" fmla="*/ 57539 w 597083"/>
              <a:gd name="GluePoint20Y" fmla="*/ 203790 h 602376"/>
              <a:gd name="GluePoint21X" fmla="*/ 1463 w 597083"/>
              <a:gd name="GluePoint21Y" fmla="*/ 147653 h 602376"/>
              <a:gd name="GluePoint22X" fmla="*/ 722 w 597083"/>
              <a:gd name="GluePoint22Y" fmla="*/ 141580 h 602376"/>
              <a:gd name="GluePoint23X" fmla="*/ 141801 w 597083"/>
              <a:gd name="GluePoint23Y" fmla="*/ 720 h 602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</a:cxnLst>
            <a:rect l="textAreaLeft" t="textAreaTop" r="textAreaRight" b="textAreaBottom"/>
            <a:pathLst>
              <a:path w="597083" h="602376">
                <a:moveTo>
                  <a:pt x="420660" y="304801"/>
                </a:moveTo>
                <a:lnTo>
                  <a:pt x="435488" y="370123"/>
                </a:lnTo>
                <a:cubicBezTo>
                  <a:pt x="407759" y="383899"/>
                  <a:pt x="384479" y="407154"/>
                  <a:pt x="370688" y="434853"/>
                </a:cubicBezTo>
                <a:lnTo>
                  <a:pt x="305295" y="420041"/>
                </a:lnTo>
                <a:cubicBezTo>
                  <a:pt x="328872" y="368790"/>
                  <a:pt x="369354" y="328353"/>
                  <a:pt x="420660" y="304801"/>
                </a:cubicBezTo>
                <a:close/>
                <a:moveTo>
                  <a:pt x="204256" y="71668"/>
                </a:moveTo>
                <a:cubicBezTo>
                  <a:pt x="145361" y="97737"/>
                  <a:pt x="97742" y="143654"/>
                  <a:pt x="69407" y="201568"/>
                </a:cubicBezTo>
                <a:lnTo>
                  <a:pt x="294155" y="425967"/>
                </a:lnTo>
                <a:lnTo>
                  <a:pt x="377379" y="445519"/>
                </a:lnTo>
                <a:lnTo>
                  <a:pt x="465053" y="464330"/>
                </a:lnTo>
                <a:lnTo>
                  <a:pt x="446213" y="376644"/>
                </a:lnTo>
                <a:lnTo>
                  <a:pt x="426482" y="293550"/>
                </a:lnTo>
                <a:close/>
                <a:moveTo>
                  <a:pt x="141801" y="720"/>
                </a:moveTo>
                <a:cubicBezTo>
                  <a:pt x="143730" y="-465"/>
                  <a:pt x="146251" y="-169"/>
                  <a:pt x="147883" y="1460"/>
                </a:cubicBezTo>
                <a:lnTo>
                  <a:pt x="206481" y="59967"/>
                </a:lnTo>
                <a:cubicBezTo>
                  <a:pt x="240898" y="45748"/>
                  <a:pt x="277243" y="38490"/>
                  <a:pt x="314628" y="38490"/>
                </a:cubicBezTo>
                <a:cubicBezTo>
                  <a:pt x="470394" y="38490"/>
                  <a:pt x="597083" y="164983"/>
                  <a:pt x="597083" y="320359"/>
                </a:cubicBezTo>
                <a:cubicBezTo>
                  <a:pt x="597083" y="475883"/>
                  <a:pt x="470394" y="602376"/>
                  <a:pt x="314628" y="602376"/>
                </a:cubicBezTo>
                <a:cubicBezTo>
                  <a:pt x="158861" y="602376"/>
                  <a:pt x="32171" y="475883"/>
                  <a:pt x="32171" y="320359"/>
                </a:cubicBezTo>
                <a:cubicBezTo>
                  <a:pt x="32171" y="279775"/>
                  <a:pt x="40776" y="240523"/>
                  <a:pt x="57539" y="203790"/>
                </a:cubicBezTo>
                <a:lnTo>
                  <a:pt x="1463" y="147653"/>
                </a:lnTo>
                <a:cubicBezTo>
                  <a:pt x="-169" y="146024"/>
                  <a:pt x="-465" y="143506"/>
                  <a:pt x="722" y="141580"/>
                </a:cubicBezTo>
                <a:cubicBezTo>
                  <a:pt x="36028" y="84703"/>
                  <a:pt x="84687" y="35972"/>
                  <a:pt x="141801" y="72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50000"/>
              </a:lnSpc>
            </a:pPr>
            <a:endParaRPr b="0" lang="en-US" sz="1800" strike="noStrike" u="none">
              <a:solidFill>
                <a:schemeClr val="lt1">
                  <a:lumMod val="75000"/>
                  <a:lumOff val="25000"/>
                </a:schemeClr>
              </a:solidFill>
              <a:effectLst/>
              <a:uFillTx/>
              <a:latin typeface="微软雅黑"/>
              <a:ea typeface="微软雅黑"/>
            </a:endParaRPr>
          </a:p>
        </p:txBody>
      </p:sp>
      <p:grpSp>
        <p:nvGrpSpPr>
          <p:cNvPr id="333" name="组合 7"/>
          <p:cNvGrpSpPr/>
          <p:nvPr/>
        </p:nvGrpSpPr>
        <p:grpSpPr>
          <a:xfrm>
            <a:off x="1490400" y="5305320"/>
            <a:ext cx="3297240" cy="708480"/>
            <a:chOff x="1490400" y="5305320"/>
            <a:chExt cx="3297240" cy="708480"/>
          </a:xfrm>
        </p:grpSpPr>
        <p:sp>
          <p:nvSpPr>
            <p:cNvPr id="334" name="文本框 37"/>
            <p:cNvSpPr/>
            <p:nvPr/>
          </p:nvSpPr>
          <p:spPr>
            <a:xfrm>
              <a:off x="1490400" y="5649120"/>
              <a:ext cx="32000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  <a:scene3d>
                <a:camera prst="orthographicFront"/>
                <a:lightRig dir="t" rig="threePt"/>
              </a:scene3d>
              <a:sp3d contourW="12700"/>
            </a:bodyPr>
            <a:p>
              <a:pPr defTabSz="457200">
                <a:lnSpc>
                  <a:spcPct val="150000"/>
                </a:lnSpc>
              </a:pPr>
              <a:r>
                <a:rPr b="0" lang="en-US" sz="1200" strike="noStrike" u="none">
                  <a:solidFill>
                    <a:schemeClr val="lt1">
                      <a:lumMod val="85000"/>
                    </a:schemeClr>
                  </a:solidFill>
                  <a:effectLst/>
                  <a:uFillTx/>
                  <a:latin typeface="微软雅黑"/>
                  <a:ea typeface="微软雅黑"/>
                </a:rPr>
                <a:t>{{detailed_content[2]}}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5" name="文本框 9"/>
            <p:cNvSpPr/>
            <p:nvPr/>
          </p:nvSpPr>
          <p:spPr>
            <a:xfrm>
              <a:off x="1573560" y="5305320"/>
              <a:ext cx="3214080" cy="27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1219320">
                <a:lnSpc>
                  <a:spcPct val="100000"/>
                </a:lnSpc>
              </a:pPr>
              <a:r>
                <a:rPr b="1" lang="en-US" sz="1800" strike="noStrike" u="none" cap="all">
                  <a:solidFill>
                    <a:schemeClr val="lt1"/>
                  </a:solidFill>
                  <a:effectLst/>
                  <a:uFillTx/>
                  <a:latin typeface="微软雅黑"/>
                  <a:ea typeface="微软雅黑"/>
                </a:rPr>
                <a:t>{{content_points[2]}}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6" name="PA-ïṧlïḋê"/>
          <p:cNvSpPr/>
          <p:nvPr/>
        </p:nvSpPr>
        <p:spPr>
          <a:xfrm>
            <a:off x="7604280" y="1821960"/>
            <a:ext cx="674640" cy="674640"/>
          </a:xfrm>
          <a:prstGeom prst="ellipse">
            <a:avLst/>
          </a:prstGeom>
          <a:solidFill>
            <a:srgbClr val="fdcc0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50000"/>
              </a:lnSpc>
            </a:pPr>
            <a:endParaRPr b="0" lang="en-US" sz="1800" strike="noStrike" u="none">
              <a:solidFill>
                <a:schemeClr val="lt1">
                  <a:lumMod val="75000"/>
                  <a:lumOff val="25000"/>
                </a:schemeClr>
              </a:solidFill>
              <a:effectLst/>
              <a:uFillTx/>
              <a:latin typeface="微软雅黑"/>
              <a:ea typeface="微软雅黑"/>
            </a:endParaRPr>
          </a:p>
        </p:txBody>
      </p:sp>
      <p:sp>
        <p:nvSpPr>
          <p:cNvPr id="337" name="PA-iṧ1iḑe"/>
          <p:cNvSpPr/>
          <p:nvPr/>
        </p:nvSpPr>
        <p:spPr>
          <a:xfrm>
            <a:off x="7770960" y="1987560"/>
            <a:ext cx="340560" cy="343800"/>
          </a:xfrm>
          <a:custGeom>
            <a:avLst/>
            <a:gdLst>
              <a:gd name="textAreaLeft" fmla="*/ 0 w 340560"/>
              <a:gd name="textAreaRight" fmla="*/ 340920 w 340560"/>
              <a:gd name="textAreaTop" fmla="*/ 0 h 343800"/>
              <a:gd name="textAreaBottom" fmla="*/ 344160 h 343800"/>
              <a:gd name="GluePoint1X" fmla="*/ 420660 w 597083"/>
              <a:gd name="GluePoint1Y" fmla="*/ 304801 h 602376"/>
              <a:gd name="GluePoint2X" fmla="*/ 435488 w 597083"/>
              <a:gd name="GluePoint2Y" fmla="*/ 370123 h 602376"/>
              <a:gd name="GluePoint3X" fmla="*/ 370688 w 597083"/>
              <a:gd name="GluePoint3Y" fmla="*/ 434853 h 602376"/>
              <a:gd name="GluePoint4X" fmla="*/ 305295 w 597083"/>
              <a:gd name="GluePoint4Y" fmla="*/ 420041 h 602376"/>
              <a:gd name="GluePoint5X" fmla="*/ 420660 w 597083"/>
              <a:gd name="GluePoint5Y" fmla="*/ 304801 h 602376"/>
              <a:gd name="GluePoint6X" fmla="*/ 204256 w 597083"/>
              <a:gd name="GluePoint6Y" fmla="*/ 71668 h 602376"/>
              <a:gd name="GluePoint7X" fmla="*/ 69407 w 597083"/>
              <a:gd name="GluePoint7Y" fmla="*/ 201568 h 602376"/>
              <a:gd name="GluePoint8X" fmla="*/ 294155 w 597083"/>
              <a:gd name="GluePoint8Y" fmla="*/ 425967 h 602376"/>
              <a:gd name="GluePoint9X" fmla="*/ 377379 w 597083"/>
              <a:gd name="GluePoint9Y" fmla="*/ 445519 h 602376"/>
              <a:gd name="GluePoint10X" fmla="*/ 465053 w 597083"/>
              <a:gd name="GluePoint10Y" fmla="*/ 464330 h 602376"/>
              <a:gd name="GluePoint11X" fmla="*/ 446213 w 597083"/>
              <a:gd name="GluePoint11Y" fmla="*/ 376644 h 602376"/>
              <a:gd name="GluePoint12X" fmla="*/ 426482 w 597083"/>
              <a:gd name="GluePoint12Y" fmla="*/ 293550 h 602376"/>
              <a:gd name="GluePoint13X" fmla="*/ 141801 w 597083"/>
              <a:gd name="GluePoint13Y" fmla="*/ 720 h 602376"/>
              <a:gd name="GluePoint14X" fmla="*/ 147883 w 597083"/>
              <a:gd name="GluePoint14Y" fmla="*/ 1460 h 602376"/>
              <a:gd name="GluePoint15X" fmla="*/ 206481 w 597083"/>
              <a:gd name="GluePoint15Y" fmla="*/ 59967 h 602376"/>
              <a:gd name="GluePoint16X" fmla="*/ 314628 w 597083"/>
              <a:gd name="GluePoint16Y" fmla="*/ 38490 h 602376"/>
              <a:gd name="GluePoint17X" fmla="*/ 597083 w 597083"/>
              <a:gd name="GluePoint17Y" fmla="*/ 320359 h 602376"/>
              <a:gd name="GluePoint18X" fmla="*/ 314628 w 597083"/>
              <a:gd name="GluePoint18Y" fmla="*/ 602376 h 602376"/>
              <a:gd name="GluePoint19X" fmla="*/ 32171 w 597083"/>
              <a:gd name="GluePoint19Y" fmla="*/ 320359 h 602376"/>
              <a:gd name="GluePoint20X" fmla="*/ 57539 w 597083"/>
              <a:gd name="GluePoint20Y" fmla="*/ 203790 h 602376"/>
              <a:gd name="GluePoint21X" fmla="*/ 1463 w 597083"/>
              <a:gd name="GluePoint21Y" fmla="*/ 147653 h 602376"/>
              <a:gd name="GluePoint22X" fmla="*/ 722 w 597083"/>
              <a:gd name="GluePoint22Y" fmla="*/ 141580 h 602376"/>
              <a:gd name="GluePoint23X" fmla="*/ 141801 w 597083"/>
              <a:gd name="GluePoint23Y" fmla="*/ 720 h 602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</a:cxnLst>
            <a:rect l="textAreaLeft" t="textAreaTop" r="textAreaRight" b="textAreaBottom"/>
            <a:pathLst>
              <a:path w="597083" h="602376">
                <a:moveTo>
                  <a:pt x="420660" y="304801"/>
                </a:moveTo>
                <a:lnTo>
                  <a:pt x="435488" y="370123"/>
                </a:lnTo>
                <a:cubicBezTo>
                  <a:pt x="407759" y="383899"/>
                  <a:pt x="384479" y="407154"/>
                  <a:pt x="370688" y="434853"/>
                </a:cubicBezTo>
                <a:lnTo>
                  <a:pt x="305295" y="420041"/>
                </a:lnTo>
                <a:cubicBezTo>
                  <a:pt x="328872" y="368790"/>
                  <a:pt x="369354" y="328353"/>
                  <a:pt x="420660" y="304801"/>
                </a:cubicBezTo>
                <a:close/>
                <a:moveTo>
                  <a:pt x="204256" y="71668"/>
                </a:moveTo>
                <a:cubicBezTo>
                  <a:pt x="145361" y="97737"/>
                  <a:pt x="97742" y="143654"/>
                  <a:pt x="69407" y="201568"/>
                </a:cubicBezTo>
                <a:lnTo>
                  <a:pt x="294155" y="425967"/>
                </a:lnTo>
                <a:lnTo>
                  <a:pt x="377379" y="445519"/>
                </a:lnTo>
                <a:lnTo>
                  <a:pt x="465053" y="464330"/>
                </a:lnTo>
                <a:lnTo>
                  <a:pt x="446213" y="376644"/>
                </a:lnTo>
                <a:lnTo>
                  <a:pt x="426482" y="293550"/>
                </a:lnTo>
                <a:close/>
                <a:moveTo>
                  <a:pt x="141801" y="720"/>
                </a:moveTo>
                <a:cubicBezTo>
                  <a:pt x="143730" y="-465"/>
                  <a:pt x="146251" y="-169"/>
                  <a:pt x="147883" y="1460"/>
                </a:cubicBezTo>
                <a:lnTo>
                  <a:pt x="206481" y="59967"/>
                </a:lnTo>
                <a:cubicBezTo>
                  <a:pt x="240898" y="45748"/>
                  <a:pt x="277243" y="38490"/>
                  <a:pt x="314628" y="38490"/>
                </a:cubicBezTo>
                <a:cubicBezTo>
                  <a:pt x="470394" y="38490"/>
                  <a:pt x="597083" y="164983"/>
                  <a:pt x="597083" y="320359"/>
                </a:cubicBezTo>
                <a:cubicBezTo>
                  <a:pt x="597083" y="475883"/>
                  <a:pt x="470394" y="602376"/>
                  <a:pt x="314628" y="602376"/>
                </a:cubicBezTo>
                <a:cubicBezTo>
                  <a:pt x="158861" y="602376"/>
                  <a:pt x="32171" y="475883"/>
                  <a:pt x="32171" y="320359"/>
                </a:cubicBezTo>
                <a:cubicBezTo>
                  <a:pt x="32171" y="279775"/>
                  <a:pt x="40776" y="240523"/>
                  <a:pt x="57539" y="203790"/>
                </a:cubicBezTo>
                <a:lnTo>
                  <a:pt x="1463" y="147653"/>
                </a:lnTo>
                <a:cubicBezTo>
                  <a:pt x="-169" y="146024"/>
                  <a:pt x="-465" y="143506"/>
                  <a:pt x="722" y="141580"/>
                </a:cubicBezTo>
                <a:cubicBezTo>
                  <a:pt x="36028" y="84703"/>
                  <a:pt x="84687" y="35972"/>
                  <a:pt x="141801" y="72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50000"/>
              </a:lnSpc>
            </a:pPr>
            <a:endParaRPr b="0" lang="en-US" sz="1800" strike="noStrike" u="none">
              <a:solidFill>
                <a:schemeClr val="lt1">
                  <a:lumMod val="75000"/>
                  <a:lumOff val="25000"/>
                </a:schemeClr>
              </a:solidFill>
              <a:effectLst/>
              <a:uFillTx/>
              <a:latin typeface="微软雅黑"/>
              <a:ea typeface="微软雅黑"/>
            </a:endParaRPr>
          </a:p>
        </p:txBody>
      </p:sp>
      <p:grpSp>
        <p:nvGrpSpPr>
          <p:cNvPr id="338" name="组合 15"/>
          <p:cNvGrpSpPr/>
          <p:nvPr/>
        </p:nvGrpSpPr>
        <p:grpSpPr>
          <a:xfrm>
            <a:off x="8432640" y="1644120"/>
            <a:ext cx="3289320" cy="708120"/>
            <a:chOff x="8432640" y="1644120"/>
            <a:chExt cx="3289320" cy="708120"/>
          </a:xfrm>
        </p:grpSpPr>
        <p:sp>
          <p:nvSpPr>
            <p:cNvPr id="339" name="文本框 39"/>
            <p:cNvSpPr/>
            <p:nvPr/>
          </p:nvSpPr>
          <p:spPr>
            <a:xfrm>
              <a:off x="8432640" y="1987560"/>
              <a:ext cx="32000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  <a:scene3d>
                <a:camera prst="orthographicFront"/>
                <a:lightRig dir="t" rig="threePt"/>
              </a:scene3d>
              <a:sp3d contourW="12700"/>
            </a:bodyPr>
            <a:p>
              <a:pPr defTabSz="457200">
                <a:lnSpc>
                  <a:spcPct val="150000"/>
                </a:lnSpc>
              </a:pPr>
              <a:r>
                <a:rPr b="0" lang="en-US" sz="1200" strike="noStrike" u="none">
                  <a:solidFill>
                    <a:schemeClr val="lt1">
                      <a:lumMod val="85000"/>
                    </a:schemeClr>
                  </a:solidFill>
                  <a:effectLst/>
                  <a:uFillTx/>
                  <a:latin typeface="微软雅黑"/>
                  <a:ea typeface="微软雅黑"/>
                </a:rPr>
                <a:t>{{detailed_content[3]}}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0" name="文本框 9"/>
            <p:cNvSpPr/>
            <p:nvPr/>
          </p:nvSpPr>
          <p:spPr>
            <a:xfrm>
              <a:off x="8516160" y="1644120"/>
              <a:ext cx="3205800" cy="27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1219320">
                <a:lnSpc>
                  <a:spcPct val="100000"/>
                </a:lnSpc>
              </a:pPr>
              <a:r>
                <a:rPr b="1" lang="en-US" sz="1800" strike="noStrike" u="none" cap="all">
                  <a:solidFill>
                    <a:schemeClr val="lt1"/>
                  </a:solidFill>
                  <a:effectLst/>
                  <a:uFillTx/>
                  <a:latin typeface="微软雅黑"/>
                  <a:ea typeface="微软雅黑"/>
                </a:rPr>
                <a:t>{{content_points[3]}}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41" name="PA-ïŝḻïḑè"/>
          <p:cNvSpPr/>
          <p:nvPr/>
        </p:nvSpPr>
        <p:spPr>
          <a:xfrm>
            <a:off x="7604280" y="3537000"/>
            <a:ext cx="674640" cy="674640"/>
          </a:xfrm>
          <a:prstGeom prst="ellipse">
            <a:avLst/>
          </a:prstGeom>
          <a:solidFill>
            <a:srgbClr val="fe7a0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50000"/>
              </a:lnSpc>
            </a:pPr>
            <a:endParaRPr b="0" lang="en-US" sz="1800" strike="noStrike" u="none">
              <a:solidFill>
                <a:schemeClr val="lt1">
                  <a:lumMod val="75000"/>
                  <a:lumOff val="25000"/>
                </a:schemeClr>
              </a:solidFill>
              <a:effectLst/>
              <a:uFillTx/>
              <a:latin typeface="微软雅黑"/>
              <a:ea typeface="微软雅黑"/>
            </a:endParaRPr>
          </a:p>
        </p:txBody>
      </p:sp>
      <p:sp>
        <p:nvSpPr>
          <p:cNvPr id="342" name="PA-išļîḓè"/>
          <p:cNvSpPr/>
          <p:nvPr/>
        </p:nvSpPr>
        <p:spPr>
          <a:xfrm>
            <a:off x="7770960" y="3702600"/>
            <a:ext cx="340560" cy="343800"/>
          </a:xfrm>
          <a:custGeom>
            <a:avLst/>
            <a:gdLst>
              <a:gd name="textAreaLeft" fmla="*/ 0 w 340560"/>
              <a:gd name="textAreaRight" fmla="*/ 340920 w 340560"/>
              <a:gd name="textAreaTop" fmla="*/ 0 h 343800"/>
              <a:gd name="textAreaBottom" fmla="*/ 344160 h 343800"/>
              <a:gd name="GluePoint1X" fmla="*/ 420660 w 597083"/>
              <a:gd name="GluePoint1Y" fmla="*/ 304801 h 602376"/>
              <a:gd name="GluePoint2X" fmla="*/ 435488 w 597083"/>
              <a:gd name="GluePoint2Y" fmla="*/ 370123 h 602376"/>
              <a:gd name="GluePoint3X" fmla="*/ 370688 w 597083"/>
              <a:gd name="GluePoint3Y" fmla="*/ 434853 h 602376"/>
              <a:gd name="GluePoint4X" fmla="*/ 305295 w 597083"/>
              <a:gd name="GluePoint4Y" fmla="*/ 420041 h 602376"/>
              <a:gd name="GluePoint5X" fmla="*/ 420660 w 597083"/>
              <a:gd name="GluePoint5Y" fmla="*/ 304801 h 602376"/>
              <a:gd name="GluePoint6X" fmla="*/ 204256 w 597083"/>
              <a:gd name="GluePoint6Y" fmla="*/ 71668 h 602376"/>
              <a:gd name="GluePoint7X" fmla="*/ 69407 w 597083"/>
              <a:gd name="GluePoint7Y" fmla="*/ 201568 h 602376"/>
              <a:gd name="GluePoint8X" fmla="*/ 294155 w 597083"/>
              <a:gd name="GluePoint8Y" fmla="*/ 425967 h 602376"/>
              <a:gd name="GluePoint9X" fmla="*/ 377379 w 597083"/>
              <a:gd name="GluePoint9Y" fmla="*/ 445519 h 602376"/>
              <a:gd name="GluePoint10X" fmla="*/ 465053 w 597083"/>
              <a:gd name="GluePoint10Y" fmla="*/ 464330 h 602376"/>
              <a:gd name="GluePoint11X" fmla="*/ 446213 w 597083"/>
              <a:gd name="GluePoint11Y" fmla="*/ 376644 h 602376"/>
              <a:gd name="GluePoint12X" fmla="*/ 426482 w 597083"/>
              <a:gd name="GluePoint12Y" fmla="*/ 293550 h 602376"/>
              <a:gd name="GluePoint13X" fmla="*/ 141801 w 597083"/>
              <a:gd name="GluePoint13Y" fmla="*/ 720 h 602376"/>
              <a:gd name="GluePoint14X" fmla="*/ 147883 w 597083"/>
              <a:gd name="GluePoint14Y" fmla="*/ 1460 h 602376"/>
              <a:gd name="GluePoint15X" fmla="*/ 206481 w 597083"/>
              <a:gd name="GluePoint15Y" fmla="*/ 59967 h 602376"/>
              <a:gd name="GluePoint16X" fmla="*/ 314628 w 597083"/>
              <a:gd name="GluePoint16Y" fmla="*/ 38490 h 602376"/>
              <a:gd name="GluePoint17X" fmla="*/ 597083 w 597083"/>
              <a:gd name="GluePoint17Y" fmla="*/ 320359 h 602376"/>
              <a:gd name="GluePoint18X" fmla="*/ 314628 w 597083"/>
              <a:gd name="GluePoint18Y" fmla="*/ 602376 h 602376"/>
              <a:gd name="GluePoint19X" fmla="*/ 32171 w 597083"/>
              <a:gd name="GluePoint19Y" fmla="*/ 320359 h 602376"/>
              <a:gd name="GluePoint20X" fmla="*/ 57539 w 597083"/>
              <a:gd name="GluePoint20Y" fmla="*/ 203790 h 602376"/>
              <a:gd name="GluePoint21X" fmla="*/ 1463 w 597083"/>
              <a:gd name="GluePoint21Y" fmla="*/ 147653 h 602376"/>
              <a:gd name="GluePoint22X" fmla="*/ 722 w 597083"/>
              <a:gd name="GluePoint22Y" fmla="*/ 141580 h 602376"/>
              <a:gd name="GluePoint23X" fmla="*/ 141801 w 597083"/>
              <a:gd name="GluePoint23Y" fmla="*/ 720 h 602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</a:cxnLst>
            <a:rect l="textAreaLeft" t="textAreaTop" r="textAreaRight" b="textAreaBottom"/>
            <a:pathLst>
              <a:path w="597083" h="602376">
                <a:moveTo>
                  <a:pt x="420660" y="304801"/>
                </a:moveTo>
                <a:lnTo>
                  <a:pt x="435488" y="370123"/>
                </a:lnTo>
                <a:cubicBezTo>
                  <a:pt x="407759" y="383899"/>
                  <a:pt x="384479" y="407154"/>
                  <a:pt x="370688" y="434853"/>
                </a:cubicBezTo>
                <a:lnTo>
                  <a:pt x="305295" y="420041"/>
                </a:lnTo>
                <a:cubicBezTo>
                  <a:pt x="328872" y="368790"/>
                  <a:pt x="369354" y="328353"/>
                  <a:pt x="420660" y="304801"/>
                </a:cubicBezTo>
                <a:close/>
                <a:moveTo>
                  <a:pt x="204256" y="71668"/>
                </a:moveTo>
                <a:cubicBezTo>
                  <a:pt x="145361" y="97737"/>
                  <a:pt x="97742" y="143654"/>
                  <a:pt x="69407" y="201568"/>
                </a:cubicBezTo>
                <a:lnTo>
                  <a:pt x="294155" y="425967"/>
                </a:lnTo>
                <a:lnTo>
                  <a:pt x="377379" y="445519"/>
                </a:lnTo>
                <a:lnTo>
                  <a:pt x="465053" y="464330"/>
                </a:lnTo>
                <a:lnTo>
                  <a:pt x="446213" y="376644"/>
                </a:lnTo>
                <a:lnTo>
                  <a:pt x="426482" y="293550"/>
                </a:lnTo>
                <a:close/>
                <a:moveTo>
                  <a:pt x="141801" y="720"/>
                </a:moveTo>
                <a:cubicBezTo>
                  <a:pt x="143730" y="-465"/>
                  <a:pt x="146251" y="-169"/>
                  <a:pt x="147883" y="1460"/>
                </a:cubicBezTo>
                <a:lnTo>
                  <a:pt x="206481" y="59967"/>
                </a:lnTo>
                <a:cubicBezTo>
                  <a:pt x="240898" y="45748"/>
                  <a:pt x="277243" y="38490"/>
                  <a:pt x="314628" y="38490"/>
                </a:cubicBezTo>
                <a:cubicBezTo>
                  <a:pt x="470394" y="38490"/>
                  <a:pt x="597083" y="164983"/>
                  <a:pt x="597083" y="320359"/>
                </a:cubicBezTo>
                <a:cubicBezTo>
                  <a:pt x="597083" y="475883"/>
                  <a:pt x="470394" y="602376"/>
                  <a:pt x="314628" y="602376"/>
                </a:cubicBezTo>
                <a:cubicBezTo>
                  <a:pt x="158861" y="602376"/>
                  <a:pt x="32171" y="475883"/>
                  <a:pt x="32171" y="320359"/>
                </a:cubicBezTo>
                <a:cubicBezTo>
                  <a:pt x="32171" y="279775"/>
                  <a:pt x="40776" y="240523"/>
                  <a:pt x="57539" y="203790"/>
                </a:cubicBezTo>
                <a:lnTo>
                  <a:pt x="1463" y="147653"/>
                </a:lnTo>
                <a:cubicBezTo>
                  <a:pt x="-169" y="146024"/>
                  <a:pt x="-465" y="143506"/>
                  <a:pt x="722" y="141580"/>
                </a:cubicBezTo>
                <a:cubicBezTo>
                  <a:pt x="36028" y="84703"/>
                  <a:pt x="84687" y="35972"/>
                  <a:pt x="141801" y="72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50000"/>
              </a:lnSpc>
            </a:pPr>
            <a:endParaRPr b="0" lang="en-US" sz="1800" strike="noStrike" u="none">
              <a:solidFill>
                <a:schemeClr val="lt1">
                  <a:lumMod val="75000"/>
                  <a:lumOff val="25000"/>
                </a:schemeClr>
              </a:solidFill>
              <a:effectLst/>
              <a:uFillTx/>
              <a:latin typeface="微软雅黑"/>
              <a:ea typeface="微软雅黑"/>
            </a:endParaRPr>
          </a:p>
        </p:txBody>
      </p:sp>
      <p:grpSp>
        <p:nvGrpSpPr>
          <p:cNvPr id="343" name="组合 25"/>
          <p:cNvGrpSpPr/>
          <p:nvPr/>
        </p:nvGrpSpPr>
        <p:grpSpPr>
          <a:xfrm>
            <a:off x="8432640" y="3503160"/>
            <a:ext cx="3288600" cy="708480"/>
            <a:chOff x="8432640" y="3503160"/>
            <a:chExt cx="3288600" cy="708480"/>
          </a:xfrm>
        </p:grpSpPr>
        <p:sp>
          <p:nvSpPr>
            <p:cNvPr id="344" name="文本框 44"/>
            <p:cNvSpPr/>
            <p:nvPr/>
          </p:nvSpPr>
          <p:spPr>
            <a:xfrm>
              <a:off x="8432640" y="3846960"/>
              <a:ext cx="32000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  <a:scene3d>
                <a:camera prst="orthographicFront"/>
                <a:lightRig dir="t" rig="threePt"/>
              </a:scene3d>
              <a:sp3d contourW="12700"/>
            </a:bodyPr>
            <a:p>
              <a:pPr defTabSz="457200">
                <a:lnSpc>
                  <a:spcPct val="150000"/>
                </a:lnSpc>
              </a:pPr>
              <a:r>
                <a:rPr b="0" lang="en-US" sz="1200" strike="noStrike" u="none">
                  <a:solidFill>
                    <a:schemeClr val="lt1">
                      <a:lumMod val="85000"/>
                    </a:schemeClr>
                  </a:solidFill>
                  <a:effectLst/>
                  <a:uFillTx/>
                  <a:latin typeface="微软雅黑"/>
                  <a:ea typeface="微软雅黑"/>
                </a:rPr>
                <a:t>{{detailed_content[4}}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5" name="文本框 9"/>
            <p:cNvSpPr/>
            <p:nvPr/>
          </p:nvSpPr>
          <p:spPr>
            <a:xfrm>
              <a:off x="8516160" y="3503160"/>
              <a:ext cx="3205080" cy="27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1219320">
                <a:lnSpc>
                  <a:spcPct val="100000"/>
                </a:lnSpc>
              </a:pPr>
              <a:r>
                <a:rPr b="1" lang="en-US" sz="1800" strike="noStrike" u="none" cap="all">
                  <a:solidFill>
                    <a:schemeClr val="lt1"/>
                  </a:solidFill>
                  <a:effectLst/>
                  <a:uFillTx/>
                  <a:latin typeface="微软雅黑"/>
                  <a:ea typeface="微软雅黑"/>
                </a:rPr>
                <a:t>{{content_points[4]}}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46" name="PA-ïSḷïḓé"/>
          <p:cNvSpPr/>
          <p:nvPr/>
        </p:nvSpPr>
        <p:spPr>
          <a:xfrm>
            <a:off x="7604280" y="5252040"/>
            <a:ext cx="674640" cy="674640"/>
          </a:xfrm>
          <a:prstGeom prst="ellipse">
            <a:avLst/>
          </a:prstGeom>
          <a:solidFill>
            <a:srgbClr val="fdcc0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50000"/>
              </a:lnSpc>
            </a:pPr>
            <a:endParaRPr b="0" lang="en-US" sz="1800" strike="noStrike" u="none">
              <a:solidFill>
                <a:schemeClr val="lt1">
                  <a:lumMod val="75000"/>
                  <a:lumOff val="25000"/>
                </a:schemeClr>
              </a:solidFill>
              <a:effectLst/>
              <a:uFillTx/>
              <a:latin typeface="微软雅黑"/>
              <a:ea typeface="微软雅黑"/>
            </a:endParaRPr>
          </a:p>
        </p:txBody>
      </p:sp>
      <p:sp>
        <p:nvSpPr>
          <p:cNvPr id="347" name="PA-iśḻídé"/>
          <p:cNvSpPr/>
          <p:nvPr/>
        </p:nvSpPr>
        <p:spPr>
          <a:xfrm>
            <a:off x="7770960" y="5417280"/>
            <a:ext cx="340560" cy="343800"/>
          </a:xfrm>
          <a:custGeom>
            <a:avLst/>
            <a:gdLst>
              <a:gd name="textAreaLeft" fmla="*/ 0 w 340560"/>
              <a:gd name="textAreaRight" fmla="*/ 340920 w 340560"/>
              <a:gd name="textAreaTop" fmla="*/ 0 h 343800"/>
              <a:gd name="textAreaBottom" fmla="*/ 344160 h 343800"/>
              <a:gd name="GluePoint1X" fmla="*/ 420660 w 597083"/>
              <a:gd name="GluePoint1Y" fmla="*/ 304801 h 602376"/>
              <a:gd name="GluePoint2X" fmla="*/ 435488 w 597083"/>
              <a:gd name="GluePoint2Y" fmla="*/ 370123 h 602376"/>
              <a:gd name="GluePoint3X" fmla="*/ 370688 w 597083"/>
              <a:gd name="GluePoint3Y" fmla="*/ 434853 h 602376"/>
              <a:gd name="GluePoint4X" fmla="*/ 305295 w 597083"/>
              <a:gd name="GluePoint4Y" fmla="*/ 420041 h 602376"/>
              <a:gd name="GluePoint5X" fmla="*/ 420660 w 597083"/>
              <a:gd name="GluePoint5Y" fmla="*/ 304801 h 602376"/>
              <a:gd name="GluePoint6X" fmla="*/ 204256 w 597083"/>
              <a:gd name="GluePoint6Y" fmla="*/ 71668 h 602376"/>
              <a:gd name="GluePoint7X" fmla="*/ 69407 w 597083"/>
              <a:gd name="GluePoint7Y" fmla="*/ 201568 h 602376"/>
              <a:gd name="GluePoint8X" fmla="*/ 294155 w 597083"/>
              <a:gd name="GluePoint8Y" fmla="*/ 425967 h 602376"/>
              <a:gd name="GluePoint9X" fmla="*/ 377379 w 597083"/>
              <a:gd name="GluePoint9Y" fmla="*/ 445519 h 602376"/>
              <a:gd name="GluePoint10X" fmla="*/ 465053 w 597083"/>
              <a:gd name="GluePoint10Y" fmla="*/ 464330 h 602376"/>
              <a:gd name="GluePoint11X" fmla="*/ 446213 w 597083"/>
              <a:gd name="GluePoint11Y" fmla="*/ 376644 h 602376"/>
              <a:gd name="GluePoint12X" fmla="*/ 426482 w 597083"/>
              <a:gd name="GluePoint12Y" fmla="*/ 293550 h 602376"/>
              <a:gd name="GluePoint13X" fmla="*/ 141801 w 597083"/>
              <a:gd name="GluePoint13Y" fmla="*/ 720 h 602376"/>
              <a:gd name="GluePoint14X" fmla="*/ 147883 w 597083"/>
              <a:gd name="GluePoint14Y" fmla="*/ 1460 h 602376"/>
              <a:gd name="GluePoint15X" fmla="*/ 206481 w 597083"/>
              <a:gd name="GluePoint15Y" fmla="*/ 59967 h 602376"/>
              <a:gd name="GluePoint16X" fmla="*/ 314628 w 597083"/>
              <a:gd name="GluePoint16Y" fmla="*/ 38490 h 602376"/>
              <a:gd name="GluePoint17X" fmla="*/ 597083 w 597083"/>
              <a:gd name="GluePoint17Y" fmla="*/ 320359 h 602376"/>
              <a:gd name="GluePoint18X" fmla="*/ 314628 w 597083"/>
              <a:gd name="GluePoint18Y" fmla="*/ 602376 h 602376"/>
              <a:gd name="GluePoint19X" fmla="*/ 32171 w 597083"/>
              <a:gd name="GluePoint19Y" fmla="*/ 320359 h 602376"/>
              <a:gd name="GluePoint20X" fmla="*/ 57539 w 597083"/>
              <a:gd name="GluePoint20Y" fmla="*/ 203790 h 602376"/>
              <a:gd name="GluePoint21X" fmla="*/ 1463 w 597083"/>
              <a:gd name="GluePoint21Y" fmla="*/ 147653 h 602376"/>
              <a:gd name="GluePoint22X" fmla="*/ 722 w 597083"/>
              <a:gd name="GluePoint22Y" fmla="*/ 141580 h 602376"/>
              <a:gd name="GluePoint23X" fmla="*/ 141801 w 597083"/>
              <a:gd name="GluePoint23Y" fmla="*/ 720 h 60237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</a:cxnLst>
            <a:rect l="textAreaLeft" t="textAreaTop" r="textAreaRight" b="textAreaBottom"/>
            <a:pathLst>
              <a:path w="597083" h="602376">
                <a:moveTo>
                  <a:pt x="420660" y="304801"/>
                </a:moveTo>
                <a:lnTo>
                  <a:pt x="435488" y="370123"/>
                </a:lnTo>
                <a:cubicBezTo>
                  <a:pt x="407759" y="383899"/>
                  <a:pt x="384479" y="407154"/>
                  <a:pt x="370688" y="434853"/>
                </a:cubicBezTo>
                <a:lnTo>
                  <a:pt x="305295" y="420041"/>
                </a:lnTo>
                <a:cubicBezTo>
                  <a:pt x="328872" y="368790"/>
                  <a:pt x="369354" y="328353"/>
                  <a:pt x="420660" y="304801"/>
                </a:cubicBezTo>
                <a:close/>
                <a:moveTo>
                  <a:pt x="204256" y="71668"/>
                </a:moveTo>
                <a:cubicBezTo>
                  <a:pt x="145361" y="97737"/>
                  <a:pt x="97742" y="143654"/>
                  <a:pt x="69407" y="201568"/>
                </a:cubicBezTo>
                <a:lnTo>
                  <a:pt x="294155" y="425967"/>
                </a:lnTo>
                <a:lnTo>
                  <a:pt x="377379" y="445519"/>
                </a:lnTo>
                <a:lnTo>
                  <a:pt x="465053" y="464330"/>
                </a:lnTo>
                <a:lnTo>
                  <a:pt x="446213" y="376644"/>
                </a:lnTo>
                <a:lnTo>
                  <a:pt x="426482" y="293550"/>
                </a:lnTo>
                <a:close/>
                <a:moveTo>
                  <a:pt x="141801" y="720"/>
                </a:moveTo>
                <a:cubicBezTo>
                  <a:pt x="143730" y="-465"/>
                  <a:pt x="146251" y="-169"/>
                  <a:pt x="147883" y="1460"/>
                </a:cubicBezTo>
                <a:lnTo>
                  <a:pt x="206481" y="59967"/>
                </a:lnTo>
                <a:cubicBezTo>
                  <a:pt x="240898" y="45748"/>
                  <a:pt x="277243" y="38490"/>
                  <a:pt x="314628" y="38490"/>
                </a:cubicBezTo>
                <a:cubicBezTo>
                  <a:pt x="470394" y="38490"/>
                  <a:pt x="597083" y="164983"/>
                  <a:pt x="597083" y="320359"/>
                </a:cubicBezTo>
                <a:cubicBezTo>
                  <a:pt x="597083" y="475883"/>
                  <a:pt x="470394" y="602376"/>
                  <a:pt x="314628" y="602376"/>
                </a:cubicBezTo>
                <a:cubicBezTo>
                  <a:pt x="158861" y="602376"/>
                  <a:pt x="32171" y="475883"/>
                  <a:pt x="32171" y="320359"/>
                </a:cubicBezTo>
                <a:cubicBezTo>
                  <a:pt x="32171" y="279775"/>
                  <a:pt x="40776" y="240523"/>
                  <a:pt x="57539" y="203790"/>
                </a:cubicBezTo>
                <a:lnTo>
                  <a:pt x="1463" y="147653"/>
                </a:lnTo>
                <a:cubicBezTo>
                  <a:pt x="-169" y="146024"/>
                  <a:pt x="-465" y="143506"/>
                  <a:pt x="722" y="141580"/>
                </a:cubicBezTo>
                <a:cubicBezTo>
                  <a:pt x="36028" y="84703"/>
                  <a:pt x="84687" y="35972"/>
                  <a:pt x="141801" y="72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50000"/>
              </a:lnSpc>
            </a:pPr>
            <a:endParaRPr b="0" lang="en-US" sz="1800" strike="noStrike" u="none">
              <a:solidFill>
                <a:schemeClr val="lt1">
                  <a:lumMod val="75000"/>
                  <a:lumOff val="25000"/>
                </a:schemeClr>
              </a:solidFill>
              <a:effectLst/>
              <a:uFillTx/>
              <a:latin typeface="微软雅黑"/>
              <a:ea typeface="微软雅黑"/>
            </a:endParaRPr>
          </a:p>
        </p:txBody>
      </p:sp>
      <p:grpSp>
        <p:nvGrpSpPr>
          <p:cNvPr id="348" name="组合 29"/>
          <p:cNvGrpSpPr/>
          <p:nvPr/>
        </p:nvGrpSpPr>
        <p:grpSpPr>
          <a:xfrm>
            <a:off x="8432640" y="5305320"/>
            <a:ext cx="3288600" cy="708480"/>
            <a:chOff x="8432640" y="5305320"/>
            <a:chExt cx="3288600" cy="708480"/>
          </a:xfrm>
        </p:grpSpPr>
        <p:sp>
          <p:nvSpPr>
            <p:cNvPr id="349" name="文本框 46"/>
            <p:cNvSpPr/>
            <p:nvPr/>
          </p:nvSpPr>
          <p:spPr>
            <a:xfrm>
              <a:off x="8432640" y="5649120"/>
              <a:ext cx="32000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  <a:scene3d>
                <a:camera prst="orthographicFront"/>
                <a:lightRig dir="t" rig="threePt"/>
              </a:scene3d>
              <a:sp3d contourW="12700"/>
            </a:bodyPr>
            <a:p>
              <a:pPr defTabSz="457200">
                <a:lnSpc>
                  <a:spcPct val="150000"/>
                </a:lnSpc>
              </a:pPr>
              <a:r>
                <a:rPr b="0" lang="en-US" sz="1200" strike="noStrike" u="none">
                  <a:solidFill>
                    <a:schemeClr val="lt1">
                      <a:lumMod val="85000"/>
                    </a:schemeClr>
                  </a:solidFill>
                  <a:effectLst/>
                  <a:uFillTx/>
                  <a:latin typeface="微软雅黑"/>
                  <a:ea typeface="微软雅黑"/>
                </a:rPr>
                <a:t>{{detailed_content[5]}}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0" name="文本框 9"/>
            <p:cNvSpPr/>
            <p:nvPr/>
          </p:nvSpPr>
          <p:spPr>
            <a:xfrm>
              <a:off x="8516160" y="5305320"/>
              <a:ext cx="3205080" cy="27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1219320">
                <a:lnSpc>
                  <a:spcPct val="100000"/>
                </a:lnSpc>
              </a:pPr>
              <a:r>
                <a:rPr b="1" lang="en-US" sz="1800" strike="noStrike" u="none" cap="all">
                  <a:solidFill>
                    <a:schemeClr val="lt1"/>
                  </a:solidFill>
                  <a:effectLst/>
                  <a:uFillTx/>
                  <a:latin typeface="微软雅黑"/>
                  <a:ea typeface="微软雅黑"/>
                </a:rPr>
                <a:t>{{content_points[5]}}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351" name="图片 40" descr="节能环保"/>
          <p:cNvPicPr/>
          <p:nvPr/>
        </p:nvPicPr>
        <p:blipFill>
          <a:blip r:embed="rId1">
            <a:biLevel thresh="50000"/>
            <a:alphaModFix amt="80000"/>
          </a:blip>
          <a:stretch/>
        </p:blipFill>
        <p:spPr>
          <a:xfrm>
            <a:off x="5010840" y="2922120"/>
            <a:ext cx="1904760" cy="190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660240" y="338040"/>
            <a:ext cx="10858320" cy="5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53" name="文本框 28"/>
          <p:cNvSpPr/>
          <p:nvPr/>
        </p:nvSpPr>
        <p:spPr>
          <a:xfrm>
            <a:off x="660240" y="1066680"/>
            <a:ext cx="1085832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04" dur="indefinite" restart="never" nodeType="tmRoot">
          <p:childTnLst>
            <p:seq>
              <p:cTn id="505" dur="indefinite" nodeType="mainSeq">
                <p:childTnLst>
                  <p:par>
                    <p:cTn id="506" fill="hold">
                      <p:stCondLst>
                        <p:cond delay="0"/>
                      </p:stCondLst>
                      <p:childTnLst>
                        <p:par>
                          <p:cTn id="507" fill="hold">
                            <p:stCondLst>
                              <p:cond delay="0"/>
                            </p:stCondLst>
                            <p:childTnLst>
                              <p:par>
                                <p:cTn id="508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10" dur="500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11" dur="500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组合 5"/>
          <p:cNvGrpSpPr/>
          <p:nvPr/>
        </p:nvGrpSpPr>
        <p:grpSpPr>
          <a:xfrm>
            <a:off x="7032600" y="1929240"/>
            <a:ext cx="628920" cy="1209960"/>
            <a:chOff x="7032600" y="1929240"/>
            <a:chExt cx="628920" cy="1209960"/>
          </a:xfrm>
        </p:grpSpPr>
        <p:cxnSp>
          <p:nvCxnSpPr>
            <p:cNvPr id="355" name="图形"/>
            <p:cNvCxnSpPr/>
            <p:nvPr/>
          </p:nvCxnSpPr>
          <p:spPr>
            <a:xfrm flipH="1">
              <a:off x="7032600" y="1952280"/>
              <a:ext cx="591480" cy="1187280"/>
            </a:xfrm>
            <a:prstGeom prst="straightConnector1">
              <a:avLst/>
            </a:prstGeom>
            <a:ln w="12700">
              <a:solidFill>
                <a:srgbClr val="778495">
                  <a:lumMod val="75000"/>
                </a:srgbClr>
              </a:solidFill>
            </a:ln>
          </p:spPr>
        </p:cxnSp>
        <p:sp>
          <p:nvSpPr>
            <p:cNvPr id="356" name="图形"/>
            <p:cNvSpPr/>
            <p:nvPr/>
          </p:nvSpPr>
          <p:spPr>
            <a:xfrm>
              <a:off x="7564680" y="1929240"/>
              <a:ext cx="96840" cy="96840"/>
            </a:xfrm>
            <a:prstGeom prst="ellipse">
              <a:avLst/>
            </a:prstGeom>
            <a:solidFill>
              <a:srgbClr val="1f55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23760" bIns="2376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字魂58号-创中黑"/>
              </a:endParaRPr>
            </a:p>
          </p:txBody>
        </p:sp>
      </p:grpSp>
      <p:grpSp>
        <p:nvGrpSpPr>
          <p:cNvPr id="357" name="组合 7"/>
          <p:cNvGrpSpPr/>
          <p:nvPr/>
        </p:nvGrpSpPr>
        <p:grpSpPr>
          <a:xfrm>
            <a:off x="4026600" y="3443040"/>
            <a:ext cx="1353600" cy="96840"/>
            <a:chOff x="4026600" y="3443040"/>
            <a:chExt cx="1353600" cy="96840"/>
          </a:xfrm>
        </p:grpSpPr>
        <p:cxnSp>
          <p:nvCxnSpPr>
            <p:cNvPr id="358" name="图形"/>
            <p:cNvCxnSpPr/>
            <p:nvPr/>
          </p:nvCxnSpPr>
          <p:spPr>
            <a:xfrm flipV="1">
              <a:off x="4086000" y="3484800"/>
              <a:ext cx="1294560" cy="5400"/>
            </a:xfrm>
            <a:prstGeom prst="straightConnector1">
              <a:avLst/>
            </a:prstGeom>
            <a:ln>
              <a:solidFill>
                <a:srgbClr val="778495">
                  <a:lumMod val="75000"/>
                </a:srgbClr>
              </a:solidFill>
            </a:ln>
          </p:spPr>
        </p:cxnSp>
        <p:sp>
          <p:nvSpPr>
            <p:cNvPr id="359" name="图形"/>
            <p:cNvSpPr/>
            <p:nvPr/>
          </p:nvSpPr>
          <p:spPr>
            <a:xfrm>
              <a:off x="4026600" y="3443040"/>
              <a:ext cx="96840" cy="96840"/>
            </a:xfrm>
            <a:prstGeom prst="ellipse">
              <a:avLst/>
            </a:prstGeom>
            <a:solidFill>
              <a:srgbClr val="0ac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23760" bIns="2376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字魂58号-创中黑"/>
              </a:endParaRPr>
            </a:p>
          </p:txBody>
        </p:sp>
      </p:grpSp>
      <p:grpSp>
        <p:nvGrpSpPr>
          <p:cNvPr id="360" name="组合 6"/>
          <p:cNvGrpSpPr/>
          <p:nvPr/>
        </p:nvGrpSpPr>
        <p:grpSpPr>
          <a:xfrm>
            <a:off x="6225480" y="4400280"/>
            <a:ext cx="796680" cy="1024920"/>
            <a:chOff x="6225480" y="4400280"/>
            <a:chExt cx="796680" cy="1024920"/>
          </a:xfrm>
        </p:grpSpPr>
        <p:cxnSp>
          <p:nvCxnSpPr>
            <p:cNvPr id="361" name="图形"/>
            <p:cNvCxnSpPr/>
            <p:nvPr/>
          </p:nvCxnSpPr>
          <p:spPr>
            <a:xfrm>
              <a:off x="6225480" y="4400280"/>
              <a:ext cx="748440" cy="977040"/>
            </a:xfrm>
            <a:prstGeom prst="straightConnector1">
              <a:avLst/>
            </a:prstGeom>
            <a:ln w="12700">
              <a:solidFill>
                <a:srgbClr val="778495">
                  <a:lumMod val="75000"/>
                </a:srgbClr>
              </a:solidFill>
            </a:ln>
          </p:spPr>
        </p:cxnSp>
        <p:sp>
          <p:nvSpPr>
            <p:cNvPr id="362" name="图形"/>
            <p:cNvSpPr/>
            <p:nvPr/>
          </p:nvSpPr>
          <p:spPr>
            <a:xfrm>
              <a:off x="6925320" y="5328360"/>
              <a:ext cx="96840" cy="96840"/>
            </a:xfrm>
            <a:prstGeom prst="ellipse">
              <a:avLst/>
            </a:prstGeom>
            <a:solidFill>
              <a:srgbClr val="fdc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23760" bIns="2376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字魂58号-创中黑"/>
              </a:endParaRPr>
            </a:p>
          </p:txBody>
        </p:sp>
      </p:grpSp>
      <p:grpSp>
        <p:nvGrpSpPr>
          <p:cNvPr id="363" name="组合 4"/>
          <p:cNvGrpSpPr/>
          <p:nvPr/>
        </p:nvGrpSpPr>
        <p:grpSpPr>
          <a:xfrm>
            <a:off x="5675040" y="2079720"/>
            <a:ext cx="2463480" cy="2462760"/>
            <a:chOff x="5675040" y="2079720"/>
            <a:chExt cx="2463480" cy="2462760"/>
          </a:xfrm>
        </p:grpSpPr>
        <p:grpSp>
          <p:nvGrpSpPr>
            <p:cNvPr id="364" name="组合 32"/>
            <p:cNvGrpSpPr/>
            <p:nvPr/>
          </p:nvGrpSpPr>
          <p:grpSpPr>
            <a:xfrm>
              <a:off x="5675040" y="2079720"/>
              <a:ext cx="2463480" cy="2462760"/>
              <a:chOff x="5675040" y="2079720"/>
              <a:chExt cx="2463480" cy="2462760"/>
            </a:xfrm>
          </p:grpSpPr>
          <p:sp>
            <p:nvSpPr>
              <p:cNvPr id="365" name="图形"/>
              <p:cNvSpPr/>
              <p:nvPr/>
            </p:nvSpPr>
            <p:spPr>
              <a:xfrm>
                <a:off x="5882400" y="2277000"/>
                <a:ext cx="2098800" cy="2098080"/>
              </a:xfrm>
              <a:prstGeom prst="ellipse">
                <a:avLst/>
              </a:prstGeom>
              <a:solidFill>
                <a:srgbClr val="1f55f4"/>
              </a:solidFill>
              <a:ln>
                <a:noFill/>
              </a:ln>
              <a:effectLst>
                <a:outerShdw algn="ctr" blurRad="38160" dist="38160" rotWithShape="0">
                  <a:srgbClr val="000000">
                    <a:alpha val="23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字魂58号-创中黑"/>
                </a:endParaRPr>
              </a:p>
            </p:txBody>
          </p:sp>
          <p:sp>
            <p:nvSpPr>
              <p:cNvPr id="366" name="图形"/>
              <p:cNvSpPr/>
              <p:nvPr/>
            </p:nvSpPr>
            <p:spPr>
              <a:xfrm>
                <a:off x="5675040" y="2079720"/>
                <a:ext cx="2463480" cy="2462760"/>
              </a:xfrm>
              <a:prstGeom prst="ellipse">
                <a:avLst/>
              </a:prstGeom>
              <a:noFill/>
              <a:ln>
                <a:solidFill>
                  <a:srgbClr val="1f55f4">
                    <a:alpha val="50000"/>
                  </a:srgb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字魂58号-创中黑"/>
                </a:endParaRPr>
              </a:p>
            </p:txBody>
          </p:sp>
        </p:grpSp>
        <p:sp>
          <p:nvSpPr>
            <p:cNvPr id="367" name="图形"/>
            <p:cNvSpPr/>
            <p:nvPr/>
          </p:nvSpPr>
          <p:spPr>
            <a:xfrm>
              <a:off x="6603840" y="2963520"/>
              <a:ext cx="698040" cy="698040"/>
            </a:xfrm>
            <a:prstGeom prst="ellipse">
              <a:avLst/>
            </a:prstGeom>
            <a:solidFill>
              <a:schemeClr val="l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rm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5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字魂58号-创中黑"/>
                </a:rPr>
                <a:t>01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68" name="组合 3"/>
          <p:cNvGrpSpPr/>
          <p:nvPr/>
        </p:nvGrpSpPr>
        <p:grpSpPr>
          <a:xfrm>
            <a:off x="5380200" y="3484800"/>
            <a:ext cx="1493640" cy="1493640"/>
            <a:chOff x="5380200" y="3484800"/>
            <a:chExt cx="1493640" cy="1493640"/>
          </a:xfrm>
        </p:grpSpPr>
        <p:grpSp>
          <p:nvGrpSpPr>
            <p:cNvPr id="369" name="组合 35"/>
            <p:cNvGrpSpPr/>
            <p:nvPr/>
          </p:nvGrpSpPr>
          <p:grpSpPr>
            <a:xfrm>
              <a:off x="5380200" y="3484800"/>
              <a:ext cx="1493640" cy="1493640"/>
              <a:chOff x="5380200" y="3484800"/>
              <a:chExt cx="1493640" cy="1493640"/>
            </a:xfrm>
          </p:grpSpPr>
          <p:sp>
            <p:nvSpPr>
              <p:cNvPr id="370" name="图形"/>
              <p:cNvSpPr/>
              <p:nvPr/>
            </p:nvSpPr>
            <p:spPr>
              <a:xfrm>
                <a:off x="5505120" y="3594600"/>
                <a:ext cx="1272600" cy="1272600"/>
              </a:xfrm>
              <a:prstGeom prst="ellipse">
                <a:avLst/>
              </a:prstGeom>
              <a:solidFill>
                <a:srgbClr val="fdcc04"/>
              </a:solidFill>
              <a:ln>
                <a:noFill/>
              </a:ln>
              <a:effectLst>
                <a:outerShdw algn="ctr" blurRad="38160" dist="38160" rotWithShape="0">
                  <a:srgbClr val="000000">
                    <a:alpha val="23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字魂58号-创中黑"/>
                </a:endParaRPr>
              </a:p>
            </p:txBody>
          </p:sp>
          <p:sp>
            <p:nvSpPr>
              <p:cNvPr id="371" name="图形"/>
              <p:cNvSpPr/>
              <p:nvPr/>
            </p:nvSpPr>
            <p:spPr>
              <a:xfrm>
                <a:off x="5380200" y="3484800"/>
                <a:ext cx="1493640" cy="1493640"/>
              </a:xfrm>
              <a:prstGeom prst="ellipse">
                <a:avLst/>
              </a:prstGeom>
              <a:noFill/>
              <a:ln>
                <a:solidFill>
                  <a:srgbClr val="fdcc04">
                    <a:alpha val="50000"/>
                  </a:srgb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字魂58号-创中黑"/>
                </a:endParaRPr>
              </a:p>
            </p:txBody>
          </p:sp>
        </p:grpSp>
        <p:sp>
          <p:nvSpPr>
            <p:cNvPr id="372" name="图形"/>
            <p:cNvSpPr/>
            <p:nvPr/>
          </p:nvSpPr>
          <p:spPr>
            <a:xfrm>
              <a:off x="5801400" y="3937680"/>
              <a:ext cx="698040" cy="698040"/>
            </a:xfrm>
            <a:prstGeom prst="ellipse">
              <a:avLst/>
            </a:prstGeom>
            <a:solidFill>
              <a:schemeClr val="l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rm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5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字魂58号-创中黑"/>
                </a:rPr>
                <a:t>03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73" name="组合 95"/>
          <p:cNvGrpSpPr/>
          <p:nvPr/>
        </p:nvGrpSpPr>
        <p:grpSpPr>
          <a:xfrm>
            <a:off x="489600" y="2774160"/>
            <a:ext cx="3402720" cy="710640"/>
            <a:chOff x="489600" y="2774160"/>
            <a:chExt cx="3402720" cy="710640"/>
          </a:xfrm>
        </p:grpSpPr>
        <p:sp>
          <p:nvSpPr>
            <p:cNvPr id="374" name="矩形 110"/>
            <p:cNvSpPr/>
            <p:nvPr/>
          </p:nvSpPr>
          <p:spPr>
            <a:xfrm>
              <a:off x="489600" y="2774160"/>
              <a:ext cx="340272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lang="en-US" sz="1800" strike="noStrike" u="none">
                  <a:solidFill>
                    <a:schemeClr val="lt1"/>
                  </a:solidFill>
                  <a:effectLst/>
                  <a:uFillTx/>
                  <a:latin typeface="微软雅黑"/>
                  <a:ea typeface="微软雅黑"/>
                </a:rPr>
                <a:t>{{content_points[1]}}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5" name="矩形 47"/>
            <p:cNvSpPr/>
            <p:nvPr/>
          </p:nvSpPr>
          <p:spPr>
            <a:xfrm>
              <a:off x="489600" y="3117960"/>
              <a:ext cx="340272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 algn="r" defTabSz="914400">
                <a:lnSpc>
                  <a:spcPct val="150000"/>
                </a:lnSpc>
                <a:spcBef>
                  <a:spcPts val="1001"/>
                </a:spcBef>
              </a:pPr>
              <a:r>
                <a:rPr b="0" lang="en-US" sz="1200" strike="noStrike" u="none">
                  <a:solidFill>
                    <a:schemeClr val="lt1">
                      <a:lumMod val="85000"/>
                    </a:schemeClr>
                  </a:solidFill>
                  <a:effectLst/>
                  <a:uFillTx/>
                  <a:latin typeface="微软雅黑"/>
                  <a:ea typeface="微软雅黑"/>
                </a:rPr>
                <a:t>{{detailed_content[1]}}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76" name="组合 98"/>
          <p:cNvGrpSpPr/>
          <p:nvPr/>
        </p:nvGrpSpPr>
        <p:grpSpPr>
          <a:xfrm>
            <a:off x="6874560" y="5402520"/>
            <a:ext cx="3645720" cy="780840"/>
            <a:chOff x="6874560" y="5402520"/>
            <a:chExt cx="3645720" cy="780840"/>
          </a:xfrm>
        </p:grpSpPr>
        <p:sp>
          <p:nvSpPr>
            <p:cNvPr id="377" name="矩形 110"/>
            <p:cNvSpPr/>
            <p:nvPr/>
          </p:nvSpPr>
          <p:spPr>
            <a:xfrm>
              <a:off x="6874560" y="5402520"/>
              <a:ext cx="364572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800" strike="noStrike" u="none">
                  <a:solidFill>
                    <a:schemeClr val="lt1"/>
                  </a:solidFill>
                  <a:effectLst/>
                  <a:uFillTx/>
                  <a:latin typeface="微软雅黑"/>
                  <a:ea typeface="微软雅黑"/>
                </a:rPr>
                <a:t>{{content_points[2]}}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8" name="矩形 47"/>
            <p:cNvSpPr/>
            <p:nvPr/>
          </p:nvSpPr>
          <p:spPr>
            <a:xfrm>
              <a:off x="6922800" y="5816520"/>
              <a:ext cx="359676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 defTabSz="914400">
                <a:lnSpc>
                  <a:spcPct val="150000"/>
                </a:lnSpc>
                <a:spcBef>
                  <a:spcPts val="1001"/>
                </a:spcBef>
              </a:pPr>
              <a:r>
                <a:rPr b="0" lang="en-US" sz="1200" strike="noStrike" u="none">
                  <a:solidFill>
                    <a:schemeClr val="lt1">
                      <a:lumMod val="85000"/>
                    </a:schemeClr>
                  </a:solidFill>
                  <a:effectLst/>
                  <a:uFillTx/>
                  <a:latin typeface="微软雅黑"/>
                  <a:ea typeface="微软雅黑"/>
                </a:rPr>
                <a:t>{{detailed_content[2]}}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79" name="组合 101"/>
          <p:cNvGrpSpPr/>
          <p:nvPr/>
        </p:nvGrpSpPr>
        <p:grpSpPr>
          <a:xfrm>
            <a:off x="7662240" y="1338480"/>
            <a:ext cx="3856680" cy="799200"/>
            <a:chOff x="7662240" y="1338480"/>
            <a:chExt cx="3856680" cy="799200"/>
          </a:xfrm>
        </p:grpSpPr>
        <p:sp>
          <p:nvSpPr>
            <p:cNvPr id="380" name="矩形 110"/>
            <p:cNvSpPr/>
            <p:nvPr/>
          </p:nvSpPr>
          <p:spPr>
            <a:xfrm>
              <a:off x="7662240" y="1338480"/>
              <a:ext cx="38566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800" strike="noStrike" u="none">
                  <a:solidFill>
                    <a:schemeClr val="lt1"/>
                  </a:solidFill>
                  <a:effectLst/>
                  <a:uFillTx/>
                  <a:latin typeface="微软雅黑"/>
                  <a:ea typeface="微软雅黑"/>
                </a:rPr>
                <a:t>{{content_points[0]}}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1" name="矩形 47"/>
            <p:cNvSpPr/>
            <p:nvPr/>
          </p:nvSpPr>
          <p:spPr>
            <a:xfrm>
              <a:off x="7662240" y="1770840"/>
              <a:ext cx="38566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 defTabSz="914400">
                <a:lnSpc>
                  <a:spcPct val="150000"/>
                </a:lnSpc>
                <a:spcBef>
                  <a:spcPts val="1001"/>
                </a:spcBef>
              </a:pPr>
              <a:r>
                <a:rPr b="0" lang="en-US" sz="1200" strike="noStrike" u="none">
                  <a:solidFill>
                    <a:schemeClr val="lt1">
                      <a:lumMod val="85000"/>
                    </a:schemeClr>
                  </a:solidFill>
                  <a:effectLst/>
                  <a:uFillTx/>
                  <a:latin typeface="微软雅黑"/>
                  <a:ea typeface="微软雅黑"/>
                </a:rPr>
                <a:t>{{detailed_content[0]}}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82" name="组合 2"/>
          <p:cNvGrpSpPr/>
          <p:nvPr/>
        </p:nvGrpSpPr>
        <p:grpSpPr>
          <a:xfrm>
            <a:off x="4489560" y="2501280"/>
            <a:ext cx="2071800" cy="2071080"/>
            <a:chOff x="4489560" y="2501280"/>
            <a:chExt cx="2071800" cy="2071080"/>
          </a:xfrm>
        </p:grpSpPr>
        <p:grpSp>
          <p:nvGrpSpPr>
            <p:cNvPr id="383" name="组合 81"/>
            <p:cNvGrpSpPr/>
            <p:nvPr/>
          </p:nvGrpSpPr>
          <p:grpSpPr>
            <a:xfrm>
              <a:off x="4489560" y="2501280"/>
              <a:ext cx="2071800" cy="2071080"/>
              <a:chOff x="4489560" y="2501280"/>
              <a:chExt cx="2071800" cy="2071080"/>
            </a:xfrm>
          </p:grpSpPr>
          <p:sp>
            <p:nvSpPr>
              <p:cNvPr id="384" name="图形"/>
              <p:cNvSpPr/>
              <p:nvPr/>
            </p:nvSpPr>
            <p:spPr>
              <a:xfrm>
                <a:off x="4662720" y="2655720"/>
                <a:ext cx="1764720" cy="1764360"/>
              </a:xfrm>
              <a:prstGeom prst="ellipse">
                <a:avLst/>
              </a:prstGeom>
              <a:solidFill>
                <a:srgbClr val="0acec1"/>
              </a:solidFill>
              <a:ln>
                <a:noFill/>
              </a:ln>
              <a:effectLst>
                <a:outerShdw algn="ctr" blurRad="38160" dist="38160" rotWithShape="0">
                  <a:srgbClr val="000000">
                    <a:alpha val="23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字魂58号-创中黑"/>
                </a:endParaRPr>
              </a:p>
            </p:txBody>
          </p:sp>
          <p:sp>
            <p:nvSpPr>
              <p:cNvPr id="385" name="图形"/>
              <p:cNvSpPr/>
              <p:nvPr/>
            </p:nvSpPr>
            <p:spPr>
              <a:xfrm>
                <a:off x="4489560" y="2501280"/>
                <a:ext cx="2071800" cy="2071080"/>
              </a:xfrm>
              <a:prstGeom prst="ellipse">
                <a:avLst/>
              </a:prstGeom>
              <a:noFill/>
              <a:ln>
                <a:solidFill>
                  <a:srgbClr val="0acec1">
                    <a:alpha val="50000"/>
                  </a:srgb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字魂58号-创中黑"/>
                </a:endParaRPr>
              </a:p>
            </p:txBody>
          </p:sp>
        </p:grpSp>
        <p:sp>
          <p:nvSpPr>
            <p:cNvPr id="386" name="图形"/>
            <p:cNvSpPr/>
            <p:nvPr/>
          </p:nvSpPr>
          <p:spPr>
            <a:xfrm>
              <a:off x="5159520" y="3142080"/>
              <a:ext cx="698040" cy="698040"/>
            </a:xfrm>
            <a:prstGeom prst="ellipse">
              <a:avLst/>
            </a:prstGeom>
            <a:solidFill>
              <a:schemeClr val="l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rm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500" strike="noStrike" u="none">
                  <a:solidFill>
                    <a:schemeClr val="dk1"/>
                  </a:solidFill>
                  <a:effectLst/>
                  <a:uFillTx/>
                  <a:latin typeface="Arial"/>
                  <a:ea typeface="字魂58号-创中黑"/>
                </a:rPr>
                <a:t>02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660240" y="338040"/>
            <a:ext cx="10858320" cy="5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88" name="文本框 9"/>
          <p:cNvSpPr/>
          <p:nvPr/>
        </p:nvSpPr>
        <p:spPr>
          <a:xfrm>
            <a:off x="660240" y="1066680"/>
            <a:ext cx="52192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12" dur="indefinite" restart="never" nodeType="tmRoot">
          <p:childTnLst>
            <p:seq>
              <p:cTn id="513" dur="indefinite" nodeType="mainSeq">
                <p:childTnLst>
                  <p:par>
                    <p:cTn id="514" fill="hold">
                      <p:stCondLst>
                        <p:cond delay="indefinite"/>
                      </p:stCondLst>
                      <p:childTnLst>
                        <p:par>
                          <p:cTn id="515" fill="hold">
                            <p:stCondLst>
                              <p:cond delay="0"/>
                            </p:stCondLst>
                            <p:childTnLst>
                              <p:par>
                                <p:cTn id="51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8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9" fill="hold">
                            <p:stCondLst>
                              <p:cond delay="500"/>
                            </p:stCondLst>
                            <p:childTnLst>
                              <p:par>
                                <p:cTn id="520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522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3" fill="hold">
                            <p:stCondLst>
                              <p:cond delay="1000"/>
                            </p:stCondLst>
                            <p:childTnLst>
                              <p:par>
                                <p:cTn id="524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26" dur="500" fill="hold"/>
                                        <p:tgtEl>
                                          <p:spTgt spid="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7" dur="500" fill="hold"/>
                                        <p:tgtEl>
                                          <p:spTgt spid="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8" fill="hold">
                      <p:stCondLst>
                        <p:cond delay="indefinite"/>
                      </p:stCondLst>
                      <p:childTnLst>
                        <p:par>
                          <p:cTn id="529" fill="hold">
                            <p:stCondLst>
                              <p:cond delay="0"/>
                            </p:stCondLst>
                            <p:childTnLst>
                              <p:par>
                                <p:cTn id="53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2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3" fill="hold">
                            <p:stCondLst>
                              <p:cond delay="500"/>
                            </p:stCondLst>
                            <p:childTnLst>
                              <p:par>
                                <p:cTn id="534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536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7" fill="hold">
                            <p:stCondLst>
                              <p:cond delay="1000"/>
                            </p:stCondLst>
                            <p:childTnLst>
                              <p:par>
                                <p:cTn id="538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40" dur="500" fill="hold"/>
                                        <p:tgtEl>
                                          <p:spTgt spid="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1" dur="500" fill="hold"/>
                                        <p:tgtEl>
                                          <p:spTgt spid="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2" fill="hold">
                      <p:stCondLst>
                        <p:cond delay="indefinite"/>
                      </p:stCondLst>
                      <p:childTnLst>
                        <p:par>
                          <p:cTn id="543" fill="hold">
                            <p:stCondLst>
                              <p:cond delay="0"/>
                            </p:stCondLst>
                            <p:childTnLst>
                              <p:par>
                                <p:cTn id="54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6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7" fill="hold">
                            <p:stCondLst>
                              <p:cond delay="500"/>
                            </p:stCondLst>
                            <p:childTnLst>
                              <p:par>
                                <p:cTn id="548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550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52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54" dur="500" fill="hold"/>
                                        <p:tgtEl>
                                          <p:spTgt spid="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5" dur="500" fill="hold"/>
                                        <p:tgtEl>
                                          <p:spTgt spid="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矩形 20"/>
          <p:cNvSpPr/>
          <p:nvPr/>
        </p:nvSpPr>
        <p:spPr>
          <a:xfrm>
            <a:off x="882000" y="2369160"/>
            <a:ext cx="483516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{{content_points[0]}}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矩形 21"/>
          <p:cNvSpPr/>
          <p:nvPr/>
        </p:nvSpPr>
        <p:spPr>
          <a:xfrm>
            <a:off x="6475680" y="2369160"/>
            <a:ext cx="4835160" cy="5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{{content_points[1]}}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文本框 25"/>
          <p:cNvSpPr/>
          <p:nvPr/>
        </p:nvSpPr>
        <p:spPr>
          <a:xfrm>
            <a:off x="882000" y="2893680"/>
            <a:ext cx="48384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2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{{detailed_content[0]}}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文本框 26"/>
          <p:cNvSpPr/>
          <p:nvPr/>
        </p:nvSpPr>
        <p:spPr>
          <a:xfrm>
            <a:off x="6475680" y="2876040"/>
            <a:ext cx="48384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2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{{detailed_content[1]}}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660240" y="338040"/>
            <a:ext cx="10858320" cy="5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94" name="文本框 6"/>
          <p:cNvSpPr/>
          <p:nvPr/>
        </p:nvSpPr>
        <p:spPr>
          <a:xfrm>
            <a:off x="660240" y="1066680"/>
            <a:ext cx="1085832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56" dur="indefinite" restart="never" nodeType="tmRoot">
          <p:childTnLst>
            <p:seq>
              <p:cTn id="557" dur="indefinite" nodeType="mainSeq">
                <p:childTnLst>
                  <p:par>
                    <p:cTn id="558" fill="hold">
                      <p:stCondLst>
                        <p:cond delay="0"/>
                      </p:stCondLst>
                      <p:childTnLst>
                        <p:par>
                          <p:cTn id="559" fill="hold">
                            <p:stCondLst>
                              <p:cond delay="0"/>
                            </p:stCondLst>
                            <p:childTnLst>
                              <p:par>
                                <p:cTn id="560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62" dur="500" fill="hold"/>
                                        <p:tgtEl>
                                          <p:spTgt spid="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63" dur="500" fill="hold"/>
                                        <p:tgtEl>
                                          <p:spTgt spid="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4" fill="hold">
                            <p:stCondLst>
                              <p:cond delay="500"/>
                            </p:stCondLst>
                            <p:childTnLst>
                              <p:par>
                                <p:cTn id="565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67" dur="5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68" dur="5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" name="그래픽 21"/>
          <p:cNvGrpSpPr/>
          <p:nvPr/>
        </p:nvGrpSpPr>
        <p:grpSpPr>
          <a:xfrm>
            <a:off x="3879720" y="4091040"/>
            <a:ext cx="329760" cy="196560"/>
            <a:chOff x="3879720" y="4091040"/>
            <a:chExt cx="329760" cy="196560"/>
          </a:xfrm>
        </p:grpSpPr>
        <p:sp>
          <p:nvSpPr>
            <p:cNvPr id="396" name="任意形状 11"/>
            <p:cNvSpPr/>
            <p:nvPr/>
          </p:nvSpPr>
          <p:spPr>
            <a:xfrm>
              <a:off x="3879720" y="4122720"/>
              <a:ext cx="53640" cy="1328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132840"/>
                <a:gd name="textAreaBottom" fmla="*/ 133200 h 132840"/>
                <a:gd name="GluePoint1X" fmla="*/ 23637 w 60780"/>
                <a:gd name="GluePoint1Y" fmla="*/ 16883 h 149925"/>
                <a:gd name="GluePoint2X" fmla="*/ 23637 w 60780"/>
                <a:gd name="GluePoint2Y" fmla="*/ 54027 h 149925"/>
                <a:gd name="GluePoint3X" fmla="*/ 6078 w 60780"/>
                <a:gd name="GluePoint3Y" fmla="*/ 54027 h 149925"/>
                <a:gd name="GluePoint4X" fmla="*/ 0 w 60780"/>
                <a:gd name="GluePoint4Y" fmla="*/ 60105 h 149925"/>
                <a:gd name="GluePoint5X" fmla="*/ 0 w 60780"/>
                <a:gd name="GluePoint5Y" fmla="*/ 90495 h 149925"/>
                <a:gd name="GluePoint6X" fmla="*/ 6078 w 60780"/>
                <a:gd name="GluePoint6Y" fmla="*/ 96574 h 149925"/>
                <a:gd name="GluePoint7X" fmla="*/ 23637 w 60780"/>
                <a:gd name="GluePoint7Y" fmla="*/ 96574 h 149925"/>
                <a:gd name="GluePoint8X" fmla="*/ 23637 w 60780"/>
                <a:gd name="GluePoint8Y" fmla="*/ 133042 h 149925"/>
                <a:gd name="GluePoint9X" fmla="*/ 40520 w 60780"/>
                <a:gd name="GluePoint9Y" fmla="*/ 149925 h 149925"/>
                <a:gd name="GluePoint10X" fmla="*/ 60780 w 60780"/>
                <a:gd name="GluePoint10Y" fmla="*/ 149925 h 149925"/>
                <a:gd name="GluePoint11X" fmla="*/ 60780 w 60780"/>
                <a:gd name="GluePoint11Y" fmla="*/ 0 h 149925"/>
                <a:gd name="GluePoint12X" fmla="*/ 40520 w 60780"/>
                <a:gd name="GluePoint12Y" fmla="*/ 0 h 149925"/>
                <a:gd name="GluePoint13X" fmla="*/ 23637 w 60780"/>
                <a:gd name="GluePoint13Y" fmla="*/ 16883 h 1499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0780" h="149925">
                  <a:moveTo>
                    <a:pt x="23637" y="16883"/>
                  </a:moveTo>
                  <a:lnTo>
                    <a:pt x="23637" y="54027"/>
                  </a:lnTo>
                  <a:lnTo>
                    <a:pt x="6078" y="54027"/>
                  </a:lnTo>
                  <a:cubicBezTo>
                    <a:pt x="2701" y="54027"/>
                    <a:pt x="0" y="56729"/>
                    <a:pt x="0" y="60105"/>
                  </a:cubicBezTo>
                  <a:lnTo>
                    <a:pt x="0" y="90495"/>
                  </a:lnTo>
                  <a:cubicBezTo>
                    <a:pt x="0" y="93872"/>
                    <a:pt x="2701" y="96574"/>
                    <a:pt x="6078" y="96574"/>
                  </a:cubicBezTo>
                  <a:lnTo>
                    <a:pt x="23637" y="96574"/>
                  </a:lnTo>
                  <a:lnTo>
                    <a:pt x="23637" y="133042"/>
                  </a:lnTo>
                  <a:cubicBezTo>
                    <a:pt x="23637" y="142497"/>
                    <a:pt x="31066" y="149925"/>
                    <a:pt x="40520" y="149925"/>
                  </a:cubicBezTo>
                  <a:lnTo>
                    <a:pt x="60780" y="149925"/>
                  </a:lnTo>
                  <a:lnTo>
                    <a:pt x="60780" y="0"/>
                  </a:lnTo>
                  <a:lnTo>
                    <a:pt x="40520" y="0"/>
                  </a:lnTo>
                  <a:cubicBezTo>
                    <a:pt x="31066" y="0"/>
                    <a:pt x="23637" y="7429"/>
                    <a:pt x="23637" y="16883"/>
                  </a:cubicBezTo>
                  <a:close/>
                </a:path>
              </a:pathLst>
            </a:custGeom>
            <a:solidFill>
              <a:srgbClr val="fdcc04"/>
            </a:solidFill>
            <a:ln w="6581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272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endParaRPr>
            </a:p>
          </p:txBody>
        </p:sp>
        <p:sp>
          <p:nvSpPr>
            <p:cNvPr id="397" name="任意形状 12"/>
            <p:cNvSpPr/>
            <p:nvPr/>
          </p:nvSpPr>
          <p:spPr>
            <a:xfrm>
              <a:off x="3943440" y="4091040"/>
              <a:ext cx="202680" cy="196560"/>
            </a:xfrm>
            <a:custGeom>
              <a:avLst/>
              <a:gdLst>
                <a:gd name="textAreaLeft" fmla="*/ 0 w 202680"/>
                <a:gd name="textAreaRight" fmla="*/ 203040 w 202680"/>
                <a:gd name="textAreaTop" fmla="*/ 0 h 196560"/>
                <a:gd name="textAreaBottom" fmla="*/ 196920 h 196560"/>
                <a:gd name="GluePoint1X" fmla="*/ 200575 w 228264"/>
                <a:gd name="GluePoint1Y" fmla="*/ 0 h 221511"/>
                <a:gd name="GluePoint2X" fmla="*/ 161406 w 228264"/>
                <a:gd name="GluePoint2Y" fmla="*/ 0 h 221511"/>
                <a:gd name="GluePoint3X" fmla="*/ 161406 w 228264"/>
                <a:gd name="GluePoint3Y" fmla="*/ 89820 h 221511"/>
                <a:gd name="GluePoint4X" fmla="*/ 127639 w 228264"/>
                <a:gd name="GluePoint4Y" fmla="*/ 89820 h 221511"/>
                <a:gd name="GluePoint5X" fmla="*/ 100625 w 228264"/>
                <a:gd name="GluePoint5Y" fmla="*/ 89820 h 221511"/>
                <a:gd name="GluePoint6X" fmla="*/ 66858 w 228264"/>
                <a:gd name="GluePoint6Y" fmla="*/ 89820 h 221511"/>
                <a:gd name="GluePoint7X" fmla="*/ 66858 w 228264"/>
                <a:gd name="GluePoint7Y" fmla="*/ 0 h 221511"/>
                <a:gd name="GluePoint8X" fmla="*/ 27689 w 228264"/>
                <a:gd name="GluePoint8Y" fmla="*/ 0 h 221511"/>
                <a:gd name="GluePoint9X" fmla="*/ 0 w 228264"/>
                <a:gd name="GluePoint9Y" fmla="*/ 27689 h 221511"/>
                <a:gd name="GluePoint10X" fmla="*/ 0 w 228264"/>
                <a:gd name="GluePoint10Y" fmla="*/ 193822 h 221511"/>
                <a:gd name="GluePoint11X" fmla="*/ 27689 w 228264"/>
                <a:gd name="GluePoint11Y" fmla="*/ 221511 h 221511"/>
                <a:gd name="GluePoint12X" fmla="*/ 66858 w 228264"/>
                <a:gd name="GluePoint12Y" fmla="*/ 221511 h 221511"/>
                <a:gd name="GluePoint13X" fmla="*/ 66858 w 228264"/>
                <a:gd name="GluePoint13Y" fmla="*/ 131691 h 221511"/>
                <a:gd name="GluePoint14X" fmla="*/ 100625 w 228264"/>
                <a:gd name="GluePoint14Y" fmla="*/ 131691 h 221511"/>
                <a:gd name="GluePoint15X" fmla="*/ 127639 w 228264"/>
                <a:gd name="GluePoint15Y" fmla="*/ 131691 h 221511"/>
                <a:gd name="GluePoint16X" fmla="*/ 161406 w 228264"/>
                <a:gd name="GluePoint16Y" fmla="*/ 131691 h 221511"/>
                <a:gd name="GluePoint17X" fmla="*/ 161406 w 228264"/>
                <a:gd name="GluePoint17Y" fmla="*/ 221511 h 221511"/>
                <a:gd name="GluePoint18X" fmla="*/ 200575 w 228264"/>
                <a:gd name="GluePoint18Y" fmla="*/ 221511 h 221511"/>
                <a:gd name="GluePoint19X" fmla="*/ 228264 w 228264"/>
                <a:gd name="GluePoint19Y" fmla="*/ 193822 h 221511"/>
                <a:gd name="GluePoint20X" fmla="*/ 228264 w 228264"/>
                <a:gd name="GluePoint20Y" fmla="*/ 27689 h 221511"/>
                <a:gd name="GluePoint21X" fmla="*/ 200575 w 228264"/>
                <a:gd name="GluePoint21Y" fmla="*/ 0 h 2215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228264" h="221511">
                  <a:moveTo>
                    <a:pt x="200575" y="0"/>
                  </a:moveTo>
                  <a:lnTo>
                    <a:pt x="161406" y="0"/>
                  </a:lnTo>
                  <a:lnTo>
                    <a:pt x="161406" y="89820"/>
                  </a:lnTo>
                  <a:lnTo>
                    <a:pt x="127639" y="89820"/>
                  </a:lnTo>
                  <a:lnTo>
                    <a:pt x="100625" y="89820"/>
                  </a:lnTo>
                  <a:lnTo>
                    <a:pt x="66858" y="89820"/>
                  </a:lnTo>
                  <a:lnTo>
                    <a:pt x="66858" y="0"/>
                  </a:lnTo>
                  <a:lnTo>
                    <a:pt x="27689" y="0"/>
                  </a:lnTo>
                  <a:cubicBezTo>
                    <a:pt x="12156" y="0"/>
                    <a:pt x="0" y="12156"/>
                    <a:pt x="0" y="27689"/>
                  </a:cubicBezTo>
                  <a:lnTo>
                    <a:pt x="0" y="193822"/>
                  </a:lnTo>
                  <a:cubicBezTo>
                    <a:pt x="0" y="209355"/>
                    <a:pt x="12156" y="221511"/>
                    <a:pt x="27689" y="221511"/>
                  </a:cubicBezTo>
                  <a:lnTo>
                    <a:pt x="66858" y="221511"/>
                  </a:lnTo>
                  <a:lnTo>
                    <a:pt x="66858" y="131691"/>
                  </a:lnTo>
                  <a:lnTo>
                    <a:pt x="100625" y="131691"/>
                  </a:lnTo>
                  <a:lnTo>
                    <a:pt x="127639" y="131691"/>
                  </a:lnTo>
                  <a:lnTo>
                    <a:pt x="161406" y="131691"/>
                  </a:lnTo>
                  <a:lnTo>
                    <a:pt x="161406" y="221511"/>
                  </a:lnTo>
                  <a:lnTo>
                    <a:pt x="200575" y="221511"/>
                  </a:lnTo>
                  <a:cubicBezTo>
                    <a:pt x="216108" y="221511"/>
                    <a:pt x="228264" y="209355"/>
                    <a:pt x="228264" y="193822"/>
                  </a:cubicBezTo>
                  <a:lnTo>
                    <a:pt x="228264" y="27689"/>
                  </a:lnTo>
                  <a:cubicBezTo>
                    <a:pt x="228264" y="12156"/>
                    <a:pt x="215433" y="0"/>
                    <a:pt x="200575" y="0"/>
                  </a:cubicBezTo>
                  <a:close/>
                </a:path>
              </a:pathLst>
            </a:custGeom>
            <a:solidFill>
              <a:srgbClr val="fdcc04"/>
            </a:solidFill>
            <a:ln w="6581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272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endParaRPr>
            </a:p>
          </p:txBody>
        </p:sp>
        <p:sp>
          <p:nvSpPr>
            <p:cNvPr id="398" name="任意形状 13"/>
            <p:cNvSpPr/>
            <p:nvPr/>
          </p:nvSpPr>
          <p:spPr>
            <a:xfrm>
              <a:off x="4155840" y="4122720"/>
              <a:ext cx="53640" cy="13356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133560"/>
                <a:gd name="textAreaBottom" fmla="*/ 133920 h 133560"/>
                <a:gd name="GluePoint1X" fmla="*/ 54702 w 60780"/>
                <a:gd name="GluePoint1Y" fmla="*/ 54027 h 150600"/>
                <a:gd name="GluePoint2X" fmla="*/ 37144 w 60780"/>
                <a:gd name="GluePoint2Y" fmla="*/ 54027 h 150600"/>
                <a:gd name="GluePoint3X" fmla="*/ 37144 w 60780"/>
                <a:gd name="GluePoint3Y" fmla="*/ 16883 h 150600"/>
                <a:gd name="GluePoint4X" fmla="*/ 20260 w 60780"/>
                <a:gd name="GluePoint4Y" fmla="*/ 0 h 150600"/>
                <a:gd name="GluePoint5X" fmla="*/ 0 w 60780"/>
                <a:gd name="GluePoint5Y" fmla="*/ 0 h 150600"/>
                <a:gd name="GluePoint6X" fmla="*/ 0 w 60780"/>
                <a:gd name="GluePoint6Y" fmla="*/ 150601 h 150600"/>
                <a:gd name="GluePoint7X" fmla="*/ 20260 w 60780"/>
                <a:gd name="GluePoint7Y" fmla="*/ 150601 h 150600"/>
                <a:gd name="GluePoint8X" fmla="*/ 37144 w 60780"/>
                <a:gd name="GluePoint8Y" fmla="*/ 133717 h 150600"/>
                <a:gd name="GluePoint9X" fmla="*/ 37144 w 60780"/>
                <a:gd name="GluePoint9Y" fmla="*/ 96574 h 150600"/>
                <a:gd name="GluePoint10X" fmla="*/ 54702 w 60780"/>
                <a:gd name="GluePoint10Y" fmla="*/ 96574 h 150600"/>
                <a:gd name="GluePoint11X" fmla="*/ 60780 w 60780"/>
                <a:gd name="GluePoint11Y" fmla="*/ 90495 h 150600"/>
                <a:gd name="GluePoint12X" fmla="*/ 60780 w 60780"/>
                <a:gd name="GluePoint12Y" fmla="*/ 60105 h 150600"/>
                <a:gd name="GluePoint13X" fmla="*/ 54702 w 60780"/>
                <a:gd name="GluePoint13Y" fmla="*/ 54027 h 150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0780" h="150600">
                  <a:moveTo>
                    <a:pt x="54702" y="54027"/>
                  </a:moveTo>
                  <a:lnTo>
                    <a:pt x="37144" y="54027"/>
                  </a:lnTo>
                  <a:lnTo>
                    <a:pt x="37144" y="16883"/>
                  </a:lnTo>
                  <a:cubicBezTo>
                    <a:pt x="37144" y="7429"/>
                    <a:pt x="29715" y="0"/>
                    <a:pt x="20260" y="0"/>
                  </a:cubicBezTo>
                  <a:lnTo>
                    <a:pt x="0" y="0"/>
                  </a:lnTo>
                  <a:lnTo>
                    <a:pt x="0" y="150601"/>
                  </a:lnTo>
                  <a:lnTo>
                    <a:pt x="20260" y="150601"/>
                  </a:lnTo>
                  <a:cubicBezTo>
                    <a:pt x="29715" y="150601"/>
                    <a:pt x="37144" y="143172"/>
                    <a:pt x="37144" y="133717"/>
                  </a:cubicBezTo>
                  <a:lnTo>
                    <a:pt x="37144" y="96574"/>
                  </a:lnTo>
                  <a:lnTo>
                    <a:pt x="54702" y="96574"/>
                  </a:lnTo>
                  <a:cubicBezTo>
                    <a:pt x="58079" y="96574"/>
                    <a:pt x="60780" y="93872"/>
                    <a:pt x="60780" y="90495"/>
                  </a:cubicBezTo>
                  <a:lnTo>
                    <a:pt x="60780" y="60105"/>
                  </a:lnTo>
                  <a:cubicBezTo>
                    <a:pt x="60780" y="56053"/>
                    <a:pt x="58079" y="54027"/>
                    <a:pt x="54702" y="54027"/>
                  </a:cubicBezTo>
                  <a:close/>
                </a:path>
              </a:pathLst>
            </a:custGeom>
            <a:solidFill>
              <a:srgbClr val="fdcc04"/>
            </a:solidFill>
            <a:ln w="6581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272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endParaRPr>
            </a:p>
          </p:txBody>
        </p:sp>
      </p:grpSp>
      <p:grpSp>
        <p:nvGrpSpPr>
          <p:cNvPr id="399" name="그래픽 23"/>
          <p:cNvGrpSpPr/>
          <p:nvPr/>
        </p:nvGrpSpPr>
        <p:grpSpPr>
          <a:xfrm>
            <a:off x="380520" y="4030920"/>
            <a:ext cx="327240" cy="316440"/>
            <a:chOff x="380520" y="4030920"/>
            <a:chExt cx="327240" cy="316440"/>
          </a:xfrm>
        </p:grpSpPr>
        <p:sp>
          <p:nvSpPr>
            <p:cNvPr id="400" name="任意形状 15"/>
            <p:cNvSpPr/>
            <p:nvPr/>
          </p:nvSpPr>
          <p:spPr>
            <a:xfrm>
              <a:off x="450720" y="4099320"/>
              <a:ext cx="185400" cy="203760"/>
            </a:xfrm>
            <a:custGeom>
              <a:avLst/>
              <a:gdLst>
                <a:gd name="textAreaLeft" fmla="*/ 0 w 185400"/>
                <a:gd name="textAreaRight" fmla="*/ 185760 w 185400"/>
                <a:gd name="textAreaTop" fmla="*/ 0 h 203760"/>
                <a:gd name="textAreaBottom" fmla="*/ 204120 h 203760"/>
                <a:gd name="GluePoint1X" fmla="*/ 208815 w 208814"/>
                <a:gd name="GluePoint1Y" fmla="*/ 104561 h 229788"/>
                <a:gd name="GluePoint2X" fmla="*/ 92078 w 208814"/>
                <a:gd name="GluePoint2Y" fmla="*/ 559 h 229788"/>
                <a:gd name="GluePoint3X" fmla="*/ 811 w 208814"/>
                <a:gd name="GluePoint3Y" fmla="*/ 90765 h 229788"/>
                <a:gd name="GluePoint4X" fmla="*/ 31587 w 208814"/>
                <a:gd name="GluePoint4Y" fmla="*/ 178848 h 229788"/>
                <a:gd name="GluePoint5X" fmla="*/ 42200 w 208814"/>
                <a:gd name="GluePoint5Y" fmla="*/ 190522 h 229788"/>
                <a:gd name="GluePoint6X" fmla="*/ 61302 w 208814"/>
                <a:gd name="GluePoint6Y" fmla="*/ 223421 h 229788"/>
                <a:gd name="GluePoint7X" fmla="*/ 70853 w 208814"/>
                <a:gd name="GluePoint7Y" fmla="*/ 229788 h 229788"/>
                <a:gd name="GluePoint8X" fmla="*/ 139834 w 208814"/>
                <a:gd name="GluePoint8Y" fmla="*/ 229788 h 229788"/>
                <a:gd name="GluePoint9X" fmla="*/ 149385 w 208814"/>
                <a:gd name="GluePoint9Y" fmla="*/ 223421 h 229788"/>
                <a:gd name="GluePoint10X" fmla="*/ 175916 w 208814"/>
                <a:gd name="GluePoint10Y" fmla="*/ 182032 h 229788"/>
                <a:gd name="GluePoint11X" fmla="*/ 175916 w 208814"/>
                <a:gd name="GluePoint11Y" fmla="*/ 182032 h 229788"/>
                <a:gd name="GluePoint12X" fmla="*/ 208815 w 208814"/>
                <a:gd name="GluePoint12Y" fmla="*/ 104561 h 2297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208814" h="229788">
                  <a:moveTo>
                    <a:pt x="208815" y="104561"/>
                  </a:moveTo>
                  <a:cubicBezTo>
                    <a:pt x="208815" y="43009"/>
                    <a:pt x="155753" y="-5808"/>
                    <a:pt x="92078" y="559"/>
                  </a:cubicBezTo>
                  <a:cubicBezTo>
                    <a:pt x="45383" y="5866"/>
                    <a:pt x="6117" y="44070"/>
                    <a:pt x="811" y="90765"/>
                  </a:cubicBezTo>
                  <a:cubicBezTo>
                    <a:pt x="-3434" y="124725"/>
                    <a:pt x="9301" y="156562"/>
                    <a:pt x="31587" y="178848"/>
                  </a:cubicBezTo>
                  <a:cubicBezTo>
                    <a:pt x="34771" y="182032"/>
                    <a:pt x="39016" y="186277"/>
                    <a:pt x="42200" y="190522"/>
                  </a:cubicBezTo>
                  <a:cubicBezTo>
                    <a:pt x="47506" y="197951"/>
                    <a:pt x="54934" y="208563"/>
                    <a:pt x="61302" y="223421"/>
                  </a:cubicBezTo>
                  <a:cubicBezTo>
                    <a:pt x="62363" y="227666"/>
                    <a:pt x="66608" y="229788"/>
                    <a:pt x="70853" y="229788"/>
                  </a:cubicBezTo>
                  <a:lnTo>
                    <a:pt x="139834" y="229788"/>
                  </a:lnTo>
                  <a:cubicBezTo>
                    <a:pt x="144079" y="229788"/>
                    <a:pt x="147263" y="227666"/>
                    <a:pt x="149385" y="223421"/>
                  </a:cubicBezTo>
                  <a:cubicBezTo>
                    <a:pt x="159998" y="197951"/>
                    <a:pt x="175916" y="182032"/>
                    <a:pt x="175916" y="182032"/>
                  </a:cubicBezTo>
                  <a:lnTo>
                    <a:pt x="175916" y="182032"/>
                  </a:lnTo>
                  <a:cubicBezTo>
                    <a:pt x="196080" y="161869"/>
                    <a:pt x="208815" y="135337"/>
                    <a:pt x="208815" y="104561"/>
                  </a:cubicBezTo>
                  <a:close/>
                </a:path>
              </a:pathLst>
            </a:custGeom>
            <a:solidFill>
              <a:srgbClr val="1f55f4"/>
            </a:solidFill>
            <a:ln w="10341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272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endParaRPr>
            </a:p>
          </p:txBody>
        </p:sp>
        <p:sp>
          <p:nvSpPr>
            <p:cNvPr id="401" name="任意形状 16"/>
            <p:cNvSpPr/>
            <p:nvPr/>
          </p:nvSpPr>
          <p:spPr>
            <a:xfrm>
              <a:off x="537120" y="4030920"/>
              <a:ext cx="12960" cy="42120"/>
            </a:xfrm>
            <a:custGeom>
              <a:avLst/>
              <a:gdLst>
                <a:gd name="textAreaLeft" fmla="*/ 0 w 12960"/>
                <a:gd name="textAreaRight" fmla="*/ 13320 w 12960"/>
                <a:gd name="textAreaTop" fmla="*/ 0 h 42120"/>
                <a:gd name="textAreaBottom" fmla="*/ 42480 h 42120"/>
                <a:gd name="GluePoint1X" fmla="*/ 7429 w 14857"/>
                <a:gd name="GluePoint1Y" fmla="*/ 0 h 47755"/>
                <a:gd name="GluePoint2X" fmla="*/ 7429 w 14857"/>
                <a:gd name="GluePoint2Y" fmla="*/ 0 h 47755"/>
                <a:gd name="GluePoint3X" fmla="*/ 0 w 14857"/>
                <a:gd name="GluePoint3Y" fmla="*/ 7429 h 47755"/>
                <a:gd name="GluePoint4X" fmla="*/ 0 w 14857"/>
                <a:gd name="GluePoint4Y" fmla="*/ 40327 h 47755"/>
                <a:gd name="GluePoint5X" fmla="*/ 7429 w 14857"/>
                <a:gd name="GluePoint5Y" fmla="*/ 47756 h 47755"/>
                <a:gd name="GluePoint6X" fmla="*/ 7429 w 14857"/>
                <a:gd name="GluePoint6Y" fmla="*/ 47756 h 47755"/>
                <a:gd name="GluePoint7X" fmla="*/ 14857 w 14857"/>
                <a:gd name="GluePoint7Y" fmla="*/ 40327 h 47755"/>
                <a:gd name="GluePoint8X" fmla="*/ 14857 w 14857"/>
                <a:gd name="GluePoint8Y" fmla="*/ 7429 h 47755"/>
                <a:gd name="GluePoint9X" fmla="*/ 7429 w 14857"/>
                <a:gd name="GluePoint9Y" fmla="*/ 0 h 4775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4857" h="47755">
                  <a:moveTo>
                    <a:pt x="7429" y="0"/>
                  </a:moveTo>
                  <a:lnTo>
                    <a:pt x="7429" y="0"/>
                  </a:lnTo>
                  <a:cubicBezTo>
                    <a:pt x="3184" y="0"/>
                    <a:pt x="0" y="3184"/>
                    <a:pt x="0" y="7429"/>
                  </a:cubicBezTo>
                  <a:lnTo>
                    <a:pt x="0" y="40327"/>
                  </a:lnTo>
                  <a:cubicBezTo>
                    <a:pt x="0" y="44572"/>
                    <a:pt x="3184" y="47756"/>
                    <a:pt x="7429" y="47756"/>
                  </a:cubicBezTo>
                  <a:lnTo>
                    <a:pt x="7429" y="47756"/>
                  </a:lnTo>
                  <a:cubicBezTo>
                    <a:pt x="11674" y="47756"/>
                    <a:pt x="14857" y="44572"/>
                    <a:pt x="14857" y="40327"/>
                  </a:cubicBezTo>
                  <a:lnTo>
                    <a:pt x="14857" y="7429"/>
                  </a:lnTo>
                  <a:cubicBezTo>
                    <a:pt x="14857" y="3184"/>
                    <a:pt x="11674" y="0"/>
                    <a:pt x="7429" y="0"/>
                  </a:cubicBezTo>
                  <a:close/>
                </a:path>
              </a:pathLst>
            </a:custGeom>
            <a:solidFill>
              <a:srgbClr val="1f55f4"/>
            </a:solidFill>
            <a:ln w="10341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520" bIns="-252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272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endParaRPr>
            </a:p>
          </p:txBody>
        </p:sp>
        <p:sp>
          <p:nvSpPr>
            <p:cNvPr id="402" name="任意形状 17"/>
            <p:cNvSpPr/>
            <p:nvPr/>
          </p:nvSpPr>
          <p:spPr>
            <a:xfrm>
              <a:off x="458280" y="4052520"/>
              <a:ext cx="28440" cy="38160"/>
            </a:xfrm>
            <a:custGeom>
              <a:avLst/>
              <a:gdLst>
                <a:gd name="textAreaLeft" fmla="*/ 0 w 28440"/>
                <a:gd name="textAreaRight" fmla="*/ 28800 w 28440"/>
                <a:gd name="textAreaTop" fmla="*/ 0 h 38160"/>
                <a:gd name="textAreaBottom" fmla="*/ 38520 h 38160"/>
                <a:gd name="GluePoint1X" fmla="*/ 4038 w 32484"/>
                <a:gd name="GluePoint1Y" fmla="*/ 1104 h 43347"/>
                <a:gd name="GluePoint2X" fmla="*/ 4038 w 32484"/>
                <a:gd name="GluePoint2Y" fmla="*/ 1104 h 43347"/>
                <a:gd name="GluePoint3X" fmla="*/ 854 w 32484"/>
                <a:gd name="GluePoint3Y" fmla="*/ 10655 h 43347"/>
                <a:gd name="GluePoint4X" fmla="*/ 17834 w 32484"/>
                <a:gd name="GluePoint4Y" fmla="*/ 39309 h 43347"/>
                <a:gd name="GluePoint5X" fmla="*/ 28447 w 32484"/>
                <a:gd name="GluePoint5Y" fmla="*/ 42493 h 43347"/>
                <a:gd name="GluePoint6X" fmla="*/ 28447 w 32484"/>
                <a:gd name="GluePoint6Y" fmla="*/ 42493 h 43347"/>
                <a:gd name="GluePoint7X" fmla="*/ 31630 w 32484"/>
                <a:gd name="GluePoint7Y" fmla="*/ 31880 h 43347"/>
                <a:gd name="GluePoint8X" fmla="*/ 14651 w 32484"/>
                <a:gd name="GluePoint8Y" fmla="*/ 3227 h 43347"/>
                <a:gd name="GluePoint9X" fmla="*/ 4038 w 32484"/>
                <a:gd name="GluePoint9Y" fmla="*/ 1104 h 4334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32484" h="43347">
                  <a:moveTo>
                    <a:pt x="4038" y="1104"/>
                  </a:moveTo>
                  <a:lnTo>
                    <a:pt x="4038" y="1104"/>
                  </a:lnTo>
                  <a:cubicBezTo>
                    <a:pt x="854" y="3227"/>
                    <a:pt x="-1268" y="7472"/>
                    <a:pt x="854" y="10655"/>
                  </a:cubicBezTo>
                  <a:lnTo>
                    <a:pt x="17834" y="39309"/>
                  </a:lnTo>
                  <a:cubicBezTo>
                    <a:pt x="19957" y="42493"/>
                    <a:pt x="24202" y="44615"/>
                    <a:pt x="28447" y="42493"/>
                  </a:cubicBezTo>
                  <a:lnTo>
                    <a:pt x="28447" y="42493"/>
                  </a:lnTo>
                  <a:cubicBezTo>
                    <a:pt x="31630" y="40370"/>
                    <a:pt x="33753" y="36125"/>
                    <a:pt x="31630" y="31880"/>
                  </a:cubicBezTo>
                  <a:lnTo>
                    <a:pt x="14651" y="3227"/>
                  </a:lnTo>
                  <a:cubicBezTo>
                    <a:pt x="12528" y="43"/>
                    <a:pt x="7222" y="-1018"/>
                    <a:pt x="4038" y="1104"/>
                  </a:cubicBezTo>
                  <a:close/>
                </a:path>
              </a:pathLst>
            </a:custGeom>
            <a:solidFill>
              <a:srgbClr val="1f55f4"/>
            </a:solidFill>
            <a:ln w="10341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6480" bIns="-648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272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endParaRPr>
            </a:p>
          </p:txBody>
        </p:sp>
        <p:sp>
          <p:nvSpPr>
            <p:cNvPr id="403" name="任意形状 18"/>
            <p:cNvSpPr/>
            <p:nvPr/>
          </p:nvSpPr>
          <p:spPr>
            <a:xfrm>
              <a:off x="401400" y="4110120"/>
              <a:ext cx="39240" cy="2880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28800"/>
                <a:gd name="textAreaBottom" fmla="*/ 29160 h 28800"/>
                <a:gd name="GluePoint1X" fmla="*/ 1061 w 44572"/>
                <a:gd name="GluePoint1Y" fmla="*/ 4245 h 32898"/>
                <a:gd name="GluePoint2X" fmla="*/ 1061 w 44572"/>
                <a:gd name="GluePoint2Y" fmla="*/ 4245 h 32898"/>
                <a:gd name="GluePoint3X" fmla="*/ 4245 w 44572"/>
                <a:gd name="GluePoint3Y" fmla="*/ 14857 h 32898"/>
                <a:gd name="GluePoint4X" fmla="*/ 32899 w 44572"/>
                <a:gd name="GluePoint4Y" fmla="*/ 31837 h 32898"/>
                <a:gd name="GluePoint5X" fmla="*/ 43511 w 44572"/>
                <a:gd name="GluePoint5Y" fmla="*/ 28654 h 32898"/>
                <a:gd name="GluePoint6X" fmla="*/ 43511 w 44572"/>
                <a:gd name="GluePoint6Y" fmla="*/ 28654 h 32898"/>
                <a:gd name="GluePoint7X" fmla="*/ 40327 w 44572"/>
                <a:gd name="GluePoint7Y" fmla="*/ 18041 h 32898"/>
                <a:gd name="GluePoint8X" fmla="*/ 11674 w 44572"/>
                <a:gd name="GluePoint8Y" fmla="*/ 1061 h 32898"/>
                <a:gd name="GluePoint9X" fmla="*/ 1061 w 44572"/>
                <a:gd name="GluePoint9Y" fmla="*/ 4245 h 3289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44572" h="32898">
                  <a:moveTo>
                    <a:pt x="1061" y="4245"/>
                  </a:moveTo>
                  <a:lnTo>
                    <a:pt x="1061" y="4245"/>
                  </a:lnTo>
                  <a:cubicBezTo>
                    <a:pt x="-1061" y="7429"/>
                    <a:pt x="0" y="12735"/>
                    <a:pt x="4245" y="14857"/>
                  </a:cubicBezTo>
                  <a:lnTo>
                    <a:pt x="32899" y="31837"/>
                  </a:lnTo>
                  <a:cubicBezTo>
                    <a:pt x="36082" y="33960"/>
                    <a:pt x="41388" y="32899"/>
                    <a:pt x="43511" y="28654"/>
                  </a:cubicBezTo>
                  <a:lnTo>
                    <a:pt x="43511" y="28654"/>
                  </a:lnTo>
                  <a:cubicBezTo>
                    <a:pt x="45633" y="25470"/>
                    <a:pt x="44572" y="20164"/>
                    <a:pt x="40327" y="18041"/>
                  </a:cubicBezTo>
                  <a:lnTo>
                    <a:pt x="11674" y="1061"/>
                  </a:lnTo>
                  <a:cubicBezTo>
                    <a:pt x="7429" y="-1061"/>
                    <a:pt x="3184" y="0"/>
                    <a:pt x="1061" y="4245"/>
                  </a:cubicBezTo>
                  <a:close/>
                </a:path>
              </a:pathLst>
            </a:custGeom>
            <a:solidFill>
              <a:srgbClr val="1f55f4"/>
            </a:solidFill>
            <a:ln w="10341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5840" bIns="-158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272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endParaRPr>
            </a:p>
          </p:txBody>
        </p:sp>
        <p:sp>
          <p:nvSpPr>
            <p:cNvPr id="404" name="任意形状 19"/>
            <p:cNvSpPr/>
            <p:nvPr/>
          </p:nvSpPr>
          <p:spPr>
            <a:xfrm>
              <a:off x="380520" y="4188600"/>
              <a:ext cx="42120" cy="1296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12960"/>
                <a:gd name="textAreaBottom" fmla="*/ 13320 h 12960"/>
                <a:gd name="GluePoint1X" fmla="*/ 0 w 47755"/>
                <a:gd name="GluePoint1Y" fmla="*/ 7429 h 14857"/>
                <a:gd name="GluePoint2X" fmla="*/ 0 w 47755"/>
                <a:gd name="GluePoint2Y" fmla="*/ 7429 h 14857"/>
                <a:gd name="GluePoint3X" fmla="*/ 7429 w 47755"/>
                <a:gd name="GluePoint3Y" fmla="*/ 14857 h 14857"/>
                <a:gd name="GluePoint4X" fmla="*/ 40327 w 47755"/>
                <a:gd name="GluePoint4Y" fmla="*/ 14857 h 14857"/>
                <a:gd name="GluePoint5X" fmla="*/ 47756 w 47755"/>
                <a:gd name="GluePoint5Y" fmla="*/ 7429 h 14857"/>
                <a:gd name="GluePoint6X" fmla="*/ 47756 w 47755"/>
                <a:gd name="GluePoint6Y" fmla="*/ 7429 h 14857"/>
                <a:gd name="GluePoint7X" fmla="*/ 40327 w 47755"/>
                <a:gd name="GluePoint7Y" fmla="*/ 0 h 14857"/>
                <a:gd name="GluePoint8X" fmla="*/ 7429 w 47755"/>
                <a:gd name="GluePoint8Y" fmla="*/ 0 h 14857"/>
                <a:gd name="GluePoint9X" fmla="*/ 0 w 47755"/>
                <a:gd name="GluePoint9Y" fmla="*/ 7429 h 1485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47755" h="14857">
                  <a:moveTo>
                    <a:pt x="0" y="7429"/>
                  </a:moveTo>
                  <a:lnTo>
                    <a:pt x="0" y="7429"/>
                  </a:lnTo>
                  <a:cubicBezTo>
                    <a:pt x="0" y="11674"/>
                    <a:pt x="3184" y="14857"/>
                    <a:pt x="7429" y="14857"/>
                  </a:cubicBezTo>
                  <a:lnTo>
                    <a:pt x="40327" y="14857"/>
                  </a:lnTo>
                  <a:cubicBezTo>
                    <a:pt x="44572" y="14857"/>
                    <a:pt x="47756" y="11674"/>
                    <a:pt x="47756" y="7429"/>
                  </a:cubicBezTo>
                  <a:lnTo>
                    <a:pt x="47756" y="7429"/>
                  </a:lnTo>
                  <a:cubicBezTo>
                    <a:pt x="47756" y="3184"/>
                    <a:pt x="44572" y="0"/>
                    <a:pt x="40327" y="0"/>
                  </a:cubicBezTo>
                  <a:lnTo>
                    <a:pt x="7429" y="0"/>
                  </a:lnTo>
                  <a:cubicBezTo>
                    <a:pt x="3184" y="0"/>
                    <a:pt x="0" y="4245"/>
                    <a:pt x="0" y="7429"/>
                  </a:cubicBezTo>
                  <a:close/>
                </a:path>
              </a:pathLst>
            </a:custGeom>
            <a:solidFill>
              <a:srgbClr val="1f55f4"/>
            </a:solidFill>
            <a:ln w="10341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1680" bIns="-3168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272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endParaRPr>
            </a:p>
          </p:txBody>
        </p:sp>
        <p:sp>
          <p:nvSpPr>
            <p:cNvPr id="405" name="任意形状 20"/>
            <p:cNvSpPr/>
            <p:nvPr/>
          </p:nvSpPr>
          <p:spPr>
            <a:xfrm>
              <a:off x="402480" y="4251960"/>
              <a:ext cx="39240" cy="2844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28440"/>
                <a:gd name="textAreaBottom" fmla="*/ 28800 h 28440"/>
                <a:gd name="GluePoint1X" fmla="*/ 1061 w 44365"/>
                <a:gd name="GluePoint1Y" fmla="*/ 28447 h 32484"/>
                <a:gd name="GluePoint2X" fmla="*/ 1061 w 44365"/>
                <a:gd name="GluePoint2Y" fmla="*/ 28447 h 32484"/>
                <a:gd name="GluePoint3X" fmla="*/ 11674 w 44365"/>
                <a:gd name="GluePoint3Y" fmla="*/ 31630 h 32484"/>
                <a:gd name="GluePoint4X" fmla="*/ 40327 w 44365"/>
                <a:gd name="GluePoint4Y" fmla="*/ 14651 h 32484"/>
                <a:gd name="GluePoint5X" fmla="*/ 43511 w 44365"/>
                <a:gd name="GluePoint5Y" fmla="*/ 4038 h 32484"/>
                <a:gd name="GluePoint6X" fmla="*/ 43511 w 44365"/>
                <a:gd name="GluePoint6Y" fmla="*/ 4038 h 32484"/>
                <a:gd name="GluePoint7X" fmla="*/ 32899 w 44365"/>
                <a:gd name="GluePoint7Y" fmla="*/ 854 h 32484"/>
                <a:gd name="GluePoint8X" fmla="*/ 4245 w 44365"/>
                <a:gd name="GluePoint8Y" fmla="*/ 17834 h 32484"/>
                <a:gd name="GluePoint9X" fmla="*/ 1061 w 44365"/>
                <a:gd name="GluePoint9Y" fmla="*/ 28447 h 3248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44365" h="32484">
                  <a:moveTo>
                    <a:pt x="1061" y="28447"/>
                  </a:moveTo>
                  <a:lnTo>
                    <a:pt x="1061" y="28447"/>
                  </a:lnTo>
                  <a:cubicBezTo>
                    <a:pt x="3184" y="31630"/>
                    <a:pt x="7429" y="33753"/>
                    <a:pt x="11674" y="31630"/>
                  </a:cubicBezTo>
                  <a:lnTo>
                    <a:pt x="40327" y="14651"/>
                  </a:lnTo>
                  <a:cubicBezTo>
                    <a:pt x="43511" y="12528"/>
                    <a:pt x="45633" y="8283"/>
                    <a:pt x="43511" y="4038"/>
                  </a:cubicBezTo>
                  <a:lnTo>
                    <a:pt x="43511" y="4038"/>
                  </a:lnTo>
                  <a:cubicBezTo>
                    <a:pt x="41388" y="854"/>
                    <a:pt x="37144" y="-1268"/>
                    <a:pt x="32899" y="854"/>
                  </a:cubicBezTo>
                  <a:lnTo>
                    <a:pt x="4245" y="17834"/>
                  </a:lnTo>
                  <a:cubicBezTo>
                    <a:pt x="0" y="19957"/>
                    <a:pt x="-1061" y="25263"/>
                    <a:pt x="1061" y="28447"/>
                  </a:cubicBezTo>
                  <a:close/>
                </a:path>
              </a:pathLst>
            </a:custGeom>
            <a:solidFill>
              <a:srgbClr val="1f55f4"/>
            </a:solidFill>
            <a:ln w="10341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6200" bIns="-162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272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endParaRPr>
            </a:p>
          </p:txBody>
        </p:sp>
        <p:sp>
          <p:nvSpPr>
            <p:cNvPr id="406" name="任意形状 21"/>
            <p:cNvSpPr/>
            <p:nvPr/>
          </p:nvSpPr>
          <p:spPr>
            <a:xfrm>
              <a:off x="647640" y="4250880"/>
              <a:ext cx="39240" cy="2844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28440"/>
                <a:gd name="textAreaBottom" fmla="*/ 28800 h 28440"/>
                <a:gd name="GluePoint1X" fmla="*/ 43511 w 44572"/>
                <a:gd name="GluePoint1Y" fmla="*/ 28654 h 32235"/>
                <a:gd name="GluePoint2X" fmla="*/ 43511 w 44572"/>
                <a:gd name="GluePoint2Y" fmla="*/ 28654 h 32235"/>
                <a:gd name="GluePoint3X" fmla="*/ 40327 w 44572"/>
                <a:gd name="GluePoint3Y" fmla="*/ 18041 h 32235"/>
                <a:gd name="GluePoint4X" fmla="*/ 11674 w 44572"/>
                <a:gd name="GluePoint4Y" fmla="*/ 1061 h 32235"/>
                <a:gd name="GluePoint5X" fmla="*/ 1061 w 44572"/>
                <a:gd name="GluePoint5Y" fmla="*/ 4245 h 32235"/>
                <a:gd name="GluePoint6X" fmla="*/ 1061 w 44572"/>
                <a:gd name="GluePoint6Y" fmla="*/ 4245 h 32235"/>
                <a:gd name="GluePoint7X" fmla="*/ 4245 w 44572"/>
                <a:gd name="GluePoint7Y" fmla="*/ 14857 h 32235"/>
                <a:gd name="GluePoint8X" fmla="*/ 32899 w 44572"/>
                <a:gd name="GluePoint8Y" fmla="*/ 31837 h 32235"/>
                <a:gd name="GluePoint9X" fmla="*/ 43511 w 44572"/>
                <a:gd name="GluePoint9Y" fmla="*/ 28654 h 3223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44572" h="32235">
                  <a:moveTo>
                    <a:pt x="43511" y="28654"/>
                  </a:moveTo>
                  <a:lnTo>
                    <a:pt x="43511" y="28654"/>
                  </a:lnTo>
                  <a:cubicBezTo>
                    <a:pt x="45633" y="25470"/>
                    <a:pt x="44572" y="20164"/>
                    <a:pt x="40327" y="18041"/>
                  </a:cubicBezTo>
                  <a:lnTo>
                    <a:pt x="11674" y="1061"/>
                  </a:lnTo>
                  <a:cubicBezTo>
                    <a:pt x="8490" y="-1061"/>
                    <a:pt x="3184" y="0"/>
                    <a:pt x="1061" y="4245"/>
                  </a:cubicBezTo>
                  <a:lnTo>
                    <a:pt x="1061" y="4245"/>
                  </a:lnTo>
                  <a:cubicBezTo>
                    <a:pt x="-1061" y="7429"/>
                    <a:pt x="0" y="12735"/>
                    <a:pt x="4245" y="14857"/>
                  </a:cubicBezTo>
                  <a:lnTo>
                    <a:pt x="32899" y="31837"/>
                  </a:lnTo>
                  <a:cubicBezTo>
                    <a:pt x="37143" y="32899"/>
                    <a:pt x="41388" y="31837"/>
                    <a:pt x="43511" y="28654"/>
                  </a:cubicBezTo>
                  <a:close/>
                </a:path>
              </a:pathLst>
            </a:custGeom>
            <a:solidFill>
              <a:srgbClr val="1f55f4"/>
            </a:solidFill>
            <a:ln w="10341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6200" bIns="-162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272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endParaRPr>
            </a:p>
          </p:txBody>
        </p:sp>
        <p:sp>
          <p:nvSpPr>
            <p:cNvPr id="407" name="任意形状 22"/>
            <p:cNvSpPr/>
            <p:nvPr/>
          </p:nvSpPr>
          <p:spPr>
            <a:xfrm>
              <a:off x="665640" y="4187520"/>
              <a:ext cx="42120" cy="1296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12960"/>
                <a:gd name="textAreaBottom" fmla="*/ 13320 h 12960"/>
                <a:gd name="GluePoint1X" fmla="*/ 47756 w 47755"/>
                <a:gd name="GluePoint1Y" fmla="*/ 7429 h 14857"/>
                <a:gd name="GluePoint2X" fmla="*/ 47756 w 47755"/>
                <a:gd name="GluePoint2Y" fmla="*/ 7429 h 14857"/>
                <a:gd name="GluePoint3X" fmla="*/ 40327 w 47755"/>
                <a:gd name="GluePoint3Y" fmla="*/ 0 h 14857"/>
                <a:gd name="GluePoint4X" fmla="*/ 7429 w 47755"/>
                <a:gd name="GluePoint4Y" fmla="*/ 0 h 14857"/>
                <a:gd name="GluePoint5X" fmla="*/ 0 w 47755"/>
                <a:gd name="GluePoint5Y" fmla="*/ 7429 h 14857"/>
                <a:gd name="GluePoint6X" fmla="*/ 0 w 47755"/>
                <a:gd name="GluePoint6Y" fmla="*/ 7429 h 14857"/>
                <a:gd name="GluePoint7X" fmla="*/ 7429 w 47755"/>
                <a:gd name="GluePoint7Y" fmla="*/ 14857 h 14857"/>
                <a:gd name="GluePoint8X" fmla="*/ 40327 w 47755"/>
                <a:gd name="GluePoint8Y" fmla="*/ 14857 h 14857"/>
                <a:gd name="GluePoint9X" fmla="*/ 47756 w 47755"/>
                <a:gd name="GluePoint9Y" fmla="*/ 7429 h 1485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47755" h="14857">
                  <a:moveTo>
                    <a:pt x="47756" y="7429"/>
                  </a:moveTo>
                  <a:lnTo>
                    <a:pt x="47756" y="7429"/>
                  </a:lnTo>
                  <a:cubicBezTo>
                    <a:pt x="47756" y="3184"/>
                    <a:pt x="44572" y="0"/>
                    <a:pt x="40327" y="0"/>
                  </a:cubicBezTo>
                  <a:lnTo>
                    <a:pt x="7429" y="0"/>
                  </a:lnTo>
                  <a:cubicBezTo>
                    <a:pt x="3184" y="0"/>
                    <a:pt x="0" y="3184"/>
                    <a:pt x="0" y="7429"/>
                  </a:cubicBezTo>
                  <a:lnTo>
                    <a:pt x="0" y="7429"/>
                  </a:lnTo>
                  <a:cubicBezTo>
                    <a:pt x="0" y="11674"/>
                    <a:pt x="3184" y="14857"/>
                    <a:pt x="7429" y="14857"/>
                  </a:cubicBezTo>
                  <a:lnTo>
                    <a:pt x="40327" y="14857"/>
                  </a:lnTo>
                  <a:cubicBezTo>
                    <a:pt x="44572" y="14857"/>
                    <a:pt x="47756" y="11674"/>
                    <a:pt x="47756" y="7429"/>
                  </a:cubicBezTo>
                  <a:close/>
                </a:path>
              </a:pathLst>
            </a:custGeom>
            <a:solidFill>
              <a:srgbClr val="1f55f4"/>
            </a:solidFill>
            <a:ln w="10341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1680" bIns="-3168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272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endParaRPr>
            </a:p>
          </p:txBody>
        </p:sp>
        <p:sp>
          <p:nvSpPr>
            <p:cNvPr id="408" name="任意形状 23"/>
            <p:cNvSpPr/>
            <p:nvPr/>
          </p:nvSpPr>
          <p:spPr>
            <a:xfrm>
              <a:off x="646920" y="4108680"/>
              <a:ext cx="39240" cy="2844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28440"/>
                <a:gd name="textAreaBottom" fmla="*/ 28800 h 28440"/>
                <a:gd name="GluePoint1X" fmla="*/ 43304 w 44365"/>
                <a:gd name="GluePoint1Y" fmla="*/ 4038 h 32484"/>
                <a:gd name="GluePoint2X" fmla="*/ 43304 w 44365"/>
                <a:gd name="GluePoint2Y" fmla="*/ 4038 h 32484"/>
                <a:gd name="GluePoint3X" fmla="*/ 32692 w 44365"/>
                <a:gd name="GluePoint3Y" fmla="*/ 854 h 32484"/>
                <a:gd name="GluePoint4X" fmla="*/ 4038 w 44365"/>
                <a:gd name="GluePoint4Y" fmla="*/ 17834 h 32484"/>
                <a:gd name="GluePoint5X" fmla="*/ 854 w 44365"/>
                <a:gd name="GluePoint5Y" fmla="*/ 28447 h 32484"/>
                <a:gd name="GluePoint6X" fmla="*/ 854 w 44365"/>
                <a:gd name="GluePoint6Y" fmla="*/ 28447 h 32484"/>
                <a:gd name="GluePoint7X" fmla="*/ 11467 w 44365"/>
                <a:gd name="GluePoint7Y" fmla="*/ 31630 h 32484"/>
                <a:gd name="GluePoint8X" fmla="*/ 40120 w 44365"/>
                <a:gd name="GluePoint8Y" fmla="*/ 14651 h 32484"/>
                <a:gd name="GluePoint9X" fmla="*/ 43304 w 44365"/>
                <a:gd name="GluePoint9Y" fmla="*/ 4038 h 3248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44365" h="32484">
                  <a:moveTo>
                    <a:pt x="43304" y="4038"/>
                  </a:moveTo>
                  <a:lnTo>
                    <a:pt x="43304" y="4038"/>
                  </a:lnTo>
                  <a:cubicBezTo>
                    <a:pt x="41182" y="854"/>
                    <a:pt x="36937" y="-1268"/>
                    <a:pt x="32692" y="854"/>
                  </a:cubicBezTo>
                  <a:lnTo>
                    <a:pt x="4038" y="17834"/>
                  </a:lnTo>
                  <a:cubicBezTo>
                    <a:pt x="854" y="19957"/>
                    <a:pt x="-1268" y="24202"/>
                    <a:pt x="854" y="28447"/>
                  </a:cubicBezTo>
                  <a:lnTo>
                    <a:pt x="854" y="28447"/>
                  </a:lnTo>
                  <a:cubicBezTo>
                    <a:pt x="2977" y="31630"/>
                    <a:pt x="7222" y="33753"/>
                    <a:pt x="11467" y="31630"/>
                  </a:cubicBezTo>
                  <a:lnTo>
                    <a:pt x="40120" y="14651"/>
                  </a:lnTo>
                  <a:cubicBezTo>
                    <a:pt x="44365" y="12528"/>
                    <a:pt x="45427" y="7222"/>
                    <a:pt x="43304" y="4038"/>
                  </a:cubicBezTo>
                  <a:close/>
                </a:path>
              </a:pathLst>
            </a:custGeom>
            <a:solidFill>
              <a:srgbClr val="1f55f4"/>
            </a:solidFill>
            <a:ln w="10341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6200" bIns="-162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272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endParaRPr>
            </a:p>
          </p:txBody>
        </p:sp>
        <p:sp>
          <p:nvSpPr>
            <p:cNvPr id="409" name="任意形状 24"/>
            <p:cNvSpPr/>
            <p:nvPr/>
          </p:nvSpPr>
          <p:spPr>
            <a:xfrm>
              <a:off x="600480" y="4051800"/>
              <a:ext cx="28440" cy="39240"/>
            </a:xfrm>
            <a:custGeom>
              <a:avLst/>
              <a:gdLst>
                <a:gd name="textAreaLeft" fmla="*/ 0 w 28440"/>
                <a:gd name="textAreaRight" fmla="*/ 28800 w 28440"/>
                <a:gd name="textAreaTop" fmla="*/ 0 h 39240"/>
                <a:gd name="textAreaBottom" fmla="*/ 39600 h 39240"/>
                <a:gd name="GluePoint1X" fmla="*/ 28654 w 32235"/>
                <a:gd name="GluePoint1Y" fmla="*/ 1061 h 44572"/>
                <a:gd name="GluePoint2X" fmla="*/ 28654 w 32235"/>
                <a:gd name="GluePoint2Y" fmla="*/ 1061 h 44572"/>
                <a:gd name="GluePoint3X" fmla="*/ 18041 w 32235"/>
                <a:gd name="GluePoint3Y" fmla="*/ 4245 h 44572"/>
                <a:gd name="GluePoint4X" fmla="*/ 1061 w 32235"/>
                <a:gd name="GluePoint4Y" fmla="*/ 32899 h 44572"/>
                <a:gd name="GluePoint5X" fmla="*/ 4245 w 32235"/>
                <a:gd name="GluePoint5Y" fmla="*/ 43511 h 44572"/>
                <a:gd name="GluePoint6X" fmla="*/ 4245 w 32235"/>
                <a:gd name="GluePoint6Y" fmla="*/ 43511 h 44572"/>
                <a:gd name="GluePoint7X" fmla="*/ 14857 w 32235"/>
                <a:gd name="GluePoint7Y" fmla="*/ 40327 h 44572"/>
                <a:gd name="GluePoint8X" fmla="*/ 31837 w 32235"/>
                <a:gd name="GluePoint8Y" fmla="*/ 11674 h 44572"/>
                <a:gd name="GluePoint9X" fmla="*/ 28654 w 32235"/>
                <a:gd name="GluePoint9Y" fmla="*/ 1061 h 4457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32235" h="44572">
                  <a:moveTo>
                    <a:pt x="28654" y="1061"/>
                  </a:moveTo>
                  <a:lnTo>
                    <a:pt x="28654" y="1061"/>
                  </a:lnTo>
                  <a:cubicBezTo>
                    <a:pt x="25470" y="-1061"/>
                    <a:pt x="20164" y="0"/>
                    <a:pt x="18041" y="4245"/>
                  </a:cubicBezTo>
                  <a:lnTo>
                    <a:pt x="1061" y="32899"/>
                  </a:lnTo>
                  <a:cubicBezTo>
                    <a:pt x="-1061" y="36082"/>
                    <a:pt x="0" y="41389"/>
                    <a:pt x="4245" y="43511"/>
                  </a:cubicBezTo>
                  <a:lnTo>
                    <a:pt x="4245" y="43511"/>
                  </a:lnTo>
                  <a:cubicBezTo>
                    <a:pt x="7429" y="45633"/>
                    <a:pt x="12735" y="44572"/>
                    <a:pt x="14857" y="40327"/>
                  </a:cubicBezTo>
                  <a:lnTo>
                    <a:pt x="31837" y="11674"/>
                  </a:lnTo>
                  <a:cubicBezTo>
                    <a:pt x="32899" y="7429"/>
                    <a:pt x="31837" y="3184"/>
                    <a:pt x="28654" y="1061"/>
                  </a:cubicBezTo>
                  <a:close/>
                </a:path>
              </a:pathLst>
            </a:custGeom>
            <a:solidFill>
              <a:srgbClr val="1f55f4"/>
            </a:solidFill>
            <a:ln w="10341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400" bIns="-54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272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endParaRPr>
            </a:p>
          </p:txBody>
        </p:sp>
        <p:sp>
          <p:nvSpPr>
            <p:cNvPr id="410" name="任意形状 25"/>
            <p:cNvSpPr/>
            <p:nvPr/>
          </p:nvSpPr>
          <p:spPr>
            <a:xfrm>
              <a:off x="501480" y="4317840"/>
              <a:ext cx="84600" cy="10800"/>
            </a:xfrm>
            <a:custGeom>
              <a:avLst/>
              <a:gdLst>
                <a:gd name="textAreaLeft" fmla="*/ 0 w 84600"/>
                <a:gd name="textAreaRight" fmla="*/ 84960 w 84600"/>
                <a:gd name="textAreaTop" fmla="*/ 0 h 10800"/>
                <a:gd name="textAreaBottom" fmla="*/ 11160 h 10800"/>
                <a:gd name="GluePoint1X" fmla="*/ 89144 w 95511"/>
                <a:gd name="GluePoint1Y" fmla="*/ 12735 h 12734"/>
                <a:gd name="GluePoint2X" fmla="*/ 6367 w 95511"/>
                <a:gd name="GluePoint2Y" fmla="*/ 12735 h 12734"/>
                <a:gd name="GluePoint3X" fmla="*/ 0 w 95511"/>
                <a:gd name="GluePoint3Y" fmla="*/ 6367 h 12734"/>
                <a:gd name="GluePoint4X" fmla="*/ 0 w 95511"/>
                <a:gd name="GluePoint4Y" fmla="*/ 6367 h 12734"/>
                <a:gd name="GluePoint5X" fmla="*/ 6367 w 95511"/>
                <a:gd name="GluePoint5Y" fmla="*/ 0 h 12734"/>
                <a:gd name="GluePoint6X" fmla="*/ 89144 w 95511"/>
                <a:gd name="GluePoint6Y" fmla="*/ 0 h 12734"/>
                <a:gd name="GluePoint7X" fmla="*/ 95512 w 95511"/>
                <a:gd name="GluePoint7Y" fmla="*/ 6367 h 12734"/>
                <a:gd name="GluePoint8X" fmla="*/ 95512 w 95511"/>
                <a:gd name="GluePoint8Y" fmla="*/ 6367 h 12734"/>
                <a:gd name="GluePoint9X" fmla="*/ 89144 w 95511"/>
                <a:gd name="GluePoint9Y" fmla="*/ 12735 h 127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95511" h="12734">
                  <a:moveTo>
                    <a:pt x="89144" y="12735"/>
                  </a:moveTo>
                  <a:lnTo>
                    <a:pt x="6367" y="12735"/>
                  </a:lnTo>
                  <a:cubicBezTo>
                    <a:pt x="3184" y="12735"/>
                    <a:pt x="0" y="9551"/>
                    <a:pt x="0" y="6367"/>
                  </a:cubicBezTo>
                  <a:lnTo>
                    <a:pt x="0" y="6367"/>
                  </a:lnTo>
                  <a:cubicBezTo>
                    <a:pt x="0" y="3184"/>
                    <a:pt x="3184" y="0"/>
                    <a:pt x="6367" y="0"/>
                  </a:cubicBezTo>
                  <a:lnTo>
                    <a:pt x="89144" y="0"/>
                  </a:lnTo>
                  <a:cubicBezTo>
                    <a:pt x="92328" y="0"/>
                    <a:pt x="95512" y="3184"/>
                    <a:pt x="95512" y="6367"/>
                  </a:cubicBezTo>
                  <a:lnTo>
                    <a:pt x="95512" y="6367"/>
                  </a:lnTo>
                  <a:cubicBezTo>
                    <a:pt x="95512" y="9551"/>
                    <a:pt x="92328" y="12735"/>
                    <a:pt x="89144" y="12735"/>
                  </a:cubicBezTo>
                  <a:close/>
                </a:path>
              </a:pathLst>
            </a:custGeom>
            <a:solidFill>
              <a:srgbClr val="1f55f4"/>
            </a:solidFill>
            <a:ln w="10341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840" bIns="-338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272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endParaRPr>
            </a:p>
          </p:txBody>
        </p:sp>
        <p:sp>
          <p:nvSpPr>
            <p:cNvPr id="411" name="任意形状 26"/>
            <p:cNvSpPr/>
            <p:nvPr/>
          </p:nvSpPr>
          <p:spPr>
            <a:xfrm>
              <a:off x="518400" y="4336560"/>
              <a:ext cx="49680" cy="10800"/>
            </a:xfrm>
            <a:custGeom>
              <a:avLst/>
              <a:gdLst>
                <a:gd name="textAreaLeft" fmla="*/ 0 w 49680"/>
                <a:gd name="textAreaRight" fmla="*/ 50040 w 49680"/>
                <a:gd name="textAreaTop" fmla="*/ 0 h 10800"/>
                <a:gd name="textAreaBottom" fmla="*/ 11160 h 10800"/>
                <a:gd name="GluePoint1X" fmla="*/ 49878 w 56245"/>
                <a:gd name="GluePoint1Y" fmla="*/ 12735 h 12734"/>
                <a:gd name="GluePoint2X" fmla="*/ 6367 w 56245"/>
                <a:gd name="GluePoint2Y" fmla="*/ 12735 h 12734"/>
                <a:gd name="GluePoint3X" fmla="*/ 0 w 56245"/>
                <a:gd name="GluePoint3Y" fmla="*/ 6367 h 12734"/>
                <a:gd name="GluePoint4X" fmla="*/ 0 w 56245"/>
                <a:gd name="GluePoint4Y" fmla="*/ 6367 h 12734"/>
                <a:gd name="GluePoint5X" fmla="*/ 6367 w 56245"/>
                <a:gd name="GluePoint5Y" fmla="*/ 0 h 12734"/>
                <a:gd name="GluePoint6X" fmla="*/ 49878 w 56245"/>
                <a:gd name="GluePoint6Y" fmla="*/ 0 h 12734"/>
                <a:gd name="GluePoint7X" fmla="*/ 56246 w 56245"/>
                <a:gd name="GluePoint7Y" fmla="*/ 6367 h 12734"/>
                <a:gd name="GluePoint8X" fmla="*/ 56246 w 56245"/>
                <a:gd name="GluePoint8Y" fmla="*/ 6367 h 12734"/>
                <a:gd name="GluePoint9X" fmla="*/ 49878 w 56245"/>
                <a:gd name="GluePoint9Y" fmla="*/ 12735 h 127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56245" h="12734">
                  <a:moveTo>
                    <a:pt x="49878" y="12735"/>
                  </a:moveTo>
                  <a:lnTo>
                    <a:pt x="6367" y="12735"/>
                  </a:lnTo>
                  <a:cubicBezTo>
                    <a:pt x="3184" y="12735"/>
                    <a:pt x="0" y="9551"/>
                    <a:pt x="0" y="6367"/>
                  </a:cubicBezTo>
                  <a:lnTo>
                    <a:pt x="0" y="6367"/>
                  </a:lnTo>
                  <a:cubicBezTo>
                    <a:pt x="0" y="3184"/>
                    <a:pt x="3184" y="0"/>
                    <a:pt x="6367" y="0"/>
                  </a:cubicBezTo>
                  <a:lnTo>
                    <a:pt x="49878" y="0"/>
                  </a:lnTo>
                  <a:cubicBezTo>
                    <a:pt x="53062" y="0"/>
                    <a:pt x="56246" y="3184"/>
                    <a:pt x="56246" y="6367"/>
                  </a:cubicBezTo>
                  <a:lnTo>
                    <a:pt x="56246" y="6367"/>
                  </a:lnTo>
                  <a:cubicBezTo>
                    <a:pt x="56246" y="9551"/>
                    <a:pt x="53062" y="12735"/>
                    <a:pt x="49878" y="12735"/>
                  </a:cubicBezTo>
                  <a:close/>
                </a:path>
              </a:pathLst>
            </a:custGeom>
            <a:solidFill>
              <a:srgbClr val="1f55f4"/>
            </a:solidFill>
            <a:ln w="10341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3840" bIns="-338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272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endParaRPr>
            </a:p>
          </p:txBody>
        </p:sp>
      </p:grpSp>
      <p:sp>
        <p:nvSpPr>
          <p:cNvPr id="412" name="矩形 34"/>
          <p:cNvSpPr/>
          <p:nvPr/>
        </p:nvSpPr>
        <p:spPr>
          <a:xfrm>
            <a:off x="600840" y="1967760"/>
            <a:ext cx="6201720" cy="5022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5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{{content_points[0]}}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矩形 5"/>
          <p:cNvSpPr/>
          <p:nvPr/>
        </p:nvSpPr>
        <p:spPr>
          <a:xfrm>
            <a:off x="743040" y="3950640"/>
            <a:ext cx="2681280" cy="5022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5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{{content_points[1]}}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矩形 6"/>
          <p:cNvSpPr/>
          <p:nvPr/>
        </p:nvSpPr>
        <p:spPr>
          <a:xfrm>
            <a:off x="4219560" y="3950640"/>
            <a:ext cx="2723040" cy="5022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5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{{content_points[2]}}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文本框 4"/>
          <p:cNvSpPr/>
          <p:nvPr/>
        </p:nvSpPr>
        <p:spPr>
          <a:xfrm>
            <a:off x="600840" y="2629080"/>
            <a:ext cx="60955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{{detailed_content[0]}}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文本框 7"/>
          <p:cNvSpPr/>
          <p:nvPr/>
        </p:nvSpPr>
        <p:spPr>
          <a:xfrm>
            <a:off x="743040" y="4697640"/>
            <a:ext cx="2817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{{detailed_content[1]}}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文本框 8"/>
          <p:cNvSpPr/>
          <p:nvPr/>
        </p:nvSpPr>
        <p:spPr>
          <a:xfrm>
            <a:off x="4219560" y="4697640"/>
            <a:ext cx="272376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{{detailed_content[2]}}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图片 26" descr="C:/Users/scc10/Desktop/新建文件夹/图片17.png图片17"/>
          <p:cNvSpPr/>
          <p:nvPr/>
        </p:nvSpPr>
        <p:spPr>
          <a:xfrm>
            <a:off x="7460640" y="2001600"/>
            <a:ext cx="4297320" cy="3599640"/>
          </a:xfrm>
          <a:custGeom>
            <a:avLst/>
            <a:gdLst>
              <a:gd name="textAreaLeft" fmla="*/ 0 w 4297320"/>
              <a:gd name="textAreaRight" fmla="*/ 4297680 w 4297320"/>
              <a:gd name="textAreaTop" fmla="*/ 0 h 3599640"/>
              <a:gd name="textAreaBottom" fmla="*/ 3600000 h 3599640"/>
              <a:gd name="GluePoint1X" fmla="*/ 0 w 5170410"/>
              <a:gd name="GluePoint1Y" fmla="*/ 0 h 4330521"/>
              <a:gd name="GluePoint2X" fmla="*/ 4448642 w 5170410"/>
              <a:gd name="GluePoint2Y" fmla="*/ 0 h 4330521"/>
              <a:gd name="GluePoint3X" fmla="*/ 5170410 w 5170410"/>
              <a:gd name="GluePoint3Y" fmla="*/ 721768 h 4330521"/>
              <a:gd name="GluePoint4X" fmla="*/ 5170410 w 5170410"/>
              <a:gd name="GluePoint4Y" fmla="*/ 4330521 h 4330521"/>
              <a:gd name="GluePoint5X" fmla="*/ 0 w 5170410"/>
              <a:gd name="GluePoint5Y" fmla="*/ 4330521 h 433052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5170410" h="4330521">
                <a:moveTo>
                  <a:pt x="0" y="0"/>
                </a:moveTo>
                <a:lnTo>
                  <a:pt x="4448642" y="0"/>
                </a:lnTo>
                <a:cubicBezTo>
                  <a:pt x="4847263" y="0"/>
                  <a:pt x="5170410" y="323147"/>
                  <a:pt x="5170410" y="721768"/>
                </a:cubicBezTo>
                <a:lnTo>
                  <a:pt x="5170410" y="4330521"/>
                </a:lnTo>
                <a:lnTo>
                  <a:pt x="0" y="4330521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660240" y="338040"/>
            <a:ext cx="10858320" cy="5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20" name="文本框 27"/>
          <p:cNvSpPr/>
          <p:nvPr/>
        </p:nvSpPr>
        <p:spPr>
          <a:xfrm>
            <a:off x="660240" y="1066680"/>
            <a:ext cx="108586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69" dur="indefinite" restart="never" nodeType="tmRoot">
          <p:childTnLst>
            <p:seq>
              <p:cTn id="570" dur="indefinite" nodeType="mainSeq">
                <p:childTnLst>
                  <p:par>
                    <p:cTn id="571" fill="hold">
                      <p:stCondLst>
                        <p:cond delay="0"/>
                      </p:stCondLst>
                      <p:childTnLst>
                        <p:par>
                          <p:cTn id="572" fill="hold">
                            <p:stCondLst>
                              <p:cond delay="0"/>
                            </p:stCondLst>
                            <p:childTnLst>
                              <p:par>
                                <p:cTn id="573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75" dur="500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76" dur="500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7" fill="hold">
                            <p:stCondLst>
                              <p:cond delay="500"/>
                            </p:stCondLst>
                            <p:childTnLst>
                              <p:par>
                                <p:cTn id="578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80" dur="500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81" dur="500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2" fill="hold">
                            <p:stCondLst>
                              <p:cond delay="1000"/>
                            </p:stCondLst>
                            <p:childTnLst>
                              <p:par>
                                <p:cTn id="583" nodeType="after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85" dur="500"/>
                                        <p:tgtEl>
                                          <p:spTgt spid="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586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7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89" dur="500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590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1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93" dur="500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594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5" fill="hold">
                            <p:stCondLst>
                              <p:cond delay="1500"/>
                            </p:stCondLst>
                            <p:childTnLst>
                              <p:par>
                                <p:cTn id="596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98" dur="500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99" dur="500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0" nodeType="with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02" dur="500"/>
                                        <p:tgtEl>
                                          <p:spTgt spid="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up)" transition="in">
                                      <p:cBhvr additive="repl">
                                        <p:cTn id="603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4" fill="hold">
                            <p:stCondLst>
                              <p:cond delay="2000"/>
                            </p:stCondLst>
                            <p:childTnLst>
                              <p:par>
                                <p:cTn id="605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07" dur="50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8" dur="50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Oval 28"/>
          <p:cNvSpPr/>
          <p:nvPr/>
        </p:nvSpPr>
        <p:spPr>
          <a:xfrm>
            <a:off x="5291280" y="3066120"/>
            <a:ext cx="1658880" cy="1658880"/>
          </a:xfrm>
          <a:prstGeom prst="ellipse">
            <a:avLst/>
          </a:prstGeom>
          <a:noFill/>
          <a:ln>
            <a:solidFill>
              <a:schemeClr val="dk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思源黑体 CN Regular"/>
              <a:ea typeface="思源黑体 CN Regular"/>
            </a:endParaRPr>
          </a:p>
        </p:txBody>
      </p:sp>
      <p:sp>
        <p:nvSpPr>
          <p:cNvPr id="422" name="Freeform 12"/>
          <p:cNvSpPr/>
          <p:nvPr/>
        </p:nvSpPr>
        <p:spPr>
          <a:xfrm>
            <a:off x="4532040" y="2324160"/>
            <a:ext cx="3162600" cy="3168360"/>
          </a:xfrm>
          <a:custGeom>
            <a:avLst/>
            <a:gdLst>
              <a:gd name="textAreaLeft" fmla="*/ 0 w 3162600"/>
              <a:gd name="textAreaRight" fmla="*/ 3162960 w 3162600"/>
              <a:gd name="textAreaTop" fmla="*/ 0 h 3168360"/>
              <a:gd name="textAreaBottom" fmla="*/ 3168720 h 3168360"/>
              <a:gd name="GluePoint1X" fmla="*/ 5 w 479"/>
              <a:gd name="GluePoint1Y" fmla="*/ 227 h 480"/>
              <a:gd name="GluePoint2X" fmla="*/ 160 w 479"/>
              <a:gd name="GluePoint2Y" fmla="*/ 461 h 480"/>
              <a:gd name="GluePoint3X" fmla="*/ 156 w 479"/>
              <a:gd name="GluePoint3Y" fmla="*/ 480 h 480"/>
              <a:gd name="GluePoint4X" fmla="*/ 242 w 479"/>
              <a:gd name="GluePoint4Y" fmla="*/ 450 h 480"/>
              <a:gd name="GluePoint5X" fmla="*/ 173 w 479"/>
              <a:gd name="GluePoint5Y" fmla="*/ 391 h 480"/>
              <a:gd name="GluePoint6X" fmla="*/ 169 w 479"/>
              <a:gd name="GluePoint6Y" fmla="*/ 410 h 480"/>
              <a:gd name="GluePoint7X" fmla="*/ 56 w 479"/>
              <a:gd name="GluePoint7Y" fmla="*/ 224 h 480"/>
              <a:gd name="GluePoint8X" fmla="*/ 236 w 479"/>
              <a:gd name="GluePoint8Y" fmla="*/ 52 h 480"/>
              <a:gd name="GluePoint9X" fmla="*/ 427 w 479"/>
              <a:gd name="GluePoint9Y" fmla="*/ 216 h 480"/>
              <a:gd name="GluePoint10X" fmla="*/ 452 w 479"/>
              <a:gd name="GluePoint10Y" fmla="*/ 238 h 480"/>
              <a:gd name="GluePoint11X" fmla="*/ 453 w 479"/>
              <a:gd name="GluePoint11Y" fmla="*/ 238 h 480"/>
              <a:gd name="GluePoint12X" fmla="*/ 478 w 479"/>
              <a:gd name="GluePoint12Y" fmla="*/ 210 h 480"/>
              <a:gd name="GluePoint13X" fmla="*/ 240 w 479"/>
              <a:gd name="GluePoint13Y" fmla="*/ 1 h 480"/>
              <a:gd name="GluePoint14X" fmla="*/ 5 w 479"/>
              <a:gd name="GluePoint14Y" fmla="*/ 227 h 48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</a:cxnLst>
            <a:rect l="textAreaLeft" t="textAreaTop" r="textAreaRight" b="textAreaBottom"/>
            <a:pathLst>
              <a:path w="479" h="480">
                <a:moveTo>
                  <a:pt x="5" y="227"/>
                </a:moveTo>
                <a:cubicBezTo>
                  <a:pt x="0" y="331"/>
                  <a:pt x="63" y="425"/>
                  <a:pt x="160" y="461"/>
                </a:cubicBezTo>
                <a:cubicBezTo>
                  <a:pt x="156" y="480"/>
                  <a:pt x="156" y="480"/>
                  <a:pt x="156" y="480"/>
                </a:cubicBezTo>
                <a:cubicBezTo>
                  <a:pt x="242" y="450"/>
                  <a:pt x="242" y="450"/>
                  <a:pt x="242" y="450"/>
                </a:cubicBezTo>
                <a:cubicBezTo>
                  <a:pt x="173" y="391"/>
                  <a:pt x="173" y="391"/>
                  <a:pt x="173" y="391"/>
                </a:cubicBezTo>
                <a:cubicBezTo>
                  <a:pt x="169" y="410"/>
                  <a:pt x="169" y="410"/>
                  <a:pt x="169" y="410"/>
                </a:cubicBezTo>
                <a:cubicBezTo>
                  <a:pt x="97" y="379"/>
                  <a:pt x="50" y="305"/>
                  <a:pt x="56" y="224"/>
                </a:cubicBezTo>
                <a:cubicBezTo>
                  <a:pt x="64" y="130"/>
                  <a:pt x="142" y="55"/>
                  <a:pt x="236" y="52"/>
                </a:cubicBezTo>
                <a:cubicBezTo>
                  <a:pt x="334" y="49"/>
                  <a:pt x="416" y="122"/>
                  <a:pt x="427" y="216"/>
                </a:cubicBezTo>
                <a:cubicBezTo>
                  <a:pt x="429" y="229"/>
                  <a:pt x="439" y="238"/>
                  <a:pt x="452" y="238"/>
                </a:cubicBezTo>
                <a:cubicBezTo>
                  <a:pt x="453" y="238"/>
                  <a:pt x="453" y="238"/>
                  <a:pt x="453" y="238"/>
                </a:cubicBezTo>
                <a:cubicBezTo>
                  <a:pt x="468" y="238"/>
                  <a:pt x="479" y="225"/>
                  <a:pt x="478" y="210"/>
                </a:cubicBezTo>
                <a:cubicBezTo>
                  <a:pt x="463" y="92"/>
                  <a:pt x="362" y="0"/>
                  <a:pt x="240" y="1"/>
                </a:cubicBezTo>
                <a:cubicBezTo>
                  <a:pt x="116" y="2"/>
                  <a:pt x="11" y="102"/>
                  <a:pt x="5" y="227"/>
                </a:cubicBezTo>
                <a:close/>
              </a:path>
            </a:pathLst>
          </a:custGeom>
          <a:solidFill>
            <a:srgbClr val="0ace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思源黑体 CN Regular"/>
              <a:ea typeface="思源黑体 CN Regular"/>
            </a:endParaRPr>
          </a:p>
        </p:txBody>
      </p:sp>
      <p:sp>
        <p:nvSpPr>
          <p:cNvPr id="423" name="Freeform 11"/>
          <p:cNvSpPr/>
          <p:nvPr/>
        </p:nvSpPr>
        <p:spPr>
          <a:xfrm>
            <a:off x="5160600" y="2891880"/>
            <a:ext cx="1980360" cy="2013840"/>
          </a:xfrm>
          <a:custGeom>
            <a:avLst/>
            <a:gdLst>
              <a:gd name="textAreaLeft" fmla="*/ 0 w 1980360"/>
              <a:gd name="textAreaRight" fmla="*/ 1980720 w 1980360"/>
              <a:gd name="textAreaTop" fmla="*/ 0 h 2013840"/>
              <a:gd name="textAreaBottom" fmla="*/ 2014200 h 2013840"/>
              <a:gd name="GluePoint1X" fmla="*/ 147 w 300"/>
              <a:gd name="GluePoint1Y" fmla="*/ 276 h 305"/>
              <a:gd name="GluePoint2X" fmla="*/ 147 w 300"/>
              <a:gd name="GluePoint2Y" fmla="*/ 277 h 305"/>
              <a:gd name="GluePoint3X" fmla="*/ 177 w 300"/>
              <a:gd name="GluePoint3Y" fmla="*/ 302 h 305"/>
              <a:gd name="GluePoint4X" fmla="*/ 300 w 300"/>
              <a:gd name="GluePoint4Y" fmla="*/ 152 h 305"/>
              <a:gd name="GluePoint5X" fmla="*/ 147 w 300"/>
              <a:gd name="GluePoint5Y" fmla="*/ 0 h 305"/>
              <a:gd name="GluePoint6X" fmla="*/ 19 w 300"/>
              <a:gd name="GluePoint6Y" fmla="*/ 69 h 305"/>
              <a:gd name="GluePoint7X" fmla="*/ 0 w 300"/>
              <a:gd name="GluePoint7Y" fmla="*/ 63 h 305"/>
              <a:gd name="GluePoint8X" fmla="*/ 20 w 300"/>
              <a:gd name="GluePoint8Y" fmla="*/ 152 h 305"/>
              <a:gd name="GluePoint9X" fmla="*/ 87 w 300"/>
              <a:gd name="GluePoint9Y" fmla="*/ 90 h 305"/>
              <a:gd name="GluePoint10X" fmla="*/ 71 w 300"/>
              <a:gd name="GluePoint10Y" fmla="*/ 85 h 305"/>
              <a:gd name="GluePoint11X" fmla="*/ 147 w 300"/>
              <a:gd name="GluePoint11Y" fmla="*/ 51 h 305"/>
              <a:gd name="GluePoint12X" fmla="*/ 249 w 300"/>
              <a:gd name="GluePoint12Y" fmla="*/ 152 h 305"/>
              <a:gd name="GluePoint13X" fmla="*/ 168 w 300"/>
              <a:gd name="GluePoint13Y" fmla="*/ 252 h 305"/>
              <a:gd name="GluePoint14X" fmla="*/ 147 w 300"/>
              <a:gd name="GluePoint14Y" fmla="*/ 276 h 30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</a:cxnLst>
            <a:rect l="textAreaLeft" t="textAreaTop" r="textAreaRight" b="textAreaBottom"/>
            <a:pathLst>
              <a:path w="300" h="305">
                <a:moveTo>
                  <a:pt x="147" y="276"/>
                </a:moveTo>
                <a:cubicBezTo>
                  <a:pt x="147" y="277"/>
                  <a:pt x="147" y="277"/>
                  <a:pt x="147" y="277"/>
                </a:cubicBezTo>
                <a:cubicBezTo>
                  <a:pt x="147" y="293"/>
                  <a:pt x="161" y="305"/>
                  <a:pt x="177" y="302"/>
                </a:cubicBezTo>
                <a:cubicBezTo>
                  <a:pt x="247" y="288"/>
                  <a:pt x="300" y="226"/>
                  <a:pt x="300" y="152"/>
                </a:cubicBezTo>
                <a:cubicBezTo>
                  <a:pt x="300" y="68"/>
                  <a:pt x="231" y="0"/>
                  <a:pt x="147" y="0"/>
                </a:cubicBezTo>
                <a:cubicBezTo>
                  <a:pt x="96" y="0"/>
                  <a:pt x="47" y="26"/>
                  <a:pt x="19" y="69"/>
                </a:cubicBezTo>
                <a:cubicBezTo>
                  <a:pt x="0" y="63"/>
                  <a:pt x="0" y="63"/>
                  <a:pt x="0" y="63"/>
                </a:cubicBezTo>
                <a:cubicBezTo>
                  <a:pt x="20" y="152"/>
                  <a:pt x="20" y="152"/>
                  <a:pt x="20" y="152"/>
                </a:cubicBezTo>
                <a:cubicBezTo>
                  <a:pt x="87" y="90"/>
                  <a:pt x="87" y="90"/>
                  <a:pt x="87" y="90"/>
                </a:cubicBezTo>
                <a:cubicBezTo>
                  <a:pt x="71" y="85"/>
                  <a:pt x="71" y="85"/>
                  <a:pt x="71" y="85"/>
                </a:cubicBezTo>
                <a:cubicBezTo>
                  <a:pt x="90" y="63"/>
                  <a:pt x="118" y="51"/>
                  <a:pt x="147" y="51"/>
                </a:cubicBezTo>
                <a:cubicBezTo>
                  <a:pt x="203" y="51"/>
                  <a:pt x="249" y="96"/>
                  <a:pt x="249" y="152"/>
                </a:cubicBezTo>
                <a:cubicBezTo>
                  <a:pt x="249" y="201"/>
                  <a:pt x="214" y="242"/>
                  <a:pt x="168" y="252"/>
                </a:cubicBezTo>
                <a:cubicBezTo>
                  <a:pt x="156" y="254"/>
                  <a:pt x="147" y="264"/>
                  <a:pt x="147" y="276"/>
                </a:cubicBezTo>
                <a:close/>
              </a:path>
            </a:pathLst>
          </a:custGeom>
          <a:solidFill>
            <a:srgbClr val="fdcc0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思源黑体 CN Regular"/>
              <a:ea typeface="思源黑体 CN Regular"/>
            </a:endParaRPr>
          </a:p>
        </p:txBody>
      </p:sp>
      <p:sp>
        <p:nvSpPr>
          <p:cNvPr id="424" name="Oval 26"/>
          <p:cNvSpPr/>
          <p:nvPr/>
        </p:nvSpPr>
        <p:spPr>
          <a:xfrm>
            <a:off x="4124160" y="1915200"/>
            <a:ext cx="3961800" cy="3961800"/>
          </a:xfrm>
          <a:prstGeom prst="ellipse">
            <a:avLst/>
          </a:prstGeom>
          <a:noFill/>
          <a:ln>
            <a:solidFill>
              <a:schemeClr val="dk1"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思源黑体 CN Regular"/>
              <a:ea typeface="思源黑体 CN Regular"/>
            </a:endParaRPr>
          </a:p>
        </p:txBody>
      </p:sp>
      <p:sp>
        <p:nvSpPr>
          <p:cNvPr id="425" name="Oval 27"/>
          <p:cNvSpPr/>
          <p:nvPr/>
        </p:nvSpPr>
        <p:spPr>
          <a:xfrm>
            <a:off x="4727520" y="2502360"/>
            <a:ext cx="2786760" cy="2786760"/>
          </a:xfrm>
          <a:prstGeom prst="ellipse">
            <a:avLst/>
          </a:prstGeom>
          <a:noFill/>
          <a:ln>
            <a:solidFill>
              <a:schemeClr val="dk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思源黑体 CN Regular"/>
              <a:ea typeface="思源黑体 CN Regular"/>
            </a:endParaRPr>
          </a:p>
        </p:txBody>
      </p:sp>
      <p:sp>
        <p:nvSpPr>
          <p:cNvPr id="426" name="文本框 24"/>
          <p:cNvSpPr/>
          <p:nvPr/>
        </p:nvSpPr>
        <p:spPr>
          <a:xfrm>
            <a:off x="777960" y="3171240"/>
            <a:ext cx="2753640" cy="3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1375560">
              <a:lnSpc>
                <a:spcPct val="100000"/>
              </a:lnSpc>
            </a:pPr>
            <a:r>
              <a:rPr b="1" lang="en-US" sz="2000" strike="noStrike" u="none">
                <a:solidFill>
                  <a:srgbClr val="0acec1"/>
                </a:solidFill>
                <a:effectLst/>
                <a:uFillTx/>
                <a:latin typeface="微软雅黑"/>
                <a:ea typeface="微软雅黑"/>
              </a:rPr>
              <a:t>{{content_points[0]}}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文本框 27"/>
          <p:cNvSpPr/>
          <p:nvPr/>
        </p:nvSpPr>
        <p:spPr>
          <a:xfrm>
            <a:off x="729000" y="3799080"/>
            <a:ext cx="29887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0" lang="en-US" sz="12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{{detailed_content[0]}}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椭圆 29"/>
          <p:cNvSpPr/>
          <p:nvPr/>
        </p:nvSpPr>
        <p:spPr>
          <a:xfrm>
            <a:off x="647640" y="3952080"/>
            <a:ext cx="81720" cy="81720"/>
          </a:xfrm>
          <a:prstGeom prst="ellipse">
            <a:avLst/>
          </a:prstGeom>
          <a:solidFill>
            <a:srgbClr val="0dce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2960" bIns="1296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微软雅黑"/>
              <a:ea typeface="微软雅黑"/>
            </a:endParaRPr>
          </a:p>
        </p:txBody>
      </p:sp>
      <p:sp>
        <p:nvSpPr>
          <p:cNvPr id="429" name="文本框 31"/>
          <p:cNvSpPr/>
          <p:nvPr/>
        </p:nvSpPr>
        <p:spPr>
          <a:xfrm>
            <a:off x="8798040" y="3187800"/>
            <a:ext cx="2705400" cy="3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1375560">
              <a:lnSpc>
                <a:spcPct val="100000"/>
              </a:lnSpc>
            </a:pPr>
            <a:r>
              <a:rPr b="1" lang="en-US" sz="2000" strike="noStrike" u="none">
                <a:solidFill>
                  <a:srgbClr val="fdcc04"/>
                </a:solidFill>
                <a:effectLst/>
                <a:uFillTx/>
                <a:latin typeface="微软雅黑"/>
                <a:ea typeface="微软雅黑"/>
              </a:rPr>
              <a:t>{{content_points[1]}}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文本框 34"/>
          <p:cNvSpPr/>
          <p:nvPr/>
        </p:nvSpPr>
        <p:spPr>
          <a:xfrm>
            <a:off x="8717760" y="3799080"/>
            <a:ext cx="29790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0" lang="en-US" sz="1200" strike="noStrike" u="none">
                <a:solidFill>
                  <a:schemeClr val="lt1">
                    <a:lumMod val="85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{{detailed_content[1]}}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椭圆 36"/>
          <p:cNvSpPr/>
          <p:nvPr/>
        </p:nvSpPr>
        <p:spPr>
          <a:xfrm>
            <a:off x="8636760" y="3952080"/>
            <a:ext cx="81720" cy="81720"/>
          </a:xfrm>
          <a:prstGeom prst="ellipse">
            <a:avLst/>
          </a:prstGeom>
          <a:solidFill>
            <a:srgbClr val="fdcc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2960" bIns="1296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微软雅黑"/>
              <a:ea typeface="微软雅黑"/>
            </a:endParaRPr>
          </a:p>
        </p:txBody>
      </p:sp>
      <p:sp>
        <p:nvSpPr>
          <p:cNvPr id="432" name="Freeform 13"/>
          <p:cNvSpPr/>
          <p:nvPr/>
        </p:nvSpPr>
        <p:spPr>
          <a:xfrm>
            <a:off x="4006080" y="1770840"/>
            <a:ext cx="4317120" cy="4250160"/>
          </a:xfrm>
          <a:custGeom>
            <a:avLst/>
            <a:gdLst>
              <a:gd name="textAreaLeft" fmla="*/ 0 w 4317120"/>
              <a:gd name="textAreaRight" fmla="*/ 4317480 w 4317120"/>
              <a:gd name="textAreaTop" fmla="*/ 0 h 4250160"/>
              <a:gd name="textAreaBottom" fmla="*/ 4250520 h 4250160"/>
              <a:gd name="GluePoint1X" fmla="*/ 654 w 654"/>
              <a:gd name="GluePoint1Y" fmla="*/ 406 h 644"/>
              <a:gd name="GluePoint2X" fmla="*/ 619 w 654"/>
              <a:gd name="GluePoint2Y" fmla="*/ 322 h 644"/>
              <a:gd name="GluePoint3X" fmla="*/ 563 w 654"/>
              <a:gd name="GluePoint3Y" fmla="*/ 395 h 644"/>
              <a:gd name="GluePoint4X" fmla="*/ 583 w 654"/>
              <a:gd name="GluePoint4Y" fmla="*/ 397 h 644"/>
              <a:gd name="GluePoint5X" fmla="*/ 322 w 654"/>
              <a:gd name="GluePoint5Y" fmla="*/ 593 h 644"/>
              <a:gd name="GluePoint6X" fmla="*/ 51 w 654"/>
              <a:gd name="GluePoint6Y" fmla="*/ 322 h 644"/>
              <a:gd name="GluePoint7X" fmla="*/ 299 w 654"/>
              <a:gd name="GluePoint7Y" fmla="*/ 52 h 644"/>
              <a:gd name="GluePoint8X" fmla="*/ 322 w 654"/>
              <a:gd name="GluePoint8Y" fmla="*/ 27 h 644"/>
              <a:gd name="GluePoint9X" fmla="*/ 322 w 654"/>
              <a:gd name="GluePoint9Y" fmla="*/ 27 h 644"/>
              <a:gd name="GluePoint10X" fmla="*/ 295 w 654"/>
              <a:gd name="GluePoint10Y" fmla="*/ 2 h 644"/>
              <a:gd name="GluePoint11X" fmla="*/ 0 w 654"/>
              <a:gd name="GluePoint11Y" fmla="*/ 322 h 644"/>
              <a:gd name="GluePoint12X" fmla="*/ 322 w 654"/>
              <a:gd name="GluePoint12Y" fmla="*/ 644 h 644"/>
              <a:gd name="GluePoint13X" fmla="*/ 525 w 654"/>
              <a:gd name="GluePoint13Y" fmla="*/ 572 h 644"/>
              <a:gd name="GluePoint14X" fmla="*/ 633 w 654"/>
              <a:gd name="GluePoint14Y" fmla="*/ 404 h 644"/>
              <a:gd name="GluePoint15X" fmla="*/ 654 w 654"/>
              <a:gd name="GluePoint15Y" fmla="*/ 406 h 6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</a:cxnLst>
            <a:rect l="textAreaLeft" t="textAreaTop" r="textAreaRight" b="textAreaBottom"/>
            <a:pathLst>
              <a:path w="654" h="644">
                <a:moveTo>
                  <a:pt x="654" y="406"/>
                </a:moveTo>
                <a:cubicBezTo>
                  <a:pt x="619" y="322"/>
                  <a:pt x="619" y="322"/>
                  <a:pt x="619" y="322"/>
                </a:cubicBezTo>
                <a:cubicBezTo>
                  <a:pt x="563" y="395"/>
                  <a:pt x="563" y="395"/>
                  <a:pt x="563" y="395"/>
                </a:cubicBezTo>
                <a:cubicBezTo>
                  <a:pt x="583" y="397"/>
                  <a:pt x="583" y="397"/>
                  <a:pt x="583" y="397"/>
                </a:cubicBezTo>
                <a:cubicBezTo>
                  <a:pt x="550" y="512"/>
                  <a:pt x="443" y="593"/>
                  <a:pt x="322" y="593"/>
                </a:cubicBezTo>
                <a:cubicBezTo>
                  <a:pt x="173" y="593"/>
                  <a:pt x="51" y="472"/>
                  <a:pt x="51" y="322"/>
                </a:cubicBezTo>
                <a:cubicBezTo>
                  <a:pt x="51" y="181"/>
                  <a:pt x="161" y="64"/>
                  <a:pt x="299" y="52"/>
                </a:cubicBezTo>
                <a:cubicBezTo>
                  <a:pt x="312" y="51"/>
                  <a:pt x="322" y="40"/>
                  <a:pt x="322" y="27"/>
                </a:cubicBezTo>
                <a:cubicBezTo>
                  <a:pt x="322" y="27"/>
                  <a:pt x="322" y="27"/>
                  <a:pt x="322" y="27"/>
                </a:cubicBezTo>
                <a:cubicBezTo>
                  <a:pt x="322" y="12"/>
                  <a:pt x="310" y="0"/>
                  <a:pt x="295" y="2"/>
                </a:cubicBezTo>
                <a:cubicBezTo>
                  <a:pt x="130" y="15"/>
                  <a:pt x="0" y="154"/>
                  <a:pt x="0" y="322"/>
                </a:cubicBezTo>
                <a:cubicBezTo>
                  <a:pt x="0" y="500"/>
                  <a:pt x="145" y="644"/>
                  <a:pt x="322" y="644"/>
                </a:cubicBezTo>
                <a:cubicBezTo>
                  <a:pt x="396" y="644"/>
                  <a:pt x="468" y="618"/>
                  <a:pt x="525" y="572"/>
                </a:cubicBezTo>
                <a:cubicBezTo>
                  <a:pt x="578" y="529"/>
                  <a:pt x="616" y="470"/>
                  <a:pt x="633" y="404"/>
                </a:cubicBezTo>
                <a:lnTo>
                  <a:pt x="654" y="406"/>
                </a:lnTo>
                <a:close/>
              </a:path>
            </a:pathLst>
          </a:custGeom>
          <a:solidFill>
            <a:srgbClr val="1f55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思源黑体 CN Regular"/>
              <a:ea typeface="思源黑体 CN Regular"/>
            </a:endParaRPr>
          </a:p>
        </p:txBody>
      </p:sp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660240" y="338040"/>
            <a:ext cx="10858320" cy="5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34" name="文本框 6"/>
          <p:cNvSpPr/>
          <p:nvPr/>
        </p:nvSpPr>
        <p:spPr>
          <a:xfrm>
            <a:off x="660240" y="1066680"/>
            <a:ext cx="52192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09" dur="indefinite" restart="never" nodeType="tmRoot">
          <p:childTnLst>
            <p:seq>
              <p:cTn id="610" dur="indefinite" nodeType="mainSeq">
                <p:childTnLst>
                  <p:par>
                    <p:cTn id="611" fill="hold">
                      <p:stCondLst>
                        <p:cond delay="0"/>
                      </p:stCondLst>
                      <p:childTnLst>
                        <p:par>
                          <p:cTn id="612" fill="hold">
                            <p:stCondLst>
                              <p:cond delay="0"/>
                            </p:stCondLst>
                            <p:childTnLst>
                              <p:par>
                                <p:cTn id="613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615"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title"/>
          </p:nvPr>
        </p:nvSpPr>
        <p:spPr>
          <a:xfrm>
            <a:off x="660240" y="2308680"/>
            <a:ext cx="8102160" cy="83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sp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zh-CN" sz="48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rPr>
              <a:t>谢谢聆听</a:t>
            </a:r>
            <a:endParaRPr b="0" lang="en-US" sz="4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36" name="PlaceHolder 2"/>
          <p:cNvSpPr>
            <a:spLocks noGrp="1"/>
          </p:cNvSpPr>
          <p:nvPr>
            <p:ph/>
          </p:nvPr>
        </p:nvSpPr>
        <p:spPr>
          <a:xfrm>
            <a:off x="660240" y="5786280"/>
            <a:ext cx="3657240" cy="42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sp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rPr>
              <a:t>{{contact_info}}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37" name="文本占位符 3" descr="0ee6d654-4c74-4e85-b709-564feee41058"/>
          <p:cNvSpPr/>
          <p:nvPr/>
        </p:nvSpPr>
        <p:spPr>
          <a:xfrm>
            <a:off x="660240" y="5527800"/>
            <a:ext cx="3657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defTabSz="914400">
              <a:lnSpc>
                <a:spcPct val="12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Arial"/>
                <a:ea typeface="微软雅黑"/>
              </a:rPr>
              <a:t>{{author}}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8" name="图片 9" descr=""/>
          <p:cNvPicPr/>
          <p:nvPr/>
        </p:nvPicPr>
        <p:blipFill>
          <a:blip r:embed="rId1"/>
          <a:stretch/>
        </p:blipFill>
        <p:spPr>
          <a:xfrm>
            <a:off x="7675920" y="-556200"/>
            <a:ext cx="4944240" cy="410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16" dur="indefinite" restart="never" nodeType="tmRoot">
          <p:childTnLst>
            <p:seq>
              <p:cTn id="617" dur="indefinite" nodeType="mainSeq">
                <p:childTnLst>
                  <p:par>
                    <p:cTn id="618" fill="hold">
                      <p:stCondLst>
                        <p:cond delay="0"/>
                      </p:stCondLst>
                      <p:childTnLst>
                        <p:par>
                          <p:cTn id="619" fill="hold">
                            <p:stCondLst>
                              <p:cond delay="0"/>
                            </p:stCondLst>
                            <p:childTnLst>
                              <p:par>
                                <p:cTn id="620" nodeType="after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622" dur="10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3" fill="hold">
                            <p:stCondLst>
                              <p:cond delay="1000"/>
                            </p:stCondLst>
                            <p:childTnLst>
                              <p:par>
                                <p:cTn id="624" nodeType="after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26" dur="50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7" dur="50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8" fill="hold">
                            <p:stCondLst>
                              <p:cond delay="1500"/>
                            </p:stCondLst>
                            <p:childTnLst>
                              <p:par>
                                <p:cTn id="629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31" dur="5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32" dur="5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3" fill="hold">
                            <p:stCondLst>
                              <p:cond delay="2000"/>
                            </p:stCondLst>
                            <p:childTnLst>
                              <p:par>
                                <p:cTn id="634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36" dur="500" fill="hold"/>
                                        <p:tgtEl>
                                          <p:spTgt spid="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37" dur="500" fill="hold"/>
                                        <p:tgtEl>
                                          <p:spTgt spid="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Designed by iSlide">
  <a:themeElements>
    <a:clrScheme name="iSlid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3e3e3e"/>
      </a:accent1>
      <a:accent2>
        <a:srgbClr val="4e4e4e"/>
      </a:accent2>
      <a:accent3>
        <a:srgbClr val="545454"/>
      </a:accent3>
      <a:accent4>
        <a:srgbClr val="5a5a5a"/>
      </a:accent4>
      <a:accent5>
        <a:srgbClr val="5f5f5f"/>
      </a:accent5>
      <a:accent6>
        <a:srgbClr val="686868"/>
      </a:accent6>
      <a:hlink>
        <a:srgbClr val="930101"/>
      </a:hlink>
      <a:folHlink>
        <a:srgbClr val="bfbfbf"/>
      </a:folHlink>
    </a:clrScheme>
    <a:fontScheme name="iSlide">
      <a:majorFont>
        <a:latin typeface="Arial" pitchFamily="0" charset="1"/>
        <a:ea typeface="微软雅黑" pitchFamily="0" charset="1"/>
        <a:cs typeface="Arial" pitchFamily="0" charset="1"/>
      </a:majorFont>
      <a:minorFont>
        <a:latin typeface="Arial" pitchFamily="0" charset="1"/>
        <a:ea typeface="微软雅黑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Manager>iSlide</Manager>
  <TotalTime>30</TotalTime>
  <Application>LibreOffice/25.2.4.2$Windows_X86_64 LibreOffice_project/508ff62361999404a9d3590fe47df713b5888744</Application>
  <AppVersion>15.0000</AppVersion>
  <Words>3392</Words>
  <Paragraphs>375</Paragraphs>
  <Company>iSlide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2023-12-14T16:00:00Z</dcterms:created>
  <dc:creator>iSlide</dc:creator>
  <dc:description/>
  <dc:language>zh-CN</dc:language>
  <cp:lastModifiedBy/>
  <cp:lastPrinted>2023-12-14T16:00:00Z</cp:lastPrinted>
  <dcterms:modified xsi:type="dcterms:W3CDTF">2025-08-22T17:20:12Z</dcterms:modified>
  <cp:revision>44</cp:revision>
  <dc:subject/>
  <dc:title>Presentation Title Goes Here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14</vt:i4>
  </property>
  <property fmtid="{D5CDD505-2E9C-101B-9397-08002B2CF9AE}" pid="3" name="ICV">
    <vt:lpwstr>20DB2255D0E44D5B8BED1165F9125C69_13</vt:lpwstr>
  </property>
  <property fmtid="{D5CDD505-2E9C-101B-9397-08002B2CF9AE}" pid="4" name="KSOProductBuildVer">
    <vt:lpwstr>2052-12.1.0.21915</vt:lpwstr>
  </property>
  <property fmtid="{D5CDD505-2E9C-101B-9397-08002B2CF9AE}" pid="5" name="Notes">
    <vt:i4>14</vt:i4>
  </property>
  <property fmtid="{D5CDD505-2E9C-101B-9397-08002B2CF9AE}" pid="6" name="PresentationFormat">
    <vt:lpwstr>宽屏</vt:lpwstr>
  </property>
  <property fmtid="{D5CDD505-2E9C-101B-9397-08002B2CF9AE}" pid="7" name="Slides">
    <vt:i4>24</vt:i4>
  </property>
  <property fmtid="{D5CDD505-2E9C-101B-9397-08002B2CF9AE}" pid="8" name="iSlide.THEME">
    <vt:lpwstr>66cb17a2-dcef-4858-8412-beb9a6fbc46c</vt:lpwstr>
  </property>
</Properties>
</file>