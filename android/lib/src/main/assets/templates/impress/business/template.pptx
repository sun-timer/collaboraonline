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第五级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rPr>
              <a:t>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17" descr="E:/临时/新建文件夹/图片1.png图片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矩形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30000">
                <a:srgbClr val="0c31b3">
                  <a:alpha val="40000"/>
                </a:srgbClr>
              </a:gs>
              <a:gs pos="80000">
                <a:srgbClr val="0c31b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10520">
              <a:lnSpc>
                <a:spcPct val="100000"/>
              </a:lnSpc>
            </a:pPr>
            <a:endParaRPr b="0" lang="en-US" sz="43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60" name="文本框 4"/>
          <p:cNvSpPr/>
          <p:nvPr/>
        </p:nvSpPr>
        <p:spPr>
          <a:xfrm>
            <a:off x="775800" y="2130480"/>
            <a:ext cx="854784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7500"/>
              </a:lnSpc>
            </a:pPr>
            <a:r>
              <a:rPr b="0" lang="en-US" sz="6200" strike="noStrike" u="none">
                <a:solidFill>
                  <a:srgbClr val="00b0f0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文本框 7"/>
          <p:cNvSpPr/>
          <p:nvPr/>
        </p:nvSpPr>
        <p:spPr>
          <a:xfrm>
            <a:off x="948240" y="4743360"/>
            <a:ext cx="20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思源黑体 Regular"/>
                <a:ea typeface="思源黑体 Regular"/>
              </a:rPr>
              <a:t>{{author}}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圆角矩形 8"/>
          <p:cNvSpPr/>
          <p:nvPr/>
        </p:nvSpPr>
        <p:spPr>
          <a:xfrm>
            <a:off x="912240" y="4720680"/>
            <a:ext cx="2181240" cy="42588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lt1">
                <a:alpha val="50000"/>
              </a:schemeClr>
            </a:solidFill>
          </a:ln>
          <a:effectLst>
            <a:glow rad="76320">
              <a:srgbClr val="70c4dc">
                <a:alpha val="3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63" name="矩形 9"/>
          <p:cNvSpPr/>
          <p:nvPr/>
        </p:nvSpPr>
        <p:spPr>
          <a:xfrm>
            <a:off x="790560" y="5424480"/>
            <a:ext cx="5958360" cy="49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20000"/>
              </a:lnSpc>
            </a:pPr>
            <a:r>
              <a:rPr b="0" lang="en-US" sz="1100" strike="noStrike" u="none">
                <a:solidFill>
                  <a:schemeClr val="lt1">
                    <a:alpha val="50000"/>
                  </a:schemeClr>
                </a:solidFill>
                <a:effectLst/>
                <a:uFillTx/>
                <a:latin typeface="思源黑体 Regular"/>
                <a:ea typeface="思源黑体 Regular"/>
              </a:rPr>
              <a:t>Dream what you want to dream; Go where you want to go; Be what you want to be, because you have only one life and one chance to do all the things you want to do.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文本框 14"/>
          <p:cNvSpPr/>
          <p:nvPr/>
        </p:nvSpPr>
        <p:spPr>
          <a:xfrm>
            <a:off x="775800" y="3062520"/>
            <a:ext cx="508752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7500"/>
              </a:lnSpc>
            </a:pPr>
            <a:r>
              <a:rPr b="0" lang="en-US" sz="62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{{subtitle}}</a:t>
            </a:r>
            <a:endParaRPr b="0" lang="en-US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文本框 1"/>
          <p:cNvSpPr/>
          <p:nvPr/>
        </p:nvSpPr>
        <p:spPr>
          <a:xfrm>
            <a:off x="3501000" y="4743360"/>
            <a:ext cx="20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思源黑体 Regular"/>
                <a:ea typeface="思源黑体 Regular"/>
              </a:rPr>
              <a:t>{{date}}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圆角矩形 2"/>
          <p:cNvSpPr/>
          <p:nvPr/>
        </p:nvSpPr>
        <p:spPr>
          <a:xfrm>
            <a:off x="3465000" y="4720680"/>
            <a:ext cx="2181240" cy="42588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lt1">
                <a:alpha val="50000"/>
              </a:schemeClr>
            </a:solidFill>
          </a:ln>
          <a:effectLst>
            <a:glow rad="76320">
              <a:srgbClr val="70c4dc">
                <a:alpha val="3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2" descr="E:/临时/新建文件夹/图片2.png图片2"/>
          <p:cNvPicPr/>
          <p:nvPr/>
        </p:nvPicPr>
        <p:blipFill>
          <a:blip r:embed="rId1"/>
          <a:srcRect l="0" t="20" r="0" b="20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矩形 3"/>
          <p:cNvSpPr/>
          <p:nvPr/>
        </p:nvSpPr>
        <p:spPr>
          <a:xfrm rot="10800000">
            <a:off x="360" y="0"/>
            <a:ext cx="12191760" cy="6857640"/>
          </a:xfrm>
          <a:prstGeom prst="rect">
            <a:avLst/>
          </a:prstGeom>
          <a:gradFill rotWithShape="0">
            <a:gsLst>
              <a:gs pos="10000">
                <a:srgbClr val="0c31b3">
                  <a:alpha val="40000"/>
                </a:srgbClr>
              </a:gs>
              <a:gs pos="51000">
                <a:srgbClr val="0c31b3"/>
              </a:gs>
              <a:gs pos="100000">
                <a:srgbClr val="0c31b3">
                  <a:alpha val="7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10520">
              <a:lnSpc>
                <a:spcPct val="100000"/>
              </a:lnSpc>
            </a:pPr>
            <a:endParaRPr b="0" lang="en-US" sz="43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69" name="任意多边形 10"/>
          <p:cNvSpPr/>
          <p:nvPr/>
        </p:nvSpPr>
        <p:spPr>
          <a:xfrm>
            <a:off x="0" y="0"/>
            <a:ext cx="7517880" cy="6581880"/>
          </a:xfrm>
          <a:custGeom>
            <a:avLst/>
            <a:gdLst>
              <a:gd name="textAreaLeft" fmla="*/ 0 w 7517880"/>
              <a:gd name="textAreaRight" fmla="*/ 7518240 w 7517880"/>
              <a:gd name="textAreaTop" fmla="*/ 0 h 6581880"/>
              <a:gd name="textAreaBottom" fmla="*/ 6582240 h 6581880"/>
              <a:gd name="GluePoint1X" fmla="*/ 7441855 w 7518403"/>
              <a:gd name="GluePoint1Y" fmla="*/ 0 h 6582230"/>
              <a:gd name="GluePoint2X" fmla="*/ 7487213 w 7518403"/>
              <a:gd name="GluePoint2Y" fmla="*/ 0 h 6582230"/>
              <a:gd name="GluePoint3X" fmla="*/ 7487586 w 7518403"/>
              <a:gd name="GluePoint3Y" fmla="*/ 2934 h 6582230"/>
              <a:gd name="GluePoint4X" fmla="*/ 7518403 w 7518403"/>
              <a:gd name="GluePoint4Y" fmla="*/ 613230 h 6582230"/>
              <a:gd name="GluePoint5X" fmla="*/ 1549403 w 7518403"/>
              <a:gd name="GluePoint5Y" fmla="*/ 6582230 h 6582230"/>
              <a:gd name="GluePoint6X" fmla="*/ 57657 w 7518403"/>
              <a:gd name="GluePoint6Y" fmla="*/ 6394310 h 6582230"/>
              <a:gd name="GluePoint7X" fmla="*/ 0 w 7518403"/>
              <a:gd name="GluePoint7Y" fmla="*/ 6377938 h 6582230"/>
              <a:gd name="GluePoint8X" fmla="*/ 0 w 7518403"/>
              <a:gd name="GluePoint8Y" fmla="*/ 6331155 h 6582230"/>
              <a:gd name="GluePoint9X" fmla="*/ 68904 w 7518403"/>
              <a:gd name="GluePoint9Y" fmla="*/ 6350721 h 6582230"/>
              <a:gd name="GluePoint10X" fmla="*/ 1549403 w 7518403"/>
              <a:gd name="GluePoint10Y" fmla="*/ 6537224 h 6582230"/>
              <a:gd name="GluePoint11X" fmla="*/ 7473397 w 7518403"/>
              <a:gd name="GluePoint11Y" fmla="*/ 613230 h 6582230"/>
              <a:gd name="GluePoint12X" fmla="*/ 7442812 w 7518403"/>
              <a:gd name="GluePoint12Y" fmla="*/ 7536 h 6582230"/>
              <a:gd name="GluePoint13X" fmla="*/ 7441855 w 7518403"/>
              <a:gd name="GluePoint13Y" fmla="*/ 0 h 658223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7518402" h="6582230">
                <a:moveTo>
                  <a:pt x="7441855" y="0"/>
                </a:moveTo>
                <a:lnTo>
                  <a:pt x="7487213" y="0"/>
                </a:lnTo>
                <a:lnTo>
                  <a:pt x="7487586" y="2934"/>
                </a:lnTo>
                <a:cubicBezTo>
                  <a:pt x="7507964" y="203595"/>
                  <a:pt x="7518403" y="407193"/>
                  <a:pt x="7518403" y="613230"/>
                </a:cubicBezTo>
                <a:cubicBezTo>
                  <a:pt x="7518403" y="3909818"/>
                  <a:pt x="4845991" y="6582230"/>
                  <a:pt x="1549403" y="6582230"/>
                </a:cubicBezTo>
                <a:cubicBezTo>
                  <a:pt x="1034311" y="6582230"/>
                  <a:pt x="534458" y="6516986"/>
                  <a:pt x="57657" y="6394310"/>
                </a:cubicBezTo>
                <a:lnTo>
                  <a:pt x="0" y="6377938"/>
                </a:lnTo>
                <a:lnTo>
                  <a:pt x="0" y="6331155"/>
                </a:lnTo>
                <a:lnTo>
                  <a:pt x="68904" y="6350721"/>
                </a:lnTo>
                <a:cubicBezTo>
                  <a:pt x="542111" y="6472472"/>
                  <a:pt x="1038195" y="6537224"/>
                  <a:pt x="1549403" y="6537224"/>
                </a:cubicBezTo>
                <a:cubicBezTo>
                  <a:pt x="4821135" y="6537224"/>
                  <a:pt x="7473397" y="3884962"/>
                  <a:pt x="7473397" y="613230"/>
                </a:cubicBezTo>
                <a:cubicBezTo>
                  <a:pt x="7473397" y="408747"/>
                  <a:pt x="7463037" y="206683"/>
                  <a:pt x="7442812" y="7536"/>
                </a:cubicBezTo>
                <a:lnTo>
                  <a:pt x="7441855" y="0"/>
                </a:lnTo>
                <a:close/>
              </a:path>
            </a:pathLst>
          </a:custGeom>
          <a:gradFill rotWithShape="0">
            <a:gsLst>
              <a:gs pos="0">
                <a:srgbClr val="70c4dc">
                  <a:alpha val="0"/>
                </a:srgbClr>
              </a:gs>
              <a:gs pos="7000">
                <a:srgbClr val="70c4dc"/>
              </a:gs>
              <a:gs pos="58000">
                <a:srgbClr val="70c4dc"/>
              </a:gs>
              <a:gs pos="100000">
                <a:srgbClr val="70c4dc">
                  <a:alpha val="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70" name="文本框 13"/>
          <p:cNvSpPr/>
          <p:nvPr/>
        </p:nvSpPr>
        <p:spPr>
          <a:xfrm>
            <a:off x="3942720" y="1363320"/>
            <a:ext cx="74685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{{toc_content}}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文本框 29"/>
          <p:cNvSpPr/>
          <p:nvPr/>
        </p:nvSpPr>
        <p:spPr>
          <a:xfrm>
            <a:off x="1101240" y="992160"/>
            <a:ext cx="198864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7500"/>
              </a:lnSpc>
            </a:pPr>
            <a:r>
              <a:rPr b="0" lang="zh-CN" sz="6200" strike="noStrike" u="none">
                <a:solidFill>
                  <a:srgbClr val="70c4dc"/>
                </a:solidFill>
                <a:effectLst/>
                <a:uFillTx/>
                <a:latin typeface="思源黑体 Bold"/>
                <a:ea typeface="思源黑体 Bold"/>
              </a:rPr>
              <a:t>目录</a:t>
            </a:r>
            <a:endParaRPr b="0" lang="en-US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文本框 30"/>
          <p:cNvSpPr/>
          <p:nvPr/>
        </p:nvSpPr>
        <p:spPr>
          <a:xfrm>
            <a:off x="1278000" y="1946880"/>
            <a:ext cx="16826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Regular"/>
                <a:ea typeface="思源黑体 Regular"/>
              </a:rPr>
              <a:t>CONTENTS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1" descr="E:/临时/新建文件夹/图片3.png图片3"/>
          <p:cNvPicPr/>
          <p:nvPr/>
        </p:nvPicPr>
        <p:blipFill>
          <a:blip r:embed="rId1"/>
          <a:stretch/>
        </p:blipFill>
        <p:spPr>
          <a:xfrm>
            <a:off x="0" y="-36720"/>
            <a:ext cx="12191760" cy="689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矩形 3"/>
          <p:cNvSpPr/>
          <p:nvPr/>
        </p:nvSpPr>
        <p:spPr>
          <a:xfrm>
            <a:off x="0" y="-41760"/>
            <a:ext cx="12191760" cy="6894360"/>
          </a:xfrm>
          <a:prstGeom prst="rect">
            <a:avLst/>
          </a:prstGeom>
          <a:gradFill rotWithShape="0">
            <a:gsLst>
              <a:gs pos="0">
                <a:srgbClr val="0c31b3">
                  <a:alpha val="27000"/>
                </a:srgbClr>
              </a:gs>
              <a:gs pos="93000">
                <a:srgbClr val="0c31b3">
                  <a:alpha val="9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10520">
              <a:lnSpc>
                <a:spcPct val="100000"/>
              </a:lnSpc>
            </a:pPr>
            <a:endParaRPr b="0" lang="en-US" sz="43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75" name="文本框 4"/>
          <p:cNvSpPr/>
          <p:nvPr/>
        </p:nvSpPr>
        <p:spPr>
          <a:xfrm>
            <a:off x="1700640" y="3785760"/>
            <a:ext cx="8790480" cy="10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ts val="7500"/>
              </a:lnSpc>
            </a:pPr>
            <a:r>
              <a:rPr b="0" lang="en-US" sz="48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文本框 12"/>
          <p:cNvSpPr/>
          <p:nvPr/>
        </p:nvSpPr>
        <p:spPr>
          <a:xfrm>
            <a:off x="3319200" y="4873680"/>
            <a:ext cx="55533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思源黑体 Regular"/>
                <a:ea typeface="思源黑体 Regular"/>
              </a:rPr>
              <a:t>{{section_overview}}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文本框 13"/>
          <p:cNvSpPr/>
          <p:nvPr/>
        </p:nvSpPr>
        <p:spPr>
          <a:xfrm>
            <a:off x="5499360" y="1470600"/>
            <a:ext cx="1197720" cy="435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16600" strike="noStrike" u="none">
                <a:solidFill>
                  <a:srgbClr val="00b0f0"/>
                </a:solidFill>
                <a:effectLst/>
                <a:uFillTx/>
                <a:latin typeface="思源黑体 Regular"/>
                <a:ea typeface="思源黑体 Regular"/>
              </a:rPr>
              <a:t>{{section_number}}</a:t>
            </a:r>
            <a:endParaRPr b="0" lang="en-US" sz="1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图片 1" descr="E:/临时/新建文件夹/图片4.png图片4"/>
          <p:cNvPicPr/>
          <p:nvPr/>
        </p:nvPicPr>
        <p:blipFill>
          <a:blip r:embed="rId1"/>
          <a:srcRect l="0" t="20" r="0" b="20"/>
          <a:stretch/>
        </p:blipFill>
        <p:spPr>
          <a:xfrm>
            <a:off x="7756560" y="0"/>
            <a:ext cx="4435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矩形 4"/>
          <p:cNvSpPr/>
          <p:nvPr/>
        </p:nvSpPr>
        <p:spPr>
          <a:xfrm>
            <a:off x="6781680" y="0"/>
            <a:ext cx="2912040" cy="5688000"/>
          </a:xfrm>
          <a:prstGeom prst="rect">
            <a:avLst/>
          </a:pr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80" name="1"/>
          <p:cNvSpPr/>
          <p:nvPr/>
        </p:nvSpPr>
        <p:spPr>
          <a:xfrm>
            <a:off x="241920" y="333360"/>
            <a:ext cx="62334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1"/>
          <p:cNvSpPr/>
          <p:nvPr/>
        </p:nvSpPr>
        <p:spPr>
          <a:xfrm>
            <a:off x="832680" y="2671920"/>
            <a:ext cx="415404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121608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直接连接符 8"/>
          <p:cNvCxnSpPr/>
          <p:nvPr/>
        </p:nvCxnSpPr>
        <p:spPr>
          <a:xfrm>
            <a:off x="874440" y="1936800"/>
            <a:ext cx="912240" cy="360"/>
          </a:xfrm>
          <a:prstGeom prst="straightConnector1">
            <a:avLst/>
          </a:prstGeom>
          <a:ln>
            <a:solidFill>
              <a:srgbClr val="000000">
                <a:lumMod val="65000"/>
                <a:lumOff val="35000"/>
              </a:srgbClr>
            </a:solidFill>
          </a:ln>
        </p:spPr>
      </p:cxnSp>
      <p:sp>
        <p:nvSpPr>
          <p:cNvPr id="83" name="文本框 11"/>
          <p:cNvSpPr/>
          <p:nvPr/>
        </p:nvSpPr>
        <p:spPr>
          <a:xfrm>
            <a:off x="759960" y="2094120"/>
            <a:ext cx="308052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{{subtitle[0]}}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文本框 16"/>
          <p:cNvSpPr/>
          <p:nvPr/>
        </p:nvSpPr>
        <p:spPr>
          <a:xfrm>
            <a:off x="7044840" y="742320"/>
            <a:ext cx="218268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文本框 18"/>
          <p:cNvSpPr/>
          <p:nvPr/>
        </p:nvSpPr>
        <p:spPr>
          <a:xfrm>
            <a:off x="7044120" y="2325240"/>
            <a:ext cx="218412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{{content_points[1]}}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文本框 20"/>
          <p:cNvSpPr/>
          <p:nvPr/>
        </p:nvSpPr>
        <p:spPr>
          <a:xfrm>
            <a:off x="7044120" y="4052520"/>
            <a:ext cx="218268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{{content_points[2]}}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文本框 2"/>
          <p:cNvSpPr/>
          <p:nvPr/>
        </p:nvSpPr>
        <p:spPr>
          <a:xfrm>
            <a:off x="519480" y="1160280"/>
            <a:ext cx="40636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88" name="文本框 27"/>
          <p:cNvSpPr/>
          <p:nvPr/>
        </p:nvSpPr>
        <p:spPr>
          <a:xfrm>
            <a:off x="241920" y="972720"/>
            <a:ext cx="6233400" cy="398520"/>
          </a:xfrm>
          <a:prstGeom prst="rect">
            <a:avLst/>
          </a:prstGeom>
          <a:noFill/>
          <a:ln w="0">
            <a:noFill/>
          </a:ln>
          <a:effectLst>
            <a:outerShdw algn="ctr" blurRad="317520" rotWithShape="0" sx="102000" sy="102000">
              <a:srgbClr val="3060f8">
                <a:alpha val="5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思源黑体 CN Regular"/>
                <a:ea typeface="思源黑体 CN Regular"/>
              </a:rPr>
              <a:t>{{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思源黑体 CN Regular"/>
                <a:ea typeface="思源黑体 CN Regular"/>
              </a:rPr>
              <a:t>title</a:t>
            </a: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思源黑体 CN Regular"/>
                <a:ea typeface="思源黑体 CN Regular"/>
              </a:rPr>
              <a:t>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任意多边形: 形状 41"/>
          <p:cNvSpPr/>
          <p:nvPr/>
        </p:nvSpPr>
        <p:spPr>
          <a:xfrm>
            <a:off x="0" y="2184480"/>
            <a:ext cx="12191760" cy="2680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680560"/>
              <a:gd name="textAreaBottom" fmla="*/ 2680920 h 2680560"/>
              <a:gd name="GluePoint1X" fmla="*/ 0 w 12192000"/>
              <a:gd name="GluePoint1Y" fmla="*/ 0 h 2680821"/>
              <a:gd name="GluePoint2X" fmla="*/ 162344 w 12192000"/>
              <a:gd name="GluePoint2Y" fmla="*/ 136036 h 2680821"/>
              <a:gd name="GluePoint3X" fmla="*/ 1613880 w 12192000"/>
              <a:gd name="GluePoint3Y" fmla="*/ 1009198 h 2680821"/>
              <a:gd name="GluePoint4X" fmla="*/ 5943602 w 12192000"/>
              <a:gd name="GluePoint4Y" fmla="*/ 1844375 h 2680821"/>
              <a:gd name="GluePoint5X" fmla="*/ 11226800 w 12192000"/>
              <a:gd name="GluePoint5Y" fmla="*/ 1255237 h 2680821"/>
              <a:gd name="GluePoint6X" fmla="*/ 12156281 w 12192000"/>
              <a:gd name="GluePoint6Y" fmla="*/ 1313788 h 2680821"/>
              <a:gd name="GluePoint7X" fmla="*/ 12192000 w 12192000"/>
              <a:gd name="GluePoint7Y" fmla="*/ 1319337 h 2680821"/>
              <a:gd name="GluePoint8X" fmla="*/ 12192000 w 12192000"/>
              <a:gd name="GluePoint8Y" fmla="*/ 2282361 h 2680821"/>
              <a:gd name="GluePoint9X" fmla="*/ 11966744 w 12192000"/>
              <a:gd name="GluePoint9Y" fmla="*/ 2210459 h 2680821"/>
              <a:gd name="GluePoint10X" fmla="*/ 10858126 w 12192000"/>
              <a:gd name="GluePoint10Y" fmla="*/ 1956213 h 2680821"/>
              <a:gd name="GluePoint11X" fmla="*/ 7739380 w 12192000"/>
              <a:gd name="GluePoint11Y" fmla="*/ 1852433 h 2680821"/>
              <a:gd name="GluePoint12X" fmla="*/ 2463800 w 12192000"/>
              <a:gd name="GluePoint12Y" fmla="*/ 2679880 h 2680821"/>
              <a:gd name="GluePoint13X" fmla="*/ 218468 w 12192000"/>
              <a:gd name="GluePoint13Y" fmla="*/ 2331361 h 2680821"/>
              <a:gd name="GluePoint14X" fmla="*/ 0 w 12192000"/>
              <a:gd name="GluePoint14Y" fmla="*/ 2237401 h 268082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</a:cxnLst>
            <a:rect l="textAreaLeft" t="textAreaTop" r="textAreaRight" b="textAreaBottom"/>
            <a:pathLst>
              <a:path w="12192000" h="2680821">
                <a:moveTo>
                  <a:pt x="0" y="0"/>
                </a:moveTo>
                <a:lnTo>
                  <a:pt x="162344" y="136036"/>
                </a:lnTo>
                <a:cubicBezTo>
                  <a:pt x="527097" y="431626"/>
                  <a:pt x="1000879" y="751977"/>
                  <a:pt x="1613880" y="1009198"/>
                </a:cubicBezTo>
                <a:cubicBezTo>
                  <a:pt x="3248551" y="1695120"/>
                  <a:pt x="4798649" y="1846215"/>
                  <a:pt x="5943602" y="1844375"/>
                </a:cubicBezTo>
                <a:cubicBezTo>
                  <a:pt x="7088554" y="1842536"/>
                  <a:pt x="9918700" y="1251480"/>
                  <a:pt x="11226800" y="1255237"/>
                </a:cubicBezTo>
                <a:cubicBezTo>
                  <a:pt x="11553825" y="1256177"/>
                  <a:pt x="11867356" y="1277717"/>
                  <a:pt x="12156281" y="1313788"/>
                </a:cubicBezTo>
                <a:lnTo>
                  <a:pt x="12192000" y="1319337"/>
                </a:lnTo>
                <a:lnTo>
                  <a:pt x="12192000" y="2282361"/>
                </a:lnTo>
                <a:lnTo>
                  <a:pt x="11966744" y="2210459"/>
                </a:lnTo>
                <a:cubicBezTo>
                  <a:pt x="11597925" y="2096607"/>
                  <a:pt x="11198327" y="1988984"/>
                  <a:pt x="10858126" y="1956213"/>
                </a:cubicBezTo>
                <a:cubicBezTo>
                  <a:pt x="9950923" y="1868821"/>
                  <a:pt x="8886974" y="1731822"/>
                  <a:pt x="7739380" y="1852433"/>
                </a:cubicBezTo>
                <a:cubicBezTo>
                  <a:pt x="6591786" y="1973044"/>
                  <a:pt x="5217584" y="2710749"/>
                  <a:pt x="2463800" y="2679880"/>
                </a:cubicBezTo>
                <a:cubicBezTo>
                  <a:pt x="1431132" y="2668304"/>
                  <a:pt x="720527" y="2525117"/>
                  <a:pt x="218468" y="2331361"/>
                </a:cubicBezTo>
                <a:lnTo>
                  <a:pt x="0" y="2237401"/>
                </a:lnTo>
                <a:close/>
              </a:path>
            </a:pathLst>
          </a:cu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90" name="矩形 4"/>
          <p:cNvSpPr/>
          <p:nvPr/>
        </p:nvSpPr>
        <p:spPr>
          <a:xfrm>
            <a:off x="876240" y="1343520"/>
            <a:ext cx="26697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2000" strike="noStrike" u="none">
                <a:solidFill>
                  <a:srgbClr val="0f3ce3"/>
                </a:solidFill>
                <a:effectLst/>
                <a:uFillTx/>
                <a:latin typeface="思源黑体 Regular"/>
                <a:ea typeface="江城圆体 400W"/>
              </a:rPr>
              <a:t>{{content_points[0]}}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直接连接符 5"/>
          <p:cNvCxnSpPr/>
          <p:nvPr/>
        </p:nvCxnSpPr>
        <p:spPr>
          <a:xfrm>
            <a:off x="876240" y="1591920"/>
            <a:ext cx="360" cy="131544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92" name="直接连接符 7"/>
          <p:cNvCxnSpPr/>
          <p:nvPr/>
        </p:nvCxnSpPr>
        <p:spPr>
          <a:xfrm flipV="1">
            <a:off x="2146680" y="4813920"/>
            <a:ext cx="360" cy="131544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93" name="直接连接符 9"/>
          <p:cNvCxnSpPr/>
          <p:nvPr/>
        </p:nvCxnSpPr>
        <p:spPr>
          <a:xfrm>
            <a:off x="3898800" y="2407320"/>
            <a:ext cx="360" cy="149544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94" name="直接连接符 11"/>
          <p:cNvCxnSpPr/>
          <p:nvPr/>
        </p:nvCxnSpPr>
        <p:spPr>
          <a:xfrm flipV="1">
            <a:off x="5928120" y="4454640"/>
            <a:ext cx="360" cy="131544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95" name="直接连接符 13"/>
          <p:cNvCxnSpPr/>
          <p:nvPr/>
        </p:nvCxnSpPr>
        <p:spPr>
          <a:xfrm>
            <a:off x="7338960" y="2184120"/>
            <a:ext cx="360" cy="177984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96" name="直接连接符 15"/>
          <p:cNvCxnSpPr/>
          <p:nvPr/>
        </p:nvCxnSpPr>
        <p:spPr>
          <a:xfrm flipV="1">
            <a:off x="9369000" y="4096440"/>
            <a:ext cx="360" cy="131544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sp>
        <p:nvSpPr>
          <p:cNvPr id="97" name="椭圆 16"/>
          <p:cNvSpPr/>
          <p:nvPr/>
        </p:nvSpPr>
        <p:spPr>
          <a:xfrm>
            <a:off x="8328960" y="1517400"/>
            <a:ext cx="666360" cy="666360"/>
          </a:xfrm>
          <a:prstGeom prst="ellipse">
            <a:avLst/>
          </a:prstGeom>
          <a:noFill/>
          <a:ln>
            <a:solidFill>
              <a:schemeClr val="lt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>
                  <a:lumMod val="95000"/>
                  <a:lumOff val="5000"/>
                </a:schemeClr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98" name="椭圆 18"/>
          <p:cNvSpPr/>
          <p:nvPr/>
        </p:nvSpPr>
        <p:spPr>
          <a:xfrm>
            <a:off x="10909800" y="2152440"/>
            <a:ext cx="307800" cy="307800"/>
          </a:xfrm>
          <a:prstGeom prst="ellipse">
            <a:avLst/>
          </a:prstGeom>
          <a:noFill/>
          <a:ln>
            <a:solidFill>
              <a:schemeClr val="lt1"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>
                  <a:lumMod val="95000"/>
                  <a:lumOff val="5000"/>
                </a:schemeClr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99" name="矩形 1"/>
          <p:cNvSpPr/>
          <p:nvPr/>
        </p:nvSpPr>
        <p:spPr>
          <a:xfrm>
            <a:off x="878040" y="1953360"/>
            <a:ext cx="240048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江城圆体 400W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矩形 2"/>
          <p:cNvSpPr/>
          <p:nvPr/>
        </p:nvSpPr>
        <p:spPr>
          <a:xfrm>
            <a:off x="3917880" y="2184480"/>
            <a:ext cx="2735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2000" strike="noStrike" u="none">
                <a:solidFill>
                  <a:srgbClr val="0f3ce3"/>
                </a:solidFill>
                <a:effectLst/>
                <a:uFillTx/>
                <a:latin typeface="思源黑体 Regular"/>
                <a:ea typeface="江城圆体 400W"/>
              </a:rPr>
              <a:t>{{content_points[1]}}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矩形 6"/>
          <p:cNvSpPr/>
          <p:nvPr/>
        </p:nvSpPr>
        <p:spPr>
          <a:xfrm>
            <a:off x="3920040" y="2768760"/>
            <a:ext cx="2232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江城圆体 400W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矩形 8"/>
          <p:cNvSpPr/>
          <p:nvPr/>
        </p:nvSpPr>
        <p:spPr>
          <a:xfrm>
            <a:off x="7344360" y="1906200"/>
            <a:ext cx="26697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2000" strike="noStrike" u="none">
                <a:solidFill>
                  <a:srgbClr val="0f3ce3"/>
                </a:solidFill>
                <a:effectLst/>
                <a:uFillTx/>
                <a:latin typeface="思源黑体 Regular"/>
                <a:ea typeface="江城圆体 400W"/>
              </a:rPr>
              <a:t>{{content_points[2]}}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矩形 10"/>
          <p:cNvSpPr/>
          <p:nvPr/>
        </p:nvSpPr>
        <p:spPr>
          <a:xfrm>
            <a:off x="7346520" y="2514240"/>
            <a:ext cx="2232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江城圆体 400W"/>
              </a:rPr>
              <a:t>{{detailed_content[2]}}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矩形 12"/>
          <p:cNvSpPr/>
          <p:nvPr/>
        </p:nvSpPr>
        <p:spPr>
          <a:xfrm>
            <a:off x="2147040" y="4927680"/>
            <a:ext cx="274716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2000" strike="noStrike" u="none">
                <a:solidFill>
                  <a:srgbClr val="0f3ce3"/>
                </a:solidFill>
                <a:effectLst/>
                <a:uFillTx/>
                <a:latin typeface="思源黑体 Regular"/>
                <a:ea typeface="江城圆体 400W"/>
              </a:rPr>
              <a:t>{{content_points[3]}}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矩形 14"/>
          <p:cNvSpPr/>
          <p:nvPr/>
        </p:nvSpPr>
        <p:spPr>
          <a:xfrm>
            <a:off x="2149200" y="5536800"/>
            <a:ext cx="2232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江城圆体 400W"/>
              </a:rPr>
              <a:t>{{detailed_content[3]}}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矩形 17"/>
          <p:cNvSpPr/>
          <p:nvPr/>
        </p:nvSpPr>
        <p:spPr>
          <a:xfrm>
            <a:off x="5928480" y="4538880"/>
            <a:ext cx="27460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2000" strike="noStrike" u="none">
                <a:solidFill>
                  <a:srgbClr val="0f3ce3"/>
                </a:solidFill>
                <a:effectLst/>
                <a:uFillTx/>
                <a:latin typeface="思源黑体 Regular"/>
                <a:ea typeface="江城圆体 400W"/>
              </a:rPr>
              <a:t>{{content_points[4]}}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矩形 19"/>
          <p:cNvSpPr/>
          <p:nvPr/>
        </p:nvSpPr>
        <p:spPr>
          <a:xfrm>
            <a:off x="5930640" y="5128920"/>
            <a:ext cx="2232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江城圆体 400W"/>
              </a:rPr>
              <a:t>{{detailed_content[4]}}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矩形 20"/>
          <p:cNvSpPr/>
          <p:nvPr/>
        </p:nvSpPr>
        <p:spPr>
          <a:xfrm>
            <a:off x="9369360" y="4498200"/>
            <a:ext cx="268884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2000" strike="noStrike" u="none">
                <a:solidFill>
                  <a:srgbClr val="0f3ce3"/>
                </a:solidFill>
                <a:effectLst/>
                <a:uFillTx/>
                <a:latin typeface="思源黑体 Regular"/>
                <a:ea typeface="江城圆体 400W"/>
              </a:rPr>
              <a:t>{{content_points[5]}}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矩形 25"/>
          <p:cNvSpPr/>
          <p:nvPr/>
        </p:nvSpPr>
        <p:spPr>
          <a:xfrm>
            <a:off x="9371520" y="5107320"/>
            <a:ext cx="223236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8000" rIns="0" tIns="0" bIns="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江城圆体 400W"/>
              </a:rPr>
              <a:t>{{detailed_content[5]}}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文本框 26"/>
          <p:cNvSpPr/>
          <p:nvPr/>
        </p:nvSpPr>
        <p:spPr>
          <a:xfrm>
            <a:off x="3060720" y="389880"/>
            <a:ext cx="6068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直接连接符 30"/>
          <p:cNvCxnSpPr/>
          <p:nvPr/>
        </p:nvCxnSpPr>
        <p:spPr>
          <a:xfrm flipH="1">
            <a:off x="1534320" y="657000"/>
            <a:ext cx="1310400" cy="36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112" name="直接连接符 32"/>
          <p:cNvCxnSpPr/>
          <p:nvPr/>
        </p:nvCxnSpPr>
        <p:spPr>
          <a:xfrm>
            <a:off x="9268200" y="650880"/>
            <a:ext cx="1364400" cy="72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sp>
        <p:nvSpPr>
          <p:cNvPr id="113" name="1"/>
          <p:cNvSpPr/>
          <p:nvPr/>
        </p:nvSpPr>
        <p:spPr>
          <a:xfrm>
            <a:off x="188640" y="111600"/>
            <a:ext cx="4193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"/>
          <p:cNvSpPr/>
          <p:nvPr/>
        </p:nvSpPr>
        <p:spPr>
          <a:xfrm>
            <a:off x="6103800" y="1960560"/>
            <a:ext cx="3047760" cy="2912760"/>
          </a:xfrm>
          <a:prstGeom prst="rect">
            <a:avLst/>
          </a:prstGeom>
          <a:blipFill rotWithShape="0">
            <a:blip r:embed="rId1"/>
            <a:srcRect/>
            <a:tile tx="0" ty="0" sx="99992" sy="99992" algn="ctr"/>
          </a:blipFill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15" name="矩形 2"/>
          <p:cNvSpPr/>
          <p:nvPr/>
        </p:nvSpPr>
        <p:spPr>
          <a:xfrm>
            <a:off x="9151560" y="1960560"/>
            <a:ext cx="3047760" cy="2912760"/>
          </a:xfrm>
          <a:prstGeom prst="rect">
            <a:avLst/>
          </a:prstGeom>
          <a:blipFill rotWithShape="0">
            <a:blip r:embed="rId2"/>
            <a:srcRect/>
            <a:tile tx="0" ty="0" sx="99992" sy="99992" algn="ctr"/>
          </a:blipFill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16" name="文本框 3"/>
          <p:cNvSpPr/>
          <p:nvPr/>
        </p:nvSpPr>
        <p:spPr>
          <a:xfrm>
            <a:off x="3060720" y="389880"/>
            <a:ext cx="6068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" name="直接连接符 4"/>
          <p:cNvCxnSpPr/>
          <p:nvPr/>
        </p:nvCxnSpPr>
        <p:spPr>
          <a:xfrm flipH="1">
            <a:off x="1534320" y="657000"/>
            <a:ext cx="1310400" cy="36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118" name="直接连接符 5"/>
          <p:cNvCxnSpPr/>
          <p:nvPr/>
        </p:nvCxnSpPr>
        <p:spPr>
          <a:xfrm>
            <a:off x="9268200" y="650880"/>
            <a:ext cx="1364400" cy="72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sp>
        <p:nvSpPr>
          <p:cNvPr id="119" name="矩形 6"/>
          <p:cNvSpPr/>
          <p:nvPr/>
        </p:nvSpPr>
        <p:spPr>
          <a:xfrm>
            <a:off x="0" y="1960560"/>
            <a:ext cx="3047760" cy="2912760"/>
          </a:xfrm>
          <a:prstGeom prst="rect">
            <a:avLst/>
          </a:prstGeom>
          <a:blipFill rotWithShape="0">
            <a:blip r:embed="rId3"/>
            <a:srcRect/>
            <a:tile tx="0" ty="0" sx="99992" sy="99992" algn="ctr"/>
          </a:blipFill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20" name="矩形 11"/>
          <p:cNvSpPr/>
          <p:nvPr/>
        </p:nvSpPr>
        <p:spPr>
          <a:xfrm>
            <a:off x="3048120" y="1960560"/>
            <a:ext cx="3047760" cy="2912760"/>
          </a:xfrm>
          <a:prstGeom prst="rect">
            <a:avLst/>
          </a:prstGeom>
          <a:blipFill rotWithShape="0">
            <a:blip r:embed="rId4"/>
            <a:srcRect/>
            <a:tile tx="0" ty="0" sx="99992" sy="99992" algn="ctr"/>
          </a:blipFill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21" name="矩形 15"/>
          <p:cNvSpPr/>
          <p:nvPr/>
        </p:nvSpPr>
        <p:spPr>
          <a:xfrm>
            <a:off x="346680" y="4080960"/>
            <a:ext cx="2454120" cy="1857240"/>
          </a:xfrm>
          <a:prstGeom prst="rect">
            <a:avLst/>
          </a:pr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22" name="矩形 16"/>
          <p:cNvSpPr/>
          <p:nvPr/>
        </p:nvSpPr>
        <p:spPr>
          <a:xfrm>
            <a:off x="3344760" y="4080960"/>
            <a:ext cx="2454120" cy="1857240"/>
          </a:xfrm>
          <a:prstGeom prst="rect">
            <a:avLst/>
          </a:pr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23" name="矩形 17"/>
          <p:cNvSpPr/>
          <p:nvPr/>
        </p:nvSpPr>
        <p:spPr>
          <a:xfrm>
            <a:off x="6392880" y="4080960"/>
            <a:ext cx="2454120" cy="1857240"/>
          </a:xfrm>
          <a:prstGeom prst="rect">
            <a:avLst/>
          </a:pr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24" name="矩形 18"/>
          <p:cNvSpPr/>
          <p:nvPr/>
        </p:nvSpPr>
        <p:spPr>
          <a:xfrm>
            <a:off x="9390960" y="4080960"/>
            <a:ext cx="2454120" cy="1857240"/>
          </a:xfrm>
          <a:prstGeom prst="rect">
            <a:avLst/>
          </a:pr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25" name="1"/>
          <p:cNvSpPr/>
          <p:nvPr/>
        </p:nvSpPr>
        <p:spPr>
          <a:xfrm>
            <a:off x="563400" y="4873680"/>
            <a:ext cx="2048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1"/>
          <p:cNvSpPr/>
          <p:nvPr/>
        </p:nvSpPr>
        <p:spPr>
          <a:xfrm>
            <a:off x="563400" y="4329360"/>
            <a:ext cx="20368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1"/>
          <p:cNvSpPr/>
          <p:nvPr/>
        </p:nvSpPr>
        <p:spPr>
          <a:xfrm>
            <a:off x="3538440" y="4873680"/>
            <a:ext cx="2048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1"/>
          <p:cNvSpPr/>
          <p:nvPr/>
        </p:nvSpPr>
        <p:spPr>
          <a:xfrm>
            <a:off x="3484080" y="4329360"/>
            <a:ext cx="21574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1"/>
          <p:cNvSpPr/>
          <p:nvPr/>
        </p:nvSpPr>
        <p:spPr>
          <a:xfrm>
            <a:off x="6586560" y="4873680"/>
            <a:ext cx="2048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{{detailed_content[2]}}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1"/>
          <p:cNvSpPr/>
          <p:nvPr/>
        </p:nvSpPr>
        <p:spPr>
          <a:xfrm>
            <a:off x="6581880" y="4329360"/>
            <a:ext cx="207216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1"/>
          <p:cNvSpPr/>
          <p:nvPr/>
        </p:nvSpPr>
        <p:spPr>
          <a:xfrm>
            <a:off x="9576720" y="4884120"/>
            <a:ext cx="2048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{{detailed_content[3]}}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1"/>
          <p:cNvSpPr/>
          <p:nvPr/>
        </p:nvSpPr>
        <p:spPr>
          <a:xfrm>
            <a:off x="9521280" y="4340160"/>
            <a:ext cx="21790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{{content_points[3]}}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1"/>
          <p:cNvSpPr/>
          <p:nvPr/>
        </p:nvSpPr>
        <p:spPr>
          <a:xfrm>
            <a:off x="188640" y="111600"/>
            <a:ext cx="4193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图片 11" descr="E:/临时/新建文件夹/图片9.png图片9"/>
          <p:cNvPicPr/>
          <p:nvPr/>
        </p:nvPicPr>
        <p:blipFill>
          <a:blip r:embed="rId1"/>
          <a:srcRect l="0" t="7" r="0" b="7"/>
          <a:stretch/>
        </p:blipFill>
        <p:spPr>
          <a:xfrm>
            <a:off x="1905120" y="1440"/>
            <a:ext cx="10286640" cy="68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矩形 12"/>
          <p:cNvSpPr/>
          <p:nvPr/>
        </p:nvSpPr>
        <p:spPr>
          <a:xfrm>
            <a:off x="0" y="1440"/>
            <a:ext cx="12191760" cy="6857640"/>
          </a:xfrm>
          <a:prstGeom prst="rect">
            <a:avLst/>
          </a:prstGeom>
          <a:gradFill rotWithShape="0">
            <a:gsLst>
              <a:gs pos="0">
                <a:srgbClr val="0c31b3">
                  <a:alpha val="40000"/>
                </a:srgbClr>
              </a:gs>
              <a:gs pos="76000">
                <a:srgbClr val="0c31b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10520">
              <a:lnSpc>
                <a:spcPct val="100000"/>
              </a:lnSpc>
            </a:pPr>
            <a:endParaRPr b="0" lang="en-US" sz="43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36" name="文本框 13"/>
          <p:cNvSpPr/>
          <p:nvPr/>
        </p:nvSpPr>
        <p:spPr>
          <a:xfrm>
            <a:off x="1426320" y="1928520"/>
            <a:ext cx="68832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文本框 14"/>
          <p:cNvSpPr/>
          <p:nvPr/>
        </p:nvSpPr>
        <p:spPr>
          <a:xfrm>
            <a:off x="1426320" y="3379320"/>
            <a:ext cx="687780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{{content_points[1]}}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文本框 15"/>
          <p:cNvSpPr/>
          <p:nvPr/>
        </p:nvSpPr>
        <p:spPr>
          <a:xfrm>
            <a:off x="1426320" y="4826160"/>
            <a:ext cx="68824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{{content_points[2]}}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1"/>
          <p:cNvSpPr/>
          <p:nvPr/>
        </p:nvSpPr>
        <p:spPr>
          <a:xfrm>
            <a:off x="1515240" y="2446560"/>
            <a:ext cx="67942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1"/>
          <p:cNvSpPr/>
          <p:nvPr/>
        </p:nvSpPr>
        <p:spPr>
          <a:xfrm>
            <a:off x="1515240" y="3897720"/>
            <a:ext cx="67942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1"/>
          <p:cNvSpPr/>
          <p:nvPr/>
        </p:nvSpPr>
        <p:spPr>
          <a:xfrm>
            <a:off x="1515240" y="5344200"/>
            <a:ext cx="67942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{{detailed_content[2]}}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2" name="组合 19"/>
          <p:cNvGrpSpPr/>
          <p:nvPr/>
        </p:nvGrpSpPr>
        <p:grpSpPr>
          <a:xfrm>
            <a:off x="942480" y="2024640"/>
            <a:ext cx="443880" cy="304560"/>
            <a:chOff x="942480" y="2024640"/>
            <a:chExt cx="443880" cy="304560"/>
          </a:xfrm>
        </p:grpSpPr>
        <p:sp>
          <p:nvSpPr>
            <p:cNvPr id="143" name="燕尾形 20"/>
            <p:cNvSpPr/>
            <p:nvPr/>
          </p:nvSpPr>
          <p:spPr>
            <a:xfrm>
              <a:off x="942480" y="202464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44" name="燕尾形 21"/>
            <p:cNvSpPr/>
            <p:nvPr/>
          </p:nvSpPr>
          <p:spPr>
            <a:xfrm>
              <a:off x="1069200" y="202464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45" name="燕尾形 22"/>
            <p:cNvSpPr/>
            <p:nvPr/>
          </p:nvSpPr>
          <p:spPr>
            <a:xfrm>
              <a:off x="1195920" y="202464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</p:grpSp>
      <p:grpSp>
        <p:nvGrpSpPr>
          <p:cNvPr id="146" name="组合 23"/>
          <p:cNvGrpSpPr/>
          <p:nvPr/>
        </p:nvGrpSpPr>
        <p:grpSpPr>
          <a:xfrm>
            <a:off x="942480" y="3478680"/>
            <a:ext cx="443880" cy="304560"/>
            <a:chOff x="942480" y="3478680"/>
            <a:chExt cx="443880" cy="304560"/>
          </a:xfrm>
        </p:grpSpPr>
        <p:sp>
          <p:nvSpPr>
            <p:cNvPr id="147" name="燕尾形 24"/>
            <p:cNvSpPr/>
            <p:nvPr/>
          </p:nvSpPr>
          <p:spPr>
            <a:xfrm>
              <a:off x="942480" y="347868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48" name="燕尾形 25"/>
            <p:cNvSpPr/>
            <p:nvPr/>
          </p:nvSpPr>
          <p:spPr>
            <a:xfrm>
              <a:off x="1069200" y="347868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49" name="燕尾形 26"/>
            <p:cNvSpPr/>
            <p:nvPr/>
          </p:nvSpPr>
          <p:spPr>
            <a:xfrm>
              <a:off x="1195920" y="347868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</p:grpSp>
      <p:grpSp>
        <p:nvGrpSpPr>
          <p:cNvPr id="150" name="组合 27"/>
          <p:cNvGrpSpPr/>
          <p:nvPr/>
        </p:nvGrpSpPr>
        <p:grpSpPr>
          <a:xfrm>
            <a:off x="942480" y="4927680"/>
            <a:ext cx="443880" cy="304560"/>
            <a:chOff x="942480" y="4927680"/>
            <a:chExt cx="443880" cy="304560"/>
          </a:xfrm>
        </p:grpSpPr>
        <p:sp>
          <p:nvSpPr>
            <p:cNvPr id="151" name="燕尾形 28"/>
            <p:cNvSpPr/>
            <p:nvPr/>
          </p:nvSpPr>
          <p:spPr>
            <a:xfrm>
              <a:off x="942480" y="492768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52" name="燕尾形 29"/>
            <p:cNvSpPr/>
            <p:nvPr/>
          </p:nvSpPr>
          <p:spPr>
            <a:xfrm>
              <a:off x="1069200" y="492768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53" name="燕尾形 30"/>
            <p:cNvSpPr/>
            <p:nvPr/>
          </p:nvSpPr>
          <p:spPr>
            <a:xfrm>
              <a:off x="1195920" y="4927680"/>
              <a:ext cx="190440" cy="304560"/>
            </a:xfrm>
            <a:prstGeom prst="chevron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</p:grpSp>
      <p:sp>
        <p:nvSpPr>
          <p:cNvPr id="154" name="平行四边形 31"/>
          <p:cNvSpPr/>
          <p:nvPr/>
        </p:nvSpPr>
        <p:spPr>
          <a:xfrm>
            <a:off x="7305480" y="3019320"/>
            <a:ext cx="3704760" cy="3838320"/>
          </a:xfrm>
          <a:prstGeom prst="parallelogram">
            <a:avLst>
              <a:gd name="adj" fmla="val 74509"/>
            </a:avLst>
          </a:prstGeom>
          <a:solidFill>
            <a:srgbClr val="0c31b3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55" name="平行四边形 32"/>
          <p:cNvSpPr/>
          <p:nvPr/>
        </p:nvSpPr>
        <p:spPr>
          <a:xfrm>
            <a:off x="3714480" y="0"/>
            <a:ext cx="8100360" cy="6858000"/>
          </a:xfrm>
          <a:prstGeom prst="parallelogram">
            <a:avLst>
              <a:gd name="adj" fmla="val 70594"/>
            </a:avLst>
          </a:prstGeom>
          <a:gradFill rotWithShape="0">
            <a:gsLst>
              <a:gs pos="24000">
                <a:srgbClr val="ffffff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56" name="1"/>
          <p:cNvSpPr/>
          <p:nvPr/>
        </p:nvSpPr>
        <p:spPr>
          <a:xfrm>
            <a:off x="704160" y="333360"/>
            <a:ext cx="1082772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文本框 1"/>
          <p:cNvSpPr/>
          <p:nvPr/>
        </p:nvSpPr>
        <p:spPr>
          <a:xfrm>
            <a:off x="704160" y="972720"/>
            <a:ext cx="10827720" cy="398520"/>
          </a:xfrm>
          <a:prstGeom prst="rect">
            <a:avLst/>
          </a:prstGeom>
          <a:noFill/>
          <a:ln w="0">
            <a:noFill/>
          </a:ln>
          <a:effectLst>
            <a:outerShdw algn="ctr" blurRad="317520" rotWithShape="0" sx="102000" sy="102000">
              <a:srgbClr val="3060f8">
                <a:alpha val="59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CN Regular"/>
                <a:ea typeface="思源黑体 CN Regular"/>
              </a:rPr>
              <a:t>{{</a:t>
            </a: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CN Regular"/>
                <a:ea typeface="思源黑体 CN Regular"/>
              </a:rPr>
              <a:t>title</a:t>
            </a: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CN Regular"/>
                <a:ea typeface="思源黑体 CN Regular"/>
              </a:rPr>
              <a:t>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椭圆 4"/>
          <p:cNvSpPr/>
          <p:nvPr/>
        </p:nvSpPr>
        <p:spPr>
          <a:xfrm>
            <a:off x="6612480" y="1443960"/>
            <a:ext cx="2292480" cy="2292480"/>
          </a:xfrm>
          <a:prstGeom prst="ellipse">
            <a:avLst/>
          </a:prstGeom>
          <a:solidFill>
            <a:srgbClr val="0c31b3">
              <a:alpha val="90000"/>
            </a:srgbClr>
          </a:solidFill>
          <a:ln>
            <a:noFill/>
          </a:ln>
          <a:effectLst>
            <a:outerShdw algn="ctr" blurRad="469800" rotWithShape="0" sx="104000" sy="104000">
              <a:srgbClr val="0c31b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59" name="椭圆 5"/>
          <p:cNvSpPr/>
          <p:nvPr/>
        </p:nvSpPr>
        <p:spPr>
          <a:xfrm>
            <a:off x="6545160" y="3402000"/>
            <a:ext cx="2752560" cy="2752560"/>
          </a:xfrm>
          <a:prstGeom prst="ellipse">
            <a:avLst/>
          </a:prstGeom>
          <a:solidFill>
            <a:srgbClr val="0f3ce3"/>
          </a:solidFill>
          <a:ln>
            <a:noFill/>
          </a:ln>
          <a:effectLst>
            <a:outerShdw algn="ctr" blurRad="469800" rotWithShape="0" sx="104000" sy="104000">
              <a:srgbClr val="0c31b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60" name="椭圆 6"/>
          <p:cNvSpPr/>
          <p:nvPr/>
        </p:nvSpPr>
        <p:spPr>
          <a:xfrm>
            <a:off x="8451360" y="1791360"/>
            <a:ext cx="2752560" cy="2752560"/>
          </a:xfrm>
          <a:prstGeom prst="ellipse">
            <a:avLst/>
          </a:prstGeom>
          <a:solidFill>
            <a:srgbClr val="0c31b3"/>
          </a:solidFill>
          <a:ln>
            <a:noFill/>
          </a:ln>
          <a:effectLst>
            <a:outerShdw algn="ctr" blurRad="469800" rotWithShape="0" sx="104000" sy="104000">
              <a:srgbClr val="0c31b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61" name="椭圆 7"/>
          <p:cNvSpPr/>
          <p:nvPr/>
        </p:nvSpPr>
        <p:spPr>
          <a:xfrm>
            <a:off x="9466560" y="4778640"/>
            <a:ext cx="980280" cy="980280"/>
          </a:xfrm>
          <a:prstGeom prst="ellipse">
            <a:avLst/>
          </a:prstGeom>
          <a:solidFill>
            <a:srgbClr val="0c31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62" name="矩形 8"/>
          <p:cNvSpPr/>
          <p:nvPr/>
        </p:nvSpPr>
        <p:spPr>
          <a:xfrm>
            <a:off x="8905680" y="3274560"/>
            <a:ext cx="188496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{{content_points[1]}}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iconfont-11261-3550636"/>
          <p:cNvSpPr/>
          <p:nvPr/>
        </p:nvSpPr>
        <p:spPr>
          <a:xfrm>
            <a:off x="9639360" y="2620440"/>
            <a:ext cx="547200" cy="497520"/>
          </a:xfrm>
          <a:custGeom>
            <a:avLst/>
            <a:gdLst>
              <a:gd name="textAreaLeft" fmla="*/ 0 w 547200"/>
              <a:gd name="textAreaRight" fmla="*/ 547560 w 547200"/>
              <a:gd name="textAreaTop" fmla="*/ 0 h 497520"/>
              <a:gd name="textAreaBottom" fmla="*/ 497880 h 497520"/>
              <a:gd name="GluePoint1X" fmla="*/ 2902 w 12516"/>
              <a:gd name="GluePoint1Y" fmla="*/ 6468 h 11378"/>
              <a:gd name="GluePoint2X" fmla="*/ 2845 w 12516"/>
              <a:gd name="GluePoint2Y" fmla="*/ 6825 h 11378"/>
              <a:gd name="GluePoint3X" fmla="*/ 2845 w 12516"/>
              <a:gd name="GluePoint3Y" fmla="*/ 7962 h 11378"/>
              <a:gd name="GluePoint4X" fmla="*/ 3982 w 12516"/>
              <a:gd name="GluePoint4Y" fmla="*/ 9100 h 11378"/>
              <a:gd name="GluePoint5X" fmla="*/ 5120 w 12516"/>
              <a:gd name="GluePoint5Y" fmla="*/ 9100 h 11378"/>
              <a:gd name="GluePoint6X" fmla="*/ 6258 w 12516"/>
              <a:gd name="GluePoint6Y" fmla="*/ 7962 h 11378"/>
              <a:gd name="GluePoint7X" fmla="*/ 6258 w 12516"/>
              <a:gd name="GluePoint7Y" fmla="*/ 6825 h 11378"/>
              <a:gd name="GluePoint8X" fmla="*/ 6201 w 12516"/>
              <a:gd name="GluePoint8Y" fmla="*/ 6468 h 11378"/>
              <a:gd name="GluePoint9X" fmla="*/ 9102 w 12516"/>
              <a:gd name="GluePoint9Y" fmla="*/ 9385 h 11378"/>
              <a:gd name="GluePoint10X" fmla="*/ 9102 w 12516"/>
              <a:gd name="GluePoint10Y" fmla="*/ 10240 h 11378"/>
              <a:gd name="GluePoint11X" fmla="*/ 7965 w 12516"/>
              <a:gd name="GluePoint11Y" fmla="*/ 11378 h 11378"/>
              <a:gd name="GluePoint12X" fmla="*/ 1138 w 12516"/>
              <a:gd name="GluePoint12Y" fmla="*/ 11378 h 11378"/>
              <a:gd name="GluePoint13X" fmla="*/ 0 w 12516"/>
              <a:gd name="GluePoint13Y" fmla="*/ 10240 h 11378"/>
              <a:gd name="GluePoint14X" fmla="*/ 0 w 12516"/>
              <a:gd name="GluePoint14Y" fmla="*/ 9385 h 11378"/>
              <a:gd name="GluePoint15X" fmla="*/ 2902 w 12516"/>
              <a:gd name="GluePoint15Y" fmla="*/ 6468 h 11378"/>
              <a:gd name="GluePoint16X" fmla="*/ 10653 w 12516"/>
              <a:gd name="GluePoint16Y" fmla="*/ 10250 h 11378"/>
              <a:gd name="GluePoint17X" fmla="*/ 10809 w 12516"/>
              <a:gd name="GluePoint17Y" fmla="*/ 9674 h 11378"/>
              <a:gd name="GluePoint18X" fmla="*/ 10809 w 12516"/>
              <a:gd name="GluePoint18Y" fmla="*/ 8818 h 11378"/>
              <a:gd name="GluePoint19X" fmla="*/ 8031 w 12516"/>
              <a:gd name="GluePoint19Y" fmla="*/ 5985 h 11378"/>
              <a:gd name="GluePoint20X" fmla="*/ 9102 w 12516"/>
              <a:gd name="GluePoint20Y" fmla="*/ 3413 h 11378"/>
              <a:gd name="GluePoint21X" fmla="*/ 8687 w 12516"/>
              <a:gd name="GluePoint21Y" fmla="*/ 1712 h 11378"/>
              <a:gd name="GluePoint22X" fmla="*/ 10809 w 12516"/>
              <a:gd name="GluePoint22Y" fmla="*/ 4267 h 11378"/>
              <a:gd name="GluePoint23X" fmla="*/ 9804 w 12516"/>
              <a:gd name="GluePoint23Y" fmla="*/ 6391 h 11378"/>
              <a:gd name="GluePoint24X" fmla="*/ 12516 w 12516"/>
              <a:gd name="GluePoint24Y" fmla="*/ 8818 h 11378"/>
              <a:gd name="GluePoint25X" fmla="*/ 12516 w 12516"/>
              <a:gd name="GluePoint25Y" fmla="*/ 9681 h 11378"/>
              <a:gd name="GluePoint26X" fmla="*/ 11947 w 12516"/>
              <a:gd name="GluePoint26Y" fmla="*/ 10250 h 11378"/>
              <a:gd name="GluePoint27X" fmla="*/ 10653 w 12516"/>
              <a:gd name="GluePoint27Y" fmla="*/ 10250 h 11378"/>
              <a:gd name="GluePoint28X" fmla="*/ 4551 w 12516"/>
              <a:gd name="GluePoint28Y" fmla="*/ 6825 h 11378"/>
              <a:gd name="GluePoint29X" fmla="*/ 5120 w 12516"/>
              <a:gd name="GluePoint29Y" fmla="*/ 7394 h 11378"/>
              <a:gd name="GluePoint30X" fmla="*/ 5120 w 12516"/>
              <a:gd name="GluePoint30Y" fmla="*/ 7963 h 11378"/>
              <a:gd name="GluePoint31X" fmla="*/ 4551 w 12516"/>
              <a:gd name="GluePoint31Y" fmla="*/ 8532 h 11378"/>
              <a:gd name="GluePoint32X" fmla="*/ 3982 w 12516"/>
              <a:gd name="GluePoint32Y" fmla="*/ 7963 h 11378"/>
              <a:gd name="GluePoint33X" fmla="*/ 3982 w 12516"/>
              <a:gd name="GluePoint33Y" fmla="*/ 7394 h 11378"/>
              <a:gd name="GluePoint34X" fmla="*/ 4551 w 12516"/>
              <a:gd name="GluePoint34Y" fmla="*/ 6825 h 11378"/>
              <a:gd name="GluePoint35X" fmla="*/ 4551 w 12516"/>
              <a:gd name="GluePoint35Y" fmla="*/ 6256 h 11378"/>
              <a:gd name="GluePoint36X" fmla="*/ 1707 w 12516"/>
              <a:gd name="GluePoint36Y" fmla="*/ 3128 h 11378"/>
              <a:gd name="GluePoint37X" fmla="*/ 4551 w 12516"/>
              <a:gd name="GluePoint37Y" fmla="*/ 0 h 11378"/>
              <a:gd name="GluePoint38X" fmla="*/ 7396 w 12516"/>
              <a:gd name="GluePoint38Y" fmla="*/ 3128 h 11378"/>
              <a:gd name="GluePoint39X" fmla="*/ 4551 w 12516"/>
              <a:gd name="GluePoint39Y" fmla="*/ 6256 h 1137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</a:cxnLst>
            <a:rect l="textAreaLeft" t="textAreaTop" r="textAreaRight" b="textAreaBottom"/>
            <a:pathLst>
              <a:path w="12516" h="11378">
                <a:moveTo>
                  <a:pt x="2902" y="6468"/>
                </a:moveTo>
                <a:cubicBezTo>
                  <a:pt x="2865" y="6580"/>
                  <a:pt x="2845" y="6700"/>
                  <a:pt x="2845" y="6825"/>
                </a:cubicBezTo>
                <a:lnTo>
                  <a:pt x="2845" y="7962"/>
                </a:lnTo>
                <a:cubicBezTo>
                  <a:pt x="2845" y="8591"/>
                  <a:pt x="3354" y="9100"/>
                  <a:pt x="3982" y="9100"/>
                </a:cubicBezTo>
                <a:lnTo>
                  <a:pt x="5120" y="9100"/>
                </a:lnTo>
                <a:cubicBezTo>
                  <a:pt x="5749" y="9100"/>
                  <a:pt x="6258" y="8591"/>
                  <a:pt x="6258" y="7962"/>
                </a:cubicBezTo>
                <a:lnTo>
                  <a:pt x="6258" y="6825"/>
                </a:lnTo>
                <a:cubicBezTo>
                  <a:pt x="6258" y="6700"/>
                  <a:pt x="6238" y="6580"/>
                  <a:pt x="6201" y="6468"/>
                </a:cubicBezTo>
                <a:cubicBezTo>
                  <a:pt x="7899" y="6922"/>
                  <a:pt x="9102" y="8057"/>
                  <a:pt x="9102" y="9385"/>
                </a:cubicBezTo>
                <a:lnTo>
                  <a:pt x="9102" y="10240"/>
                </a:lnTo>
                <a:cubicBezTo>
                  <a:pt x="9102" y="10868"/>
                  <a:pt x="8593" y="11378"/>
                  <a:pt x="7965" y="11378"/>
                </a:cubicBezTo>
                <a:lnTo>
                  <a:pt x="1138" y="11378"/>
                </a:lnTo>
                <a:cubicBezTo>
                  <a:pt x="510" y="11378"/>
                  <a:pt x="0" y="10868"/>
                  <a:pt x="0" y="10240"/>
                </a:cubicBezTo>
                <a:lnTo>
                  <a:pt x="0" y="9385"/>
                </a:lnTo>
                <a:cubicBezTo>
                  <a:pt x="0" y="8057"/>
                  <a:pt x="1204" y="6922"/>
                  <a:pt x="2902" y="6468"/>
                </a:cubicBezTo>
                <a:close/>
                <a:moveTo>
                  <a:pt x="10653" y="10250"/>
                </a:moveTo>
                <a:cubicBezTo>
                  <a:pt x="10756" y="10075"/>
                  <a:pt x="10810" y="9876"/>
                  <a:pt x="10809" y="9674"/>
                </a:cubicBezTo>
                <a:lnTo>
                  <a:pt x="10809" y="8818"/>
                </a:lnTo>
                <a:cubicBezTo>
                  <a:pt x="10809" y="7566"/>
                  <a:pt x="9672" y="6485"/>
                  <a:pt x="8031" y="5985"/>
                </a:cubicBezTo>
                <a:cubicBezTo>
                  <a:pt x="8688" y="5360"/>
                  <a:pt x="9102" y="4440"/>
                  <a:pt x="9102" y="3413"/>
                </a:cubicBezTo>
                <a:cubicBezTo>
                  <a:pt x="9102" y="2794"/>
                  <a:pt x="8951" y="2213"/>
                  <a:pt x="8687" y="1712"/>
                </a:cubicBezTo>
                <a:cubicBezTo>
                  <a:pt x="9872" y="1801"/>
                  <a:pt x="10809" y="2911"/>
                  <a:pt x="10809" y="4267"/>
                </a:cubicBezTo>
                <a:cubicBezTo>
                  <a:pt x="10809" y="5151"/>
                  <a:pt x="10411" y="5931"/>
                  <a:pt x="9804" y="6391"/>
                </a:cubicBezTo>
                <a:cubicBezTo>
                  <a:pt x="11380" y="6732"/>
                  <a:pt x="12516" y="7690"/>
                  <a:pt x="12516" y="8818"/>
                </a:cubicBezTo>
                <a:lnTo>
                  <a:pt x="12516" y="9681"/>
                </a:lnTo>
                <a:cubicBezTo>
                  <a:pt x="12516" y="9995"/>
                  <a:pt x="12261" y="10250"/>
                  <a:pt x="11947" y="10250"/>
                </a:cubicBezTo>
                <a:lnTo>
                  <a:pt x="10653" y="10250"/>
                </a:lnTo>
                <a:close/>
                <a:moveTo>
                  <a:pt x="4551" y="6825"/>
                </a:moveTo>
                <a:cubicBezTo>
                  <a:pt x="4866" y="6825"/>
                  <a:pt x="5120" y="7080"/>
                  <a:pt x="5120" y="7394"/>
                </a:cubicBezTo>
                <a:lnTo>
                  <a:pt x="5120" y="7963"/>
                </a:lnTo>
                <a:cubicBezTo>
                  <a:pt x="5120" y="8277"/>
                  <a:pt x="4866" y="8532"/>
                  <a:pt x="4551" y="8532"/>
                </a:cubicBezTo>
                <a:cubicBezTo>
                  <a:pt x="4237" y="8532"/>
                  <a:pt x="3982" y="8277"/>
                  <a:pt x="3982" y="7963"/>
                </a:cubicBezTo>
                <a:lnTo>
                  <a:pt x="3982" y="7394"/>
                </a:lnTo>
                <a:cubicBezTo>
                  <a:pt x="3982" y="7080"/>
                  <a:pt x="4237" y="6825"/>
                  <a:pt x="4551" y="6825"/>
                </a:cubicBezTo>
                <a:close/>
                <a:moveTo>
                  <a:pt x="4551" y="6256"/>
                </a:moveTo>
                <a:cubicBezTo>
                  <a:pt x="2981" y="6256"/>
                  <a:pt x="1707" y="4856"/>
                  <a:pt x="1707" y="3128"/>
                </a:cubicBezTo>
                <a:cubicBezTo>
                  <a:pt x="1707" y="1401"/>
                  <a:pt x="2981" y="0"/>
                  <a:pt x="4551" y="0"/>
                </a:cubicBezTo>
                <a:cubicBezTo>
                  <a:pt x="6122" y="0"/>
                  <a:pt x="7396" y="1401"/>
                  <a:pt x="7396" y="3128"/>
                </a:cubicBezTo>
                <a:cubicBezTo>
                  <a:pt x="7396" y="4856"/>
                  <a:pt x="6122" y="6256"/>
                  <a:pt x="4551" y="62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江城圆体 400W"/>
              <a:ea typeface="江城圆体 400W"/>
            </a:endParaRPr>
          </a:p>
        </p:txBody>
      </p:sp>
      <p:sp>
        <p:nvSpPr>
          <p:cNvPr id="164" name="矩形 10"/>
          <p:cNvSpPr/>
          <p:nvPr/>
        </p:nvSpPr>
        <p:spPr>
          <a:xfrm>
            <a:off x="6824520" y="2539080"/>
            <a:ext cx="186840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iconfont-11261-3550636"/>
          <p:cNvSpPr/>
          <p:nvPr/>
        </p:nvSpPr>
        <p:spPr>
          <a:xfrm>
            <a:off x="7448400" y="1869480"/>
            <a:ext cx="537120" cy="537120"/>
          </a:xfrm>
          <a:custGeom>
            <a:avLst/>
            <a:gdLst>
              <a:gd name="textAreaLeft" fmla="*/ 0 w 537120"/>
              <a:gd name="textAreaRight" fmla="*/ 537480 w 537120"/>
              <a:gd name="textAreaTop" fmla="*/ 0 h 537120"/>
              <a:gd name="textAreaBottom" fmla="*/ 537480 h 537120"/>
              <a:gd name="GluePoint1X" fmla="*/ 6200 w 12400"/>
              <a:gd name="GluePoint1Y" fmla="*/ 0 h 12400"/>
              <a:gd name="GluePoint2X" fmla="*/ 0 w 12400"/>
              <a:gd name="GluePoint2Y" fmla="*/ 6200 h 12400"/>
              <a:gd name="GluePoint3X" fmla="*/ 6200 w 12400"/>
              <a:gd name="GluePoint3Y" fmla="*/ 12400 h 12400"/>
              <a:gd name="GluePoint4X" fmla="*/ 12400 w 12400"/>
              <a:gd name="GluePoint4Y" fmla="*/ 6200 h 12400"/>
              <a:gd name="GluePoint5X" fmla="*/ 6200 w 12400"/>
              <a:gd name="GluePoint5Y" fmla="*/ 0 h 12400"/>
              <a:gd name="GluePoint6X" fmla="*/ 6200 w 12400"/>
              <a:gd name="GluePoint6Y" fmla="*/ 11200 h 12400"/>
              <a:gd name="GluePoint7X" fmla="*/ 1200 w 12400"/>
              <a:gd name="GluePoint7Y" fmla="*/ 6200 h 12400"/>
              <a:gd name="GluePoint8X" fmla="*/ 6200 w 12400"/>
              <a:gd name="GluePoint8Y" fmla="*/ 1200 h 12400"/>
              <a:gd name="GluePoint9X" fmla="*/ 11200 w 12400"/>
              <a:gd name="GluePoint9Y" fmla="*/ 6200 h 12400"/>
              <a:gd name="GluePoint10X" fmla="*/ 6200 w 12400"/>
              <a:gd name="GluePoint10Y" fmla="*/ 11200 h 12400"/>
              <a:gd name="GluePoint11X" fmla="*/ 8300 w 12400"/>
              <a:gd name="GluePoint11Y" fmla="*/ 7615 h 12400"/>
              <a:gd name="GluePoint12X" fmla="*/ 6200 w 12400"/>
              <a:gd name="GluePoint12Y" fmla="*/ 8600 h 12400"/>
              <a:gd name="GluePoint13X" fmla="*/ 4100 w 12400"/>
              <a:gd name="GluePoint13Y" fmla="*/ 7615 h 12400"/>
              <a:gd name="GluePoint14X" fmla="*/ 3255 w 12400"/>
              <a:gd name="GluePoint14Y" fmla="*/ 7538 h 12400"/>
              <a:gd name="GluePoint15X" fmla="*/ 3178 w 12400"/>
              <a:gd name="GluePoint15Y" fmla="*/ 8383 h 12400"/>
              <a:gd name="GluePoint16X" fmla="*/ 6200 w 12400"/>
              <a:gd name="GluePoint16Y" fmla="*/ 9798 h 12400"/>
              <a:gd name="GluePoint17X" fmla="*/ 9223 w 12400"/>
              <a:gd name="GluePoint17Y" fmla="*/ 8383 h 12400"/>
              <a:gd name="GluePoint18X" fmla="*/ 9145 w 12400"/>
              <a:gd name="GluePoint18Y" fmla="*/ 7538 h 12400"/>
              <a:gd name="GluePoint19X" fmla="*/ 8300 w 12400"/>
              <a:gd name="GluePoint19Y" fmla="*/ 7615 h 12400"/>
              <a:gd name="GluePoint20X" fmla="*/ 3413 w 12400"/>
              <a:gd name="GluePoint20Y" fmla="*/ 5075 h 12400"/>
              <a:gd name="GluePoint21X" fmla="*/ 4200 w 12400"/>
              <a:gd name="GluePoint21Y" fmla="*/ 4535 h 12400"/>
              <a:gd name="GluePoint22X" fmla="*/ 4988 w 12400"/>
              <a:gd name="GluePoint22Y" fmla="*/ 5075 h 12400"/>
              <a:gd name="GluePoint23X" fmla="*/ 5225 w 12400"/>
              <a:gd name="GluePoint23Y" fmla="*/ 5500 h 12400"/>
              <a:gd name="GluePoint24X" fmla="*/ 5458 w 12400"/>
              <a:gd name="GluePoint24Y" fmla="*/ 5593 h 12400"/>
              <a:gd name="GluePoint25X" fmla="*/ 5600 w 12400"/>
              <a:gd name="GluePoint25Y" fmla="*/ 5385 h 12400"/>
              <a:gd name="GluePoint26X" fmla="*/ 4200 w 12400"/>
              <a:gd name="GluePoint26Y" fmla="*/ 3600 h 12400"/>
              <a:gd name="GluePoint27X" fmla="*/ 2800 w 12400"/>
              <a:gd name="GluePoint27Y" fmla="*/ 5385 h 12400"/>
              <a:gd name="GluePoint28X" fmla="*/ 2943 w 12400"/>
              <a:gd name="GluePoint28Y" fmla="*/ 5593 h 12400"/>
              <a:gd name="GluePoint29X" fmla="*/ 3175 w 12400"/>
              <a:gd name="GluePoint29Y" fmla="*/ 5500 h 12400"/>
              <a:gd name="GluePoint30X" fmla="*/ 3413 w 12400"/>
              <a:gd name="GluePoint30Y" fmla="*/ 5075 h 12400"/>
              <a:gd name="GluePoint31X" fmla="*/ 8200 w 12400"/>
              <a:gd name="GluePoint31Y" fmla="*/ 3600 h 12400"/>
              <a:gd name="GluePoint32X" fmla="*/ 6800 w 12400"/>
              <a:gd name="GluePoint32Y" fmla="*/ 5385 h 12400"/>
              <a:gd name="GluePoint33X" fmla="*/ 6943 w 12400"/>
              <a:gd name="GluePoint33Y" fmla="*/ 5593 h 12400"/>
              <a:gd name="GluePoint34X" fmla="*/ 7175 w 12400"/>
              <a:gd name="GluePoint34Y" fmla="*/ 5500 h 12400"/>
              <a:gd name="GluePoint35X" fmla="*/ 7413 w 12400"/>
              <a:gd name="GluePoint35Y" fmla="*/ 5075 h 12400"/>
              <a:gd name="GluePoint36X" fmla="*/ 8200 w 12400"/>
              <a:gd name="GluePoint36Y" fmla="*/ 4535 h 12400"/>
              <a:gd name="GluePoint37X" fmla="*/ 8988 w 12400"/>
              <a:gd name="GluePoint37Y" fmla="*/ 5075 h 12400"/>
              <a:gd name="GluePoint38X" fmla="*/ 9225 w 12400"/>
              <a:gd name="GluePoint38Y" fmla="*/ 5500 h 12400"/>
              <a:gd name="GluePoint39X" fmla="*/ 9458 w 12400"/>
              <a:gd name="GluePoint39Y" fmla="*/ 5593 h 12400"/>
              <a:gd name="GluePoint40X" fmla="*/ 9600 w 12400"/>
              <a:gd name="GluePoint40Y" fmla="*/ 5385 h 12400"/>
              <a:gd name="GluePoint41X" fmla="*/ 8200 w 12400"/>
              <a:gd name="GluePoint41Y" fmla="*/ 3600 h 124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</a:cxnLst>
            <a:rect l="textAreaLeft" t="textAreaTop" r="textAreaRight" b="textAreaBottom"/>
            <a:pathLst>
              <a:path w="12400" h="12400">
                <a:moveTo>
                  <a:pt x="6200" y="0"/>
                </a:moveTo>
                <a:cubicBezTo>
                  <a:pt x="2775" y="0"/>
                  <a:pt x="0" y="2775"/>
                  <a:pt x="0" y="6200"/>
                </a:cubicBezTo>
                <a:cubicBezTo>
                  <a:pt x="0" y="9625"/>
                  <a:pt x="2775" y="12400"/>
                  <a:pt x="6200" y="12400"/>
                </a:cubicBezTo>
                <a:cubicBezTo>
                  <a:pt x="9625" y="12400"/>
                  <a:pt x="12400" y="9625"/>
                  <a:pt x="12400" y="6200"/>
                </a:cubicBezTo>
                <a:cubicBezTo>
                  <a:pt x="12400" y="2775"/>
                  <a:pt x="9625" y="0"/>
                  <a:pt x="6200" y="0"/>
                </a:cubicBezTo>
                <a:close/>
                <a:moveTo>
                  <a:pt x="6200" y="11200"/>
                </a:moveTo>
                <a:cubicBezTo>
                  <a:pt x="3442" y="11200"/>
                  <a:pt x="1200" y="8958"/>
                  <a:pt x="1200" y="6200"/>
                </a:cubicBezTo>
                <a:cubicBezTo>
                  <a:pt x="1200" y="3442"/>
                  <a:pt x="3442" y="1200"/>
                  <a:pt x="6200" y="1200"/>
                </a:cubicBezTo>
                <a:cubicBezTo>
                  <a:pt x="8958" y="1200"/>
                  <a:pt x="11200" y="3442"/>
                  <a:pt x="11200" y="6200"/>
                </a:cubicBezTo>
                <a:cubicBezTo>
                  <a:pt x="11200" y="8958"/>
                  <a:pt x="8958" y="11200"/>
                  <a:pt x="6200" y="11200"/>
                </a:cubicBezTo>
                <a:close/>
                <a:moveTo>
                  <a:pt x="8300" y="7615"/>
                </a:moveTo>
                <a:cubicBezTo>
                  <a:pt x="7780" y="8240"/>
                  <a:pt x="7013" y="8600"/>
                  <a:pt x="6200" y="8600"/>
                </a:cubicBezTo>
                <a:cubicBezTo>
                  <a:pt x="5388" y="8600"/>
                  <a:pt x="4620" y="8243"/>
                  <a:pt x="4100" y="7615"/>
                </a:cubicBezTo>
                <a:cubicBezTo>
                  <a:pt x="3888" y="7360"/>
                  <a:pt x="3510" y="7328"/>
                  <a:pt x="3255" y="7538"/>
                </a:cubicBezTo>
                <a:cubicBezTo>
                  <a:pt x="3000" y="7750"/>
                  <a:pt x="2967" y="8128"/>
                  <a:pt x="3178" y="8383"/>
                </a:cubicBezTo>
                <a:cubicBezTo>
                  <a:pt x="3928" y="9283"/>
                  <a:pt x="5030" y="9798"/>
                  <a:pt x="6200" y="9798"/>
                </a:cubicBezTo>
                <a:cubicBezTo>
                  <a:pt x="7370" y="9798"/>
                  <a:pt x="8473" y="9283"/>
                  <a:pt x="9223" y="8383"/>
                </a:cubicBezTo>
                <a:cubicBezTo>
                  <a:pt x="9435" y="8128"/>
                  <a:pt x="9400" y="7750"/>
                  <a:pt x="9145" y="7538"/>
                </a:cubicBezTo>
                <a:cubicBezTo>
                  <a:pt x="8890" y="7328"/>
                  <a:pt x="8512" y="7360"/>
                  <a:pt x="8300" y="7615"/>
                </a:cubicBezTo>
                <a:close/>
                <a:moveTo>
                  <a:pt x="3413" y="5075"/>
                </a:moveTo>
                <a:cubicBezTo>
                  <a:pt x="3605" y="4733"/>
                  <a:pt x="3892" y="4535"/>
                  <a:pt x="4200" y="4535"/>
                </a:cubicBezTo>
                <a:cubicBezTo>
                  <a:pt x="4508" y="4535"/>
                  <a:pt x="4795" y="4733"/>
                  <a:pt x="4988" y="5075"/>
                </a:cubicBezTo>
                <a:lnTo>
                  <a:pt x="5225" y="5500"/>
                </a:lnTo>
                <a:cubicBezTo>
                  <a:pt x="5278" y="5593"/>
                  <a:pt x="5380" y="5618"/>
                  <a:pt x="5458" y="5593"/>
                </a:cubicBezTo>
                <a:cubicBezTo>
                  <a:pt x="5548" y="5565"/>
                  <a:pt x="5608" y="5480"/>
                  <a:pt x="5600" y="5385"/>
                </a:cubicBezTo>
                <a:cubicBezTo>
                  <a:pt x="5518" y="4333"/>
                  <a:pt x="4795" y="3600"/>
                  <a:pt x="4200" y="3600"/>
                </a:cubicBezTo>
                <a:cubicBezTo>
                  <a:pt x="3605" y="3600"/>
                  <a:pt x="2883" y="4333"/>
                  <a:pt x="2800" y="5385"/>
                </a:cubicBezTo>
                <a:cubicBezTo>
                  <a:pt x="2793" y="5477"/>
                  <a:pt x="2853" y="5565"/>
                  <a:pt x="2943" y="5593"/>
                </a:cubicBezTo>
                <a:cubicBezTo>
                  <a:pt x="3028" y="5620"/>
                  <a:pt x="3128" y="5580"/>
                  <a:pt x="3175" y="5500"/>
                </a:cubicBezTo>
                <a:lnTo>
                  <a:pt x="3413" y="5075"/>
                </a:lnTo>
                <a:close/>
                <a:moveTo>
                  <a:pt x="8200" y="3600"/>
                </a:moveTo>
                <a:cubicBezTo>
                  <a:pt x="7605" y="3600"/>
                  <a:pt x="6883" y="4333"/>
                  <a:pt x="6800" y="5385"/>
                </a:cubicBezTo>
                <a:cubicBezTo>
                  <a:pt x="6793" y="5478"/>
                  <a:pt x="6853" y="5565"/>
                  <a:pt x="6943" y="5593"/>
                </a:cubicBezTo>
                <a:cubicBezTo>
                  <a:pt x="7030" y="5620"/>
                  <a:pt x="7127" y="5580"/>
                  <a:pt x="7175" y="5500"/>
                </a:cubicBezTo>
                <a:lnTo>
                  <a:pt x="7413" y="5075"/>
                </a:lnTo>
                <a:cubicBezTo>
                  <a:pt x="7605" y="4733"/>
                  <a:pt x="7893" y="4535"/>
                  <a:pt x="8200" y="4535"/>
                </a:cubicBezTo>
                <a:cubicBezTo>
                  <a:pt x="8508" y="4535"/>
                  <a:pt x="8795" y="4733"/>
                  <a:pt x="8988" y="5075"/>
                </a:cubicBezTo>
                <a:lnTo>
                  <a:pt x="9225" y="5500"/>
                </a:lnTo>
                <a:cubicBezTo>
                  <a:pt x="9278" y="5593"/>
                  <a:pt x="9380" y="5618"/>
                  <a:pt x="9458" y="5593"/>
                </a:cubicBezTo>
                <a:cubicBezTo>
                  <a:pt x="9548" y="5565"/>
                  <a:pt x="9608" y="5480"/>
                  <a:pt x="9600" y="5385"/>
                </a:cubicBezTo>
                <a:cubicBezTo>
                  <a:pt x="9518" y="4333"/>
                  <a:pt x="8795" y="3600"/>
                  <a:pt x="8200" y="36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66" name="矩形 12"/>
          <p:cNvSpPr/>
          <p:nvPr/>
        </p:nvSpPr>
        <p:spPr>
          <a:xfrm>
            <a:off x="7008480" y="4959720"/>
            <a:ext cx="182592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{{content_points[2]}}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iconfont-11261-3550636"/>
          <p:cNvSpPr/>
          <p:nvPr/>
        </p:nvSpPr>
        <p:spPr>
          <a:xfrm>
            <a:off x="7585920" y="4223880"/>
            <a:ext cx="582480" cy="531000"/>
          </a:xfrm>
          <a:custGeom>
            <a:avLst/>
            <a:gdLst>
              <a:gd name="textAreaLeft" fmla="*/ 0 w 582480"/>
              <a:gd name="textAreaRight" fmla="*/ 582840 w 582480"/>
              <a:gd name="textAreaTop" fmla="*/ 0 h 531000"/>
              <a:gd name="textAreaBottom" fmla="*/ 531360 h 531000"/>
              <a:gd name="GluePoint1X" fmla="*/ 3495 w 7671"/>
              <a:gd name="GluePoint1Y" fmla="*/ 13 h 7004"/>
              <a:gd name="GluePoint2X" fmla="*/ 1231 w 7671"/>
              <a:gd name="GluePoint2Y" fmla="*/ 2655 h 7004"/>
              <a:gd name="GluePoint3X" fmla="*/ 72 w 7671"/>
              <a:gd name="GluePoint3Y" fmla="*/ 2932 h 7004"/>
              <a:gd name="GluePoint4X" fmla="*/ 847 w 7671"/>
              <a:gd name="GluePoint4Y" fmla="*/ 5568 h 7004"/>
              <a:gd name="GluePoint5X" fmla="*/ 3486 w 7671"/>
              <a:gd name="GluePoint5Y" fmla="*/ 6995 h 7004"/>
              <a:gd name="GluePoint6X" fmla="*/ 7670 w 7671"/>
              <a:gd name="GluePoint6Y" fmla="*/ 2832 h 7004"/>
              <a:gd name="GluePoint7X" fmla="*/ 151 w 7671"/>
              <a:gd name="GluePoint7Y" fmla="*/ 4560 h 7004"/>
              <a:gd name="GluePoint8X" fmla="*/ 336 w 7671"/>
              <a:gd name="GluePoint8Y" fmla="*/ 4160 h 7004"/>
              <a:gd name="GluePoint9X" fmla="*/ 162 w 7671"/>
              <a:gd name="GluePoint9Y" fmla="*/ 3813 h 7004"/>
              <a:gd name="GluePoint10X" fmla="*/ 321 w 7671"/>
              <a:gd name="GluePoint10Y" fmla="*/ 3331 h 7004"/>
              <a:gd name="GluePoint11X" fmla="*/ 689 w 7671"/>
              <a:gd name="GluePoint11Y" fmla="*/ 4708 h 7004"/>
              <a:gd name="GluePoint12X" fmla="*/ 509 w 7671"/>
              <a:gd name="GluePoint12Y" fmla="*/ 4140 h 7004"/>
              <a:gd name="GluePoint13X" fmla="*/ 692 w 7671"/>
              <a:gd name="GluePoint13Y" fmla="*/ 3769 h 7004"/>
              <a:gd name="GluePoint14X" fmla="*/ 495 w 7671"/>
              <a:gd name="GluePoint14Y" fmla="*/ 3269 h 7004"/>
              <a:gd name="GluePoint15X" fmla="*/ 1721 w 7671"/>
              <a:gd name="GluePoint15Y" fmla="*/ 4980 h 7004"/>
              <a:gd name="GluePoint16X" fmla="*/ 1432 w 7671"/>
              <a:gd name="GluePoint16Y" fmla="*/ 4244 h 7004"/>
              <a:gd name="GluePoint17X" fmla="*/ 1700 w 7671"/>
              <a:gd name="GluePoint17Y" fmla="*/ 3686 h 7004"/>
              <a:gd name="GluePoint18X" fmla="*/ 1449 w 7671"/>
              <a:gd name="GluePoint18Y" fmla="*/ 3018 h 7004"/>
              <a:gd name="GluePoint19X" fmla="*/ 1713 w 7671"/>
              <a:gd name="GluePoint19Y" fmla="*/ 2381 h 7004"/>
              <a:gd name="GluePoint20X" fmla="*/ 1438 w 7671"/>
              <a:gd name="GluePoint20Y" fmla="*/ 1807 h 7004"/>
              <a:gd name="GluePoint21X" fmla="*/ 2329 w 7671"/>
              <a:gd name="GluePoint21Y" fmla="*/ 5112 h 7004"/>
              <a:gd name="GluePoint22X" fmla="*/ 1930 w 7671"/>
              <a:gd name="GluePoint22Y" fmla="*/ 4323 h 7004"/>
              <a:gd name="GluePoint23X" fmla="*/ 2329 w 7671"/>
              <a:gd name="GluePoint23Y" fmla="*/ 3597 h 7004"/>
              <a:gd name="GluePoint24X" fmla="*/ 1930 w 7671"/>
              <a:gd name="GluePoint24Y" fmla="*/ 2923 h 7004"/>
              <a:gd name="GluePoint25X" fmla="*/ 2329 w 7671"/>
              <a:gd name="GluePoint25Y" fmla="*/ 3597 h 7004"/>
              <a:gd name="GluePoint26X" fmla="*/ 1930 w 7671"/>
              <a:gd name="GluePoint26Y" fmla="*/ 2223 h 7004"/>
              <a:gd name="GluePoint27X" fmla="*/ 2329 w 7671"/>
              <a:gd name="GluePoint27Y" fmla="*/ 2082 h 7004"/>
              <a:gd name="GluePoint28X" fmla="*/ 2650 w 7671"/>
              <a:gd name="GluePoint28Y" fmla="*/ 5254 h 7004"/>
              <a:gd name="GluePoint29X" fmla="*/ 3152 w 7671"/>
              <a:gd name="GluePoint29Y" fmla="*/ 4435 h 7004"/>
              <a:gd name="GluePoint30X" fmla="*/ 2636 w 7671"/>
              <a:gd name="GluePoint30Y" fmla="*/ 3595 h 7004"/>
              <a:gd name="GluePoint31X" fmla="*/ 3152 w 7671"/>
              <a:gd name="GluePoint31Y" fmla="*/ 2623 h 7004"/>
              <a:gd name="GluePoint32X" fmla="*/ 2663 w 7671"/>
              <a:gd name="GluePoint32Y" fmla="*/ 1956 h 7004"/>
              <a:gd name="GluePoint33X" fmla="*/ 3131 w 7671"/>
              <a:gd name="GluePoint33Y" fmla="*/ 776 h 7004"/>
              <a:gd name="GluePoint34X" fmla="*/ 4990 w 7671"/>
              <a:gd name="GluePoint34Y" fmla="*/ 1229 h 7004"/>
              <a:gd name="GluePoint35X" fmla="*/ 5441 w 7671"/>
              <a:gd name="GluePoint35Y" fmla="*/ 2226 h 7004"/>
              <a:gd name="GluePoint36X" fmla="*/ 4948 w 7671"/>
              <a:gd name="GluePoint36Y" fmla="*/ 2784 h 7004"/>
              <a:gd name="GluePoint37X" fmla="*/ 5453 w 7671"/>
              <a:gd name="GluePoint37Y" fmla="*/ 3664 h 7004"/>
              <a:gd name="GluePoint38X" fmla="*/ 3706 w 7671"/>
              <a:gd name="GluePoint38Y" fmla="*/ 694 h 7004"/>
              <a:gd name="GluePoint39X" fmla="*/ 4408 w 7671"/>
              <a:gd name="GluePoint39Y" fmla="*/ 1907 h 7004"/>
              <a:gd name="GluePoint40X" fmla="*/ 3688 w 7671"/>
              <a:gd name="GluePoint40Y" fmla="*/ 3518 h 7004"/>
              <a:gd name="GluePoint41X" fmla="*/ 4448 w 7671"/>
              <a:gd name="GluePoint41Y" fmla="*/ 3557 h 7004"/>
              <a:gd name="GluePoint42X" fmla="*/ 5014 w 7671"/>
              <a:gd name="GluePoint42Y" fmla="*/ 6300 h 7004"/>
              <a:gd name="GluePoint43X" fmla="*/ 4045 w 7671"/>
              <a:gd name="GluePoint43Y" fmla="*/ 4424 h 7004"/>
              <a:gd name="GluePoint44X" fmla="*/ 5014 w 7671"/>
              <a:gd name="GluePoint44Y" fmla="*/ 6300 h 7004"/>
              <a:gd name="GluePoint45X" fmla="*/ 5413 w 7671"/>
              <a:gd name="GluePoint45Y" fmla="*/ 6118 h 7004"/>
              <a:gd name="GluePoint46X" fmla="*/ 6087 w 7671"/>
              <a:gd name="GluePoint46Y" fmla="*/ 5892 h 7004"/>
              <a:gd name="GluePoint47X" fmla="*/ 5822 w 7671"/>
              <a:gd name="GluePoint47Y" fmla="*/ 3640 h 7004"/>
              <a:gd name="GluePoint48X" fmla="*/ 6258 w 7671"/>
              <a:gd name="GluePoint48Y" fmla="*/ 3660 h 7004"/>
              <a:gd name="GluePoint49X" fmla="*/ 5851 w 7671"/>
              <a:gd name="GluePoint49Y" fmla="*/ 2352 h 7004"/>
              <a:gd name="GluePoint50X" fmla="*/ 6258 w 7671"/>
              <a:gd name="GluePoint50Y" fmla="*/ 1803 h 7004"/>
              <a:gd name="GluePoint51X" fmla="*/ 6669 w 7671"/>
              <a:gd name="GluePoint51Y" fmla="*/ 4852 h 7004"/>
              <a:gd name="GluePoint52X" fmla="*/ 6955 w 7671"/>
              <a:gd name="GluePoint52Y" fmla="*/ 4202 h 7004"/>
              <a:gd name="GluePoint53X" fmla="*/ 6927 w 7671"/>
              <a:gd name="GluePoint53Y" fmla="*/ 3741 h 7004"/>
              <a:gd name="GluePoint54X" fmla="*/ 6677 w 7671"/>
              <a:gd name="GluePoint54Y" fmla="*/ 3084 h 7004"/>
              <a:gd name="GluePoint55X" fmla="*/ 7371 w 7671"/>
              <a:gd name="GluePoint55Y" fmla="*/ 4717 h 7004"/>
              <a:gd name="GluePoint56X" fmla="*/ 7155 w 7671"/>
              <a:gd name="GluePoint56Y" fmla="*/ 4176 h 7004"/>
              <a:gd name="GluePoint57X" fmla="*/ 7404 w 7671"/>
              <a:gd name="GluePoint57Y" fmla="*/ 3726 h 7004"/>
              <a:gd name="GluePoint58X" fmla="*/ 7117 w 7671"/>
              <a:gd name="GluePoint58Y" fmla="*/ 3219 h 7004"/>
              <a:gd name="GluePoint59X" fmla="*/ 7404 w 7671"/>
              <a:gd name="GluePoint59Y" fmla="*/ 3726 h 70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</a:cxnLst>
            <a:rect l="textAreaLeft" t="textAreaTop" r="textAreaRight" b="textAreaBottom"/>
            <a:pathLst>
              <a:path w="7671" h="7003">
                <a:moveTo>
                  <a:pt x="7585" y="2716"/>
                </a:moveTo>
                <a:lnTo>
                  <a:pt x="6499" y="2383"/>
                </a:lnTo>
                <a:lnTo>
                  <a:pt x="6499" y="1573"/>
                </a:lnTo>
                <a:cubicBezTo>
                  <a:pt x="6499" y="1527"/>
                  <a:pt x="6473" y="1485"/>
                  <a:pt x="6432" y="1465"/>
                </a:cubicBezTo>
                <a:lnTo>
                  <a:pt x="3498" y="13"/>
                </a:lnTo>
                <a:cubicBezTo>
                  <a:pt x="3497" y="13"/>
                  <a:pt x="3497" y="13"/>
                  <a:pt x="3495" y="13"/>
                </a:cubicBezTo>
                <a:cubicBezTo>
                  <a:pt x="3490" y="10"/>
                  <a:pt x="3468" y="0"/>
                  <a:pt x="3436" y="2"/>
                </a:cubicBezTo>
                <a:cubicBezTo>
                  <a:pt x="3403" y="4"/>
                  <a:pt x="3379" y="20"/>
                  <a:pt x="3374" y="23"/>
                </a:cubicBezTo>
                <a:lnTo>
                  <a:pt x="3374" y="23"/>
                </a:lnTo>
                <a:lnTo>
                  <a:pt x="1282" y="1515"/>
                </a:lnTo>
                <a:cubicBezTo>
                  <a:pt x="1250" y="1538"/>
                  <a:pt x="1231" y="1574"/>
                  <a:pt x="1231" y="1613"/>
                </a:cubicBezTo>
                <a:lnTo>
                  <a:pt x="1231" y="2655"/>
                </a:lnTo>
                <a:lnTo>
                  <a:pt x="842" y="2609"/>
                </a:lnTo>
                <a:cubicBezTo>
                  <a:pt x="842" y="2609"/>
                  <a:pt x="841" y="2609"/>
                  <a:pt x="839" y="2609"/>
                </a:cubicBezTo>
                <a:cubicBezTo>
                  <a:pt x="834" y="2609"/>
                  <a:pt x="822" y="2608"/>
                  <a:pt x="811" y="2610"/>
                </a:cubicBezTo>
                <a:cubicBezTo>
                  <a:pt x="797" y="2612"/>
                  <a:pt x="785" y="2616"/>
                  <a:pt x="780" y="2618"/>
                </a:cubicBezTo>
                <a:cubicBezTo>
                  <a:pt x="780" y="2618"/>
                  <a:pt x="779" y="2618"/>
                  <a:pt x="779" y="2618"/>
                </a:cubicBezTo>
                <a:lnTo>
                  <a:pt x="72" y="2932"/>
                </a:lnTo>
                <a:cubicBezTo>
                  <a:pt x="28" y="2951"/>
                  <a:pt x="0" y="2994"/>
                  <a:pt x="0" y="3042"/>
                </a:cubicBezTo>
                <a:lnTo>
                  <a:pt x="0" y="5060"/>
                </a:lnTo>
                <a:cubicBezTo>
                  <a:pt x="0" y="5105"/>
                  <a:pt x="24" y="5145"/>
                  <a:pt x="63" y="5166"/>
                </a:cubicBezTo>
                <a:lnTo>
                  <a:pt x="772" y="5555"/>
                </a:lnTo>
                <a:cubicBezTo>
                  <a:pt x="772" y="5555"/>
                  <a:pt x="790" y="5566"/>
                  <a:pt x="813" y="5568"/>
                </a:cubicBezTo>
                <a:cubicBezTo>
                  <a:pt x="833" y="5571"/>
                  <a:pt x="847" y="5568"/>
                  <a:pt x="847" y="5568"/>
                </a:cubicBezTo>
                <a:lnTo>
                  <a:pt x="1231" y="5513"/>
                </a:lnTo>
                <a:lnTo>
                  <a:pt x="1231" y="5735"/>
                </a:lnTo>
                <a:cubicBezTo>
                  <a:pt x="1231" y="5779"/>
                  <a:pt x="1255" y="5820"/>
                  <a:pt x="1294" y="5841"/>
                </a:cubicBezTo>
                <a:lnTo>
                  <a:pt x="3386" y="6987"/>
                </a:lnTo>
                <a:cubicBezTo>
                  <a:pt x="3386" y="6987"/>
                  <a:pt x="3409" y="7001"/>
                  <a:pt x="3440" y="7002"/>
                </a:cubicBezTo>
                <a:cubicBezTo>
                  <a:pt x="3463" y="7004"/>
                  <a:pt x="3486" y="6995"/>
                  <a:pt x="3486" y="6995"/>
                </a:cubicBezTo>
                <a:lnTo>
                  <a:pt x="3486" y="6994"/>
                </a:lnTo>
                <a:lnTo>
                  <a:pt x="3486" y="6994"/>
                </a:lnTo>
                <a:lnTo>
                  <a:pt x="6420" y="5879"/>
                </a:lnTo>
                <a:lnTo>
                  <a:pt x="7592" y="5433"/>
                </a:lnTo>
                <a:cubicBezTo>
                  <a:pt x="7639" y="5416"/>
                  <a:pt x="7670" y="5371"/>
                  <a:pt x="7670" y="5321"/>
                </a:cubicBezTo>
                <a:lnTo>
                  <a:pt x="7670" y="2832"/>
                </a:lnTo>
                <a:cubicBezTo>
                  <a:pt x="7671" y="2779"/>
                  <a:pt x="7636" y="2732"/>
                  <a:pt x="7585" y="2716"/>
                </a:cubicBezTo>
                <a:close/>
                <a:moveTo>
                  <a:pt x="337" y="4559"/>
                </a:moveTo>
                <a:cubicBezTo>
                  <a:pt x="337" y="4571"/>
                  <a:pt x="331" y="4583"/>
                  <a:pt x="321" y="4591"/>
                </a:cubicBezTo>
                <a:cubicBezTo>
                  <a:pt x="313" y="4596"/>
                  <a:pt x="305" y="4599"/>
                  <a:pt x="296" y="4599"/>
                </a:cubicBezTo>
                <a:cubicBezTo>
                  <a:pt x="293" y="4599"/>
                  <a:pt x="289" y="4598"/>
                  <a:pt x="286" y="4597"/>
                </a:cubicBezTo>
                <a:lnTo>
                  <a:pt x="151" y="4560"/>
                </a:lnTo>
                <a:cubicBezTo>
                  <a:pt x="134" y="4555"/>
                  <a:pt x="122" y="4539"/>
                  <a:pt x="122" y="4521"/>
                </a:cubicBezTo>
                <a:lnTo>
                  <a:pt x="122" y="4147"/>
                </a:lnTo>
                <a:cubicBezTo>
                  <a:pt x="122" y="4136"/>
                  <a:pt x="126" y="4125"/>
                  <a:pt x="135" y="4117"/>
                </a:cubicBezTo>
                <a:cubicBezTo>
                  <a:pt x="143" y="4109"/>
                  <a:pt x="155" y="4106"/>
                  <a:pt x="166" y="4107"/>
                </a:cubicBezTo>
                <a:lnTo>
                  <a:pt x="300" y="4120"/>
                </a:lnTo>
                <a:cubicBezTo>
                  <a:pt x="321" y="4122"/>
                  <a:pt x="336" y="4139"/>
                  <a:pt x="336" y="4160"/>
                </a:cubicBezTo>
                <a:lnTo>
                  <a:pt x="336" y="4559"/>
                </a:lnTo>
                <a:lnTo>
                  <a:pt x="337" y="4559"/>
                </a:lnTo>
                <a:close/>
                <a:moveTo>
                  <a:pt x="337" y="3761"/>
                </a:moveTo>
                <a:cubicBezTo>
                  <a:pt x="337" y="3782"/>
                  <a:pt x="321" y="3800"/>
                  <a:pt x="300" y="3802"/>
                </a:cubicBezTo>
                <a:lnTo>
                  <a:pt x="165" y="3813"/>
                </a:lnTo>
                <a:lnTo>
                  <a:pt x="162" y="3813"/>
                </a:lnTo>
                <a:cubicBezTo>
                  <a:pt x="152" y="3813"/>
                  <a:pt x="142" y="3809"/>
                  <a:pt x="135" y="3802"/>
                </a:cubicBezTo>
                <a:cubicBezTo>
                  <a:pt x="126" y="3795"/>
                  <a:pt x="122" y="3784"/>
                  <a:pt x="122" y="3773"/>
                </a:cubicBezTo>
                <a:lnTo>
                  <a:pt x="122" y="3398"/>
                </a:lnTo>
                <a:cubicBezTo>
                  <a:pt x="122" y="3380"/>
                  <a:pt x="134" y="3364"/>
                  <a:pt x="152" y="3359"/>
                </a:cubicBezTo>
                <a:lnTo>
                  <a:pt x="286" y="3324"/>
                </a:lnTo>
                <a:cubicBezTo>
                  <a:pt x="298" y="3321"/>
                  <a:pt x="311" y="3323"/>
                  <a:pt x="321" y="3331"/>
                </a:cubicBezTo>
                <a:cubicBezTo>
                  <a:pt x="331" y="3339"/>
                  <a:pt x="337" y="3350"/>
                  <a:pt x="337" y="3363"/>
                </a:cubicBezTo>
                <a:lnTo>
                  <a:pt x="337" y="3761"/>
                </a:lnTo>
                <a:lnTo>
                  <a:pt x="337" y="3761"/>
                </a:lnTo>
                <a:close/>
                <a:moveTo>
                  <a:pt x="729" y="4668"/>
                </a:moveTo>
                <a:cubicBezTo>
                  <a:pt x="729" y="4680"/>
                  <a:pt x="723" y="4692"/>
                  <a:pt x="714" y="4700"/>
                </a:cubicBezTo>
                <a:cubicBezTo>
                  <a:pt x="706" y="4705"/>
                  <a:pt x="698" y="4708"/>
                  <a:pt x="689" y="4708"/>
                </a:cubicBezTo>
                <a:cubicBezTo>
                  <a:pt x="686" y="4708"/>
                  <a:pt x="682" y="4707"/>
                  <a:pt x="678" y="4706"/>
                </a:cubicBezTo>
                <a:lnTo>
                  <a:pt x="494" y="4655"/>
                </a:lnTo>
                <a:cubicBezTo>
                  <a:pt x="477" y="4651"/>
                  <a:pt x="465" y="4635"/>
                  <a:pt x="465" y="4617"/>
                </a:cubicBezTo>
                <a:lnTo>
                  <a:pt x="465" y="4180"/>
                </a:lnTo>
                <a:cubicBezTo>
                  <a:pt x="465" y="4169"/>
                  <a:pt x="470" y="4158"/>
                  <a:pt x="478" y="4150"/>
                </a:cubicBezTo>
                <a:cubicBezTo>
                  <a:pt x="486" y="4143"/>
                  <a:pt x="498" y="4139"/>
                  <a:pt x="509" y="4140"/>
                </a:cubicBezTo>
                <a:lnTo>
                  <a:pt x="693" y="4158"/>
                </a:lnTo>
                <a:cubicBezTo>
                  <a:pt x="714" y="4160"/>
                  <a:pt x="729" y="4178"/>
                  <a:pt x="729" y="4198"/>
                </a:cubicBezTo>
                <a:lnTo>
                  <a:pt x="729" y="4668"/>
                </a:lnTo>
                <a:lnTo>
                  <a:pt x="729" y="4668"/>
                </a:lnTo>
                <a:close/>
                <a:moveTo>
                  <a:pt x="729" y="3729"/>
                </a:moveTo>
                <a:cubicBezTo>
                  <a:pt x="729" y="3750"/>
                  <a:pt x="713" y="3767"/>
                  <a:pt x="692" y="3769"/>
                </a:cubicBezTo>
                <a:lnTo>
                  <a:pt x="508" y="3784"/>
                </a:lnTo>
                <a:lnTo>
                  <a:pt x="505" y="3784"/>
                </a:lnTo>
                <a:cubicBezTo>
                  <a:pt x="495" y="3784"/>
                  <a:pt x="485" y="3781"/>
                  <a:pt x="478" y="3774"/>
                </a:cubicBezTo>
                <a:cubicBezTo>
                  <a:pt x="469" y="3766"/>
                  <a:pt x="465" y="3756"/>
                  <a:pt x="465" y="3744"/>
                </a:cubicBezTo>
                <a:lnTo>
                  <a:pt x="465" y="3308"/>
                </a:lnTo>
                <a:cubicBezTo>
                  <a:pt x="465" y="3290"/>
                  <a:pt x="477" y="3274"/>
                  <a:pt x="495" y="3269"/>
                </a:cubicBezTo>
                <a:lnTo>
                  <a:pt x="679" y="3221"/>
                </a:lnTo>
                <a:cubicBezTo>
                  <a:pt x="691" y="3217"/>
                  <a:pt x="704" y="3220"/>
                  <a:pt x="714" y="3228"/>
                </a:cubicBezTo>
                <a:cubicBezTo>
                  <a:pt x="723" y="3235"/>
                  <a:pt x="729" y="3247"/>
                  <a:pt x="729" y="3260"/>
                </a:cubicBezTo>
                <a:lnTo>
                  <a:pt x="729" y="3729"/>
                </a:lnTo>
                <a:close/>
                <a:moveTo>
                  <a:pt x="1737" y="4948"/>
                </a:moveTo>
                <a:cubicBezTo>
                  <a:pt x="1737" y="4960"/>
                  <a:pt x="1731" y="4972"/>
                  <a:pt x="1721" y="4980"/>
                </a:cubicBezTo>
                <a:cubicBezTo>
                  <a:pt x="1714" y="4985"/>
                  <a:pt x="1706" y="4988"/>
                  <a:pt x="1697" y="4988"/>
                </a:cubicBezTo>
                <a:cubicBezTo>
                  <a:pt x="1693" y="4988"/>
                  <a:pt x="1690" y="4987"/>
                  <a:pt x="1686" y="4986"/>
                </a:cubicBezTo>
                <a:lnTo>
                  <a:pt x="1449" y="4920"/>
                </a:lnTo>
                <a:cubicBezTo>
                  <a:pt x="1431" y="4916"/>
                  <a:pt x="1419" y="4900"/>
                  <a:pt x="1419" y="4882"/>
                </a:cubicBezTo>
                <a:lnTo>
                  <a:pt x="1419" y="4274"/>
                </a:lnTo>
                <a:cubicBezTo>
                  <a:pt x="1419" y="4262"/>
                  <a:pt x="1424" y="4251"/>
                  <a:pt x="1432" y="4244"/>
                </a:cubicBezTo>
                <a:cubicBezTo>
                  <a:pt x="1441" y="4236"/>
                  <a:pt x="1452" y="4232"/>
                  <a:pt x="1463" y="4233"/>
                </a:cubicBezTo>
                <a:lnTo>
                  <a:pt x="1701" y="4257"/>
                </a:lnTo>
                <a:cubicBezTo>
                  <a:pt x="1721" y="4259"/>
                  <a:pt x="1737" y="4276"/>
                  <a:pt x="1737" y="4297"/>
                </a:cubicBezTo>
                <a:lnTo>
                  <a:pt x="1737" y="4948"/>
                </a:lnTo>
                <a:close/>
                <a:moveTo>
                  <a:pt x="1737" y="3646"/>
                </a:moveTo>
                <a:cubicBezTo>
                  <a:pt x="1737" y="3667"/>
                  <a:pt x="1721" y="3684"/>
                  <a:pt x="1700" y="3686"/>
                </a:cubicBezTo>
                <a:lnTo>
                  <a:pt x="1463" y="3705"/>
                </a:lnTo>
                <a:cubicBezTo>
                  <a:pt x="1462" y="3706"/>
                  <a:pt x="1461" y="3706"/>
                  <a:pt x="1459" y="3706"/>
                </a:cubicBezTo>
                <a:cubicBezTo>
                  <a:pt x="1449" y="3706"/>
                  <a:pt x="1440" y="3702"/>
                  <a:pt x="1432" y="3695"/>
                </a:cubicBezTo>
                <a:cubicBezTo>
                  <a:pt x="1424" y="3687"/>
                  <a:pt x="1419" y="3677"/>
                  <a:pt x="1419" y="3665"/>
                </a:cubicBezTo>
                <a:lnTo>
                  <a:pt x="1419" y="3057"/>
                </a:lnTo>
                <a:cubicBezTo>
                  <a:pt x="1419" y="3039"/>
                  <a:pt x="1432" y="3023"/>
                  <a:pt x="1449" y="3018"/>
                </a:cubicBezTo>
                <a:lnTo>
                  <a:pt x="1687" y="2956"/>
                </a:lnTo>
                <a:cubicBezTo>
                  <a:pt x="1699" y="2953"/>
                  <a:pt x="1712" y="2955"/>
                  <a:pt x="1721" y="2963"/>
                </a:cubicBezTo>
                <a:cubicBezTo>
                  <a:pt x="1731" y="2970"/>
                  <a:pt x="1737" y="2982"/>
                  <a:pt x="1737" y="2995"/>
                </a:cubicBezTo>
                <a:lnTo>
                  <a:pt x="1737" y="3646"/>
                </a:lnTo>
                <a:close/>
                <a:moveTo>
                  <a:pt x="1737" y="2344"/>
                </a:moveTo>
                <a:cubicBezTo>
                  <a:pt x="1737" y="2360"/>
                  <a:pt x="1728" y="2374"/>
                  <a:pt x="1713" y="2381"/>
                </a:cubicBezTo>
                <a:lnTo>
                  <a:pt x="1476" y="2486"/>
                </a:lnTo>
                <a:cubicBezTo>
                  <a:pt x="1471" y="2488"/>
                  <a:pt x="1465" y="2489"/>
                  <a:pt x="1460" y="2489"/>
                </a:cubicBezTo>
                <a:cubicBezTo>
                  <a:pt x="1452" y="2489"/>
                  <a:pt x="1444" y="2487"/>
                  <a:pt x="1437" y="2483"/>
                </a:cubicBezTo>
                <a:cubicBezTo>
                  <a:pt x="1426" y="2475"/>
                  <a:pt x="1419" y="2463"/>
                  <a:pt x="1419" y="2449"/>
                </a:cubicBezTo>
                <a:lnTo>
                  <a:pt x="1419" y="1841"/>
                </a:lnTo>
                <a:cubicBezTo>
                  <a:pt x="1419" y="1827"/>
                  <a:pt x="1426" y="1814"/>
                  <a:pt x="1438" y="1807"/>
                </a:cubicBezTo>
                <a:lnTo>
                  <a:pt x="1676" y="1659"/>
                </a:lnTo>
                <a:cubicBezTo>
                  <a:pt x="1688" y="1651"/>
                  <a:pt x="1704" y="1651"/>
                  <a:pt x="1716" y="1658"/>
                </a:cubicBezTo>
                <a:cubicBezTo>
                  <a:pt x="1729" y="1665"/>
                  <a:pt x="1737" y="1678"/>
                  <a:pt x="1737" y="1693"/>
                </a:cubicBezTo>
                <a:lnTo>
                  <a:pt x="1737" y="2344"/>
                </a:lnTo>
                <a:lnTo>
                  <a:pt x="1737" y="2344"/>
                </a:lnTo>
                <a:close/>
                <a:moveTo>
                  <a:pt x="2329" y="5112"/>
                </a:moveTo>
                <a:cubicBezTo>
                  <a:pt x="2329" y="5124"/>
                  <a:pt x="2323" y="5136"/>
                  <a:pt x="2313" y="5144"/>
                </a:cubicBezTo>
                <a:cubicBezTo>
                  <a:pt x="2306" y="5149"/>
                  <a:pt x="2297" y="5152"/>
                  <a:pt x="2289" y="5152"/>
                </a:cubicBezTo>
                <a:cubicBezTo>
                  <a:pt x="2285" y="5152"/>
                  <a:pt x="2281" y="5152"/>
                  <a:pt x="2278" y="5151"/>
                </a:cubicBezTo>
                <a:lnTo>
                  <a:pt x="1960" y="5062"/>
                </a:lnTo>
                <a:cubicBezTo>
                  <a:pt x="1942" y="5058"/>
                  <a:pt x="1930" y="5042"/>
                  <a:pt x="1930" y="5024"/>
                </a:cubicBezTo>
                <a:lnTo>
                  <a:pt x="1930" y="4323"/>
                </a:lnTo>
                <a:cubicBezTo>
                  <a:pt x="1930" y="4312"/>
                  <a:pt x="1935" y="4301"/>
                  <a:pt x="1943" y="4293"/>
                </a:cubicBezTo>
                <a:cubicBezTo>
                  <a:pt x="1952" y="4286"/>
                  <a:pt x="1963" y="4282"/>
                  <a:pt x="1974" y="4283"/>
                </a:cubicBezTo>
                <a:lnTo>
                  <a:pt x="2292" y="4314"/>
                </a:lnTo>
                <a:cubicBezTo>
                  <a:pt x="2313" y="4316"/>
                  <a:pt x="2329" y="4334"/>
                  <a:pt x="2329" y="4354"/>
                </a:cubicBezTo>
                <a:lnTo>
                  <a:pt x="2329" y="5112"/>
                </a:lnTo>
                <a:close/>
                <a:moveTo>
                  <a:pt x="2329" y="3597"/>
                </a:moveTo>
                <a:cubicBezTo>
                  <a:pt x="2329" y="3618"/>
                  <a:pt x="2313" y="3635"/>
                  <a:pt x="2292" y="3637"/>
                </a:cubicBezTo>
                <a:lnTo>
                  <a:pt x="1974" y="3663"/>
                </a:lnTo>
                <a:cubicBezTo>
                  <a:pt x="1973" y="3663"/>
                  <a:pt x="1971" y="3664"/>
                  <a:pt x="1970" y="3664"/>
                </a:cubicBezTo>
                <a:cubicBezTo>
                  <a:pt x="1960" y="3664"/>
                  <a:pt x="1951" y="3660"/>
                  <a:pt x="1943" y="3653"/>
                </a:cubicBezTo>
                <a:cubicBezTo>
                  <a:pt x="1935" y="3645"/>
                  <a:pt x="1930" y="3634"/>
                  <a:pt x="1930" y="3623"/>
                </a:cubicBezTo>
                <a:lnTo>
                  <a:pt x="1930" y="2923"/>
                </a:lnTo>
                <a:cubicBezTo>
                  <a:pt x="1930" y="2905"/>
                  <a:pt x="1942" y="2889"/>
                  <a:pt x="1960" y="2884"/>
                </a:cubicBezTo>
                <a:lnTo>
                  <a:pt x="2278" y="2800"/>
                </a:lnTo>
                <a:cubicBezTo>
                  <a:pt x="2290" y="2797"/>
                  <a:pt x="2303" y="2800"/>
                  <a:pt x="2313" y="2807"/>
                </a:cubicBezTo>
                <a:cubicBezTo>
                  <a:pt x="2323" y="2815"/>
                  <a:pt x="2329" y="2827"/>
                  <a:pt x="2329" y="2839"/>
                </a:cubicBezTo>
                <a:lnTo>
                  <a:pt x="2329" y="3597"/>
                </a:lnTo>
                <a:lnTo>
                  <a:pt x="2329" y="3597"/>
                </a:lnTo>
                <a:close/>
                <a:moveTo>
                  <a:pt x="2329" y="2082"/>
                </a:moveTo>
                <a:cubicBezTo>
                  <a:pt x="2329" y="2098"/>
                  <a:pt x="2319" y="2112"/>
                  <a:pt x="2305" y="2119"/>
                </a:cubicBezTo>
                <a:lnTo>
                  <a:pt x="1987" y="2260"/>
                </a:lnTo>
                <a:cubicBezTo>
                  <a:pt x="1982" y="2262"/>
                  <a:pt x="1976" y="2263"/>
                  <a:pt x="1970" y="2263"/>
                </a:cubicBezTo>
                <a:cubicBezTo>
                  <a:pt x="1963" y="2263"/>
                  <a:pt x="1955" y="2261"/>
                  <a:pt x="1949" y="2257"/>
                </a:cubicBezTo>
                <a:cubicBezTo>
                  <a:pt x="1937" y="2249"/>
                  <a:pt x="1930" y="2236"/>
                  <a:pt x="1930" y="2223"/>
                </a:cubicBezTo>
                <a:lnTo>
                  <a:pt x="1930" y="1523"/>
                </a:lnTo>
                <a:cubicBezTo>
                  <a:pt x="1930" y="1509"/>
                  <a:pt x="1938" y="1496"/>
                  <a:pt x="1949" y="1489"/>
                </a:cubicBezTo>
                <a:lnTo>
                  <a:pt x="2267" y="1290"/>
                </a:lnTo>
                <a:cubicBezTo>
                  <a:pt x="2280" y="1282"/>
                  <a:pt x="2295" y="1282"/>
                  <a:pt x="2308" y="1289"/>
                </a:cubicBezTo>
                <a:cubicBezTo>
                  <a:pt x="2321" y="1296"/>
                  <a:pt x="2329" y="1310"/>
                  <a:pt x="2329" y="1324"/>
                </a:cubicBezTo>
                <a:lnTo>
                  <a:pt x="2329" y="2082"/>
                </a:lnTo>
                <a:lnTo>
                  <a:pt x="2329" y="2082"/>
                </a:lnTo>
                <a:close/>
                <a:moveTo>
                  <a:pt x="3152" y="5341"/>
                </a:moveTo>
                <a:cubicBezTo>
                  <a:pt x="3152" y="5352"/>
                  <a:pt x="3147" y="5364"/>
                  <a:pt x="3139" y="5372"/>
                </a:cubicBezTo>
                <a:cubicBezTo>
                  <a:pt x="3124" y="5387"/>
                  <a:pt x="3104" y="5387"/>
                  <a:pt x="3098" y="5387"/>
                </a:cubicBezTo>
                <a:lnTo>
                  <a:pt x="3097" y="5387"/>
                </a:lnTo>
                <a:cubicBezTo>
                  <a:pt x="3018" y="5387"/>
                  <a:pt x="2710" y="5276"/>
                  <a:pt x="2650" y="5254"/>
                </a:cubicBezTo>
                <a:cubicBezTo>
                  <a:pt x="2634" y="5248"/>
                  <a:pt x="2623" y="5233"/>
                  <a:pt x="2623" y="5216"/>
                </a:cubicBezTo>
                <a:lnTo>
                  <a:pt x="2623" y="4391"/>
                </a:lnTo>
                <a:cubicBezTo>
                  <a:pt x="2623" y="4380"/>
                  <a:pt x="2628" y="4369"/>
                  <a:pt x="2636" y="4361"/>
                </a:cubicBezTo>
                <a:cubicBezTo>
                  <a:pt x="2645" y="4354"/>
                  <a:pt x="2656" y="4350"/>
                  <a:pt x="2667" y="4351"/>
                </a:cubicBezTo>
                <a:lnTo>
                  <a:pt x="3115" y="4395"/>
                </a:lnTo>
                <a:cubicBezTo>
                  <a:pt x="3136" y="4397"/>
                  <a:pt x="3152" y="4414"/>
                  <a:pt x="3152" y="4435"/>
                </a:cubicBezTo>
                <a:cubicBezTo>
                  <a:pt x="3152" y="4444"/>
                  <a:pt x="3152" y="5302"/>
                  <a:pt x="3152" y="5341"/>
                </a:cubicBezTo>
                <a:close/>
                <a:moveTo>
                  <a:pt x="3152" y="3529"/>
                </a:moveTo>
                <a:cubicBezTo>
                  <a:pt x="3152" y="3550"/>
                  <a:pt x="3136" y="3567"/>
                  <a:pt x="3115" y="3569"/>
                </a:cubicBezTo>
                <a:lnTo>
                  <a:pt x="2667" y="3606"/>
                </a:lnTo>
                <a:cubicBezTo>
                  <a:pt x="2665" y="3606"/>
                  <a:pt x="2664" y="3606"/>
                  <a:pt x="2663" y="3606"/>
                </a:cubicBezTo>
                <a:cubicBezTo>
                  <a:pt x="2653" y="3606"/>
                  <a:pt x="2643" y="3602"/>
                  <a:pt x="2636" y="3595"/>
                </a:cubicBezTo>
                <a:cubicBezTo>
                  <a:pt x="2628" y="3588"/>
                  <a:pt x="2623" y="3577"/>
                  <a:pt x="2623" y="3566"/>
                </a:cubicBezTo>
                <a:lnTo>
                  <a:pt x="2623" y="2741"/>
                </a:lnTo>
                <a:cubicBezTo>
                  <a:pt x="2623" y="2722"/>
                  <a:pt x="2635" y="2706"/>
                  <a:pt x="2653" y="2702"/>
                </a:cubicBezTo>
                <a:lnTo>
                  <a:pt x="3101" y="2584"/>
                </a:lnTo>
                <a:cubicBezTo>
                  <a:pt x="3113" y="2581"/>
                  <a:pt x="3126" y="2583"/>
                  <a:pt x="3136" y="2591"/>
                </a:cubicBezTo>
                <a:cubicBezTo>
                  <a:pt x="3146" y="2599"/>
                  <a:pt x="3152" y="2610"/>
                  <a:pt x="3152" y="2623"/>
                </a:cubicBezTo>
                <a:lnTo>
                  <a:pt x="3152" y="3529"/>
                </a:lnTo>
                <a:lnTo>
                  <a:pt x="3152" y="3529"/>
                </a:lnTo>
                <a:close/>
                <a:moveTo>
                  <a:pt x="3152" y="1717"/>
                </a:moveTo>
                <a:cubicBezTo>
                  <a:pt x="3152" y="1733"/>
                  <a:pt x="3142" y="1748"/>
                  <a:pt x="3128" y="1754"/>
                </a:cubicBezTo>
                <a:lnTo>
                  <a:pt x="2680" y="1953"/>
                </a:lnTo>
                <a:cubicBezTo>
                  <a:pt x="2674" y="1955"/>
                  <a:pt x="2669" y="1956"/>
                  <a:pt x="2663" y="1956"/>
                </a:cubicBezTo>
                <a:cubicBezTo>
                  <a:pt x="2656" y="1956"/>
                  <a:pt x="2648" y="1954"/>
                  <a:pt x="2641" y="1950"/>
                </a:cubicBezTo>
                <a:cubicBezTo>
                  <a:pt x="2630" y="1942"/>
                  <a:pt x="2623" y="1930"/>
                  <a:pt x="2623" y="1916"/>
                </a:cubicBezTo>
                <a:lnTo>
                  <a:pt x="2623" y="1091"/>
                </a:lnTo>
                <a:cubicBezTo>
                  <a:pt x="2623" y="1077"/>
                  <a:pt x="2630" y="1064"/>
                  <a:pt x="2642" y="1057"/>
                </a:cubicBezTo>
                <a:lnTo>
                  <a:pt x="3090" y="777"/>
                </a:lnTo>
                <a:cubicBezTo>
                  <a:pt x="3103" y="769"/>
                  <a:pt x="3118" y="769"/>
                  <a:pt x="3131" y="776"/>
                </a:cubicBezTo>
                <a:cubicBezTo>
                  <a:pt x="3144" y="783"/>
                  <a:pt x="3152" y="797"/>
                  <a:pt x="3152" y="811"/>
                </a:cubicBezTo>
                <a:lnTo>
                  <a:pt x="3152" y="1717"/>
                </a:lnTo>
                <a:lnTo>
                  <a:pt x="3152" y="1717"/>
                </a:lnTo>
                <a:close/>
                <a:moveTo>
                  <a:pt x="4934" y="1266"/>
                </a:moveTo>
                <a:cubicBezTo>
                  <a:pt x="4934" y="1252"/>
                  <a:pt x="4941" y="1240"/>
                  <a:pt x="4952" y="1232"/>
                </a:cubicBezTo>
                <a:cubicBezTo>
                  <a:pt x="4963" y="1225"/>
                  <a:pt x="4978" y="1224"/>
                  <a:pt x="4990" y="1229"/>
                </a:cubicBezTo>
                <a:lnTo>
                  <a:pt x="5469" y="1436"/>
                </a:lnTo>
                <a:cubicBezTo>
                  <a:pt x="5483" y="1442"/>
                  <a:pt x="5493" y="1457"/>
                  <a:pt x="5493" y="1473"/>
                </a:cubicBezTo>
                <a:lnTo>
                  <a:pt x="5493" y="2187"/>
                </a:lnTo>
                <a:cubicBezTo>
                  <a:pt x="5493" y="2200"/>
                  <a:pt x="5487" y="2212"/>
                  <a:pt x="5477" y="2220"/>
                </a:cubicBezTo>
                <a:cubicBezTo>
                  <a:pt x="5470" y="2225"/>
                  <a:pt x="5461" y="2228"/>
                  <a:pt x="5453" y="2228"/>
                </a:cubicBezTo>
                <a:cubicBezTo>
                  <a:pt x="5449" y="2228"/>
                  <a:pt x="5445" y="2227"/>
                  <a:pt x="5441" y="2226"/>
                </a:cubicBezTo>
                <a:lnTo>
                  <a:pt x="4963" y="2079"/>
                </a:lnTo>
                <a:cubicBezTo>
                  <a:pt x="4946" y="2074"/>
                  <a:pt x="4934" y="2058"/>
                  <a:pt x="4934" y="2040"/>
                </a:cubicBezTo>
                <a:lnTo>
                  <a:pt x="4934" y="1266"/>
                </a:lnTo>
                <a:lnTo>
                  <a:pt x="4934" y="1266"/>
                </a:lnTo>
                <a:close/>
                <a:moveTo>
                  <a:pt x="4934" y="2815"/>
                </a:moveTo>
                <a:cubicBezTo>
                  <a:pt x="4934" y="2803"/>
                  <a:pt x="4939" y="2791"/>
                  <a:pt x="4948" y="2784"/>
                </a:cubicBezTo>
                <a:cubicBezTo>
                  <a:pt x="4958" y="2776"/>
                  <a:pt x="4970" y="2773"/>
                  <a:pt x="4981" y="2775"/>
                </a:cubicBezTo>
                <a:lnTo>
                  <a:pt x="5460" y="2862"/>
                </a:lnTo>
                <a:cubicBezTo>
                  <a:pt x="5479" y="2866"/>
                  <a:pt x="5493" y="2882"/>
                  <a:pt x="5493" y="2902"/>
                </a:cubicBezTo>
                <a:lnTo>
                  <a:pt x="5493" y="3623"/>
                </a:lnTo>
                <a:cubicBezTo>
                  <a:pt x="5493" y="3634"/>
                  <a:pt x="5488" y="3645"/>
                  <a:pt x="5480" y="3653"/>
                </a:cubicBezTo>
                <a:cubicBezTo>
                  <a:pt x="5473" y="3660"/>
                  <a:pt x="5463" y="3664"/>
                  <a:pt x="5453" y="3664"/>
                </a:cubicBezTo>
                <a:cubicBezTo>
                  <a:pt x="5452" y="3664"/>
                  <a:pt x="5451" y="3663"/>
                  <a:pt x="5450" y="3663"/>
                </a:cubicBezTo>
                <a:lnTo>
                  <a:pt x="4971" y="3629"/>
                </a:lnTo>
                <a:cubicBezTo>
                  <a:pt x="4950" y="3628"/>
                  <a:pt x="4934" y="3610"/>
                  <a:pt x="4934" y="3589"/>
                </a:cubicBezTo>
                <a:lnTo>
                  <a:pt x="4934" y="2815"/>
                </a:lnTo>
                <a:close/>
                <a:moveTo>
                  <a:pt x="3688" y="727"/>
                </a:moveTo>
                <a:cubicBezTo>
                  <a:pt x="3688" y="714"/>
                  <a:pt x="3695" y="701"/>
                  <a:pt x="3706" y="694"/>
                </a:cubicBezTo>
                <a:cubicBezTo>
                  <a:pt x="3718" y="686"/>
                  <a:pt x="3732" y="685"/>
                  <a:pt x="3744" y="690"/>
                </a:cubicBezTo>
                <a:lnTo>
                  <a:pt x="4424" y="984"/>
                </a:lnTo>
                <a:cubicBezTo>
                  <a:pt x="4439" y="991"/>
                  <a:pt x="4449" y="1005"/>
                  <a:pt x="4449" y="1021"/>
                </a:cubicBezTo>
                <a:lnTo>
                  <a:pt x="4449" y="1867"/>
                </a:lnTo>
                <a:cubicBezTo>
                  <a:pt x="4449" y="1879"/>
                  <a:pt x="4442" y="1891"/>
                  <a:pt x="4432" y="1899"/>
                </a:cubicBezTo>
                <a:cubicBezTo>
                  <a:pt x="4425" y="1904"/>
                  <a:pt x="4417" y="1907"/>
                  <a:pt x="4408" y="1907"/>
                </a:cubicBezTo>
                <a:cubicBezTo>
                  <a:pt x="4404" y="1907"/>
                  <a:pt x="4400" y="1906"/>
                  <a:pt x="4396" y="1905"/>
                </a:cubicBezTo>
                <a:lnTo>
                  <a:pt x="3717" y="1696"/>
                </a:lnTo>
                <a:cubicBezTo>
                  <a:pt x="3700" y="1691"/>
                  <a:pt x="3688" y="1675"/>
                  <a:pt x="3688" y="1658"/>
                </a:cubicBezTo>
                <a:lnTo>
                  <a:pt x="3688" y="727"/>
                </a:lnTo>
                <a:lnTo>
                  <a:pt x="3688" y="727"/>
                </a:lnTo>
                <a:close/>
                <a:moveTo>
                  <a:pt x="3688" y="3518"/>
                </a:moveTo>
                <a:lnTo>
                  <a:pt x="3688" y="2588"/>
                </a:lnTo>
                <a:cubicBezTo>
                  <a:pt x="3688" y="2576"/>
                  <a:pt x="3694" y="2564"/>
                  <a:pt x="3703" y="2557"/>
                </a:cubicBezTo>
                <a:cubicBezTo>
                  <a:pt x="3712" y="2549"/>
                  <a:pt x="3724" y="2546"/>
                  <a:pt x="3736" y="2548"/>
                </a:cubicBezTo>
                <a:lnTo>
                  <a:pt x="4415" y="2672"/>
                </a:lnTo>
                <a:cubicBezTo>
                  <a:pt x="4434" y="2676"/>
                  <a:pt x="4448" y="2692"/>
                  <a:pt x="4448" y="2712"/>
                </a:cubicBezTo>
                <a:lnTo>
                  <a:pt x="4448" y="3557"/>
                </a:lnTo>
                <a:cubicBezTo>
                  <a:pt x="4448" y="3568"/>
                  <a:pt x="4444" y="3579"/>
                  <a:pt x="4436" y="3586"/>
                </a:cubicBezTo>
                <a:cubicBezTo>
                  <a:pt x="4428" y="3593"/>
                  <a:pt x="4418" y="3597"/>
                  <a:pt x="4408" y="3597"/>
                </a:cubicBezTo>
                <a:cubicBezTo>
                  <a:pt x="4407" y="3597"/>
                  <a:pt x="4407" y="3597"/>
                  <a:pt x="4406" y="3597"/>
                </a:cubicBezTo>
                <a:lnTo>
                  <a:pt x="3726" y="3558"/>
                </a:lnTo>
                <a:cubicBezTo>
                  <a:pt x="3705" y="3557"/>
                  <a:pt x="3688" y="3539"/>
                  <a:pt x="3688" y="3518"/>
                </a:cubicBezTo>
                <a:close/>
                <a:moveTo>
                  <a:pt x="5014" y="6300"/>
                </a:moveTo>
                <a:cubicBezTo>
                  <a:pt x="5014" y="6317"/>
                  <a:pt x="5004" y="6331"/>
                  <a:pt x="4989" y="6338"/>
                </a:cubicBezTo>
                <a:lnTo>
                  <a:pt x="4099" y="6676"/>
                </a:lnTo>
                <a:cubicBezTo>
                  <a:pt x="4094" y="6677"/>
                  <a:pt x="4089" y="6678"/>
                  <a:pt x="4085" y="6678"/>
                </a:cubicBezTo>
                <a:cubicBezTo>
                  <a:pt x="4077" y="6678"/>
                  <a:pt x="4069" y="6676"/>
                  <a:pt x="4062" y="6671"/>
                </a:cubicBezTo>
                <a:cubicBezTo>
                  <a:pt x="4051" y="6664"/>
                  <a:pt x="4045" y="6651"/>
                  <a:pt x="4045" y="6638"/>
                </a:cubicBezTo>
                <a:lnTo>
                  <a:pt x="4045" y="4424"/>
                </a:lnTo>
                <a:cubicBezTo>
                  <a:pt x="4045" y="4403"/>
                  <a:pt x="4061" y="4385"/>
                  <a:pt x="4082" y="4384"/>
                </a:cubicBezTo>
                <a:lnTo>
                  <a:pt x="4972" y="4323"/>
                </a:lnTo>
                <a:cubicBezTo>
                  <a:pt x="4983" y="4323"/>
                  <a:pt x="4994" y="4327"/>
                  <a:pt x="5002" y="4334"/>
                </a:cubicBezTo>
                <a:cubicBezTo>
                  <a:pt x="5010" y="4342"/>
                  <a:pt x="5015" y="4352"/>
                  <a:pt x="5015" y="4364"/>
                </a:cubicBezTo>
                <a:lnTo>
                  <a:pt x="5015" y="6300"/>
                </a:lnTo>
                <a:lnTo>
                  <a:pt x="5014" y="6300"/>
                </a:lnTo>
                <a:close/>
                <a:moveTo>
                  <a:pt x="6087" y="5892"/>
                </a:moveTo>
                <a:cubicBezTo>
                  <a:pt x="6087" y="5909"/>
                  <a:pt x="6076" y="5924"/>
                  <a:pt x="6061" y="5930"/>
                </a:cubicBezTo>
                <a:lnTo>
                  <a:pt x="5467" y="6156"/>
                </a:lnTo>
                <a:cubicBezTo>
                  <a:pt x="5462" y="6157"/>
                  <a:pt x="5458" y="6158"/>
                  <a:pt x="5453" y="6158"/>
                </a:cubicBezTo>
                <a:cubicBezTo>
                  <a:pt x="5445" y="6158"/>
                  <a:pt x="5437" y="6156"/>
                  <a:pt x="5430" y="6151"/>
                </a:cubicBezTo>
                <a:cubicBezTo>
                  <a:pt x="5419" y="6144"/>
                  <a:pt x="5413" y="6131"/>
                  <a:pt x="5413" y="6118"/>
                </a:cubicBezTo>
                <a:lnTo>
                  <a:pt x="5413" y="4331"/>
                </a:lnTo>
                <a:cubicBezTo>
                  <a:pt x="5413" y="4310"/>
                  <a:pt x="5429" y="4293"/>
                  <a:pt x="5450" y="4291"/>
                </a:cubicBezTo>
                <a:lnTo>
                  <a:pt x="6044" y="4251"/>
                </a:lnTo>
                <a:cubicBezTo>
                  <a:pt x="6055" y="4250"/>
                  <a:pt x="6066" y="4254"/>
                  <a:pt x="6074" y="4262"/>
                </a:cubicBezTo>
                <a:cubicBezTo>
                  <a:pt x="6082" y="4269"/>
                  <a:pt x="6087" y="4280"/>
                  <a:pt x="6087" y="4291"/>
                </a:cubicBezTo>
                <a:lnTo>
                  <a:pt x="6087" y="5892"/>
                </a:lnTo>
                <a:close/>
                <a:moveTo>
                  <a:pt x="6258" y="3660"/>
                </a:moveTo>
                <a:cubicBezTo>
                  <a:pt x="6258" y="3671"/>
                  <a:pt x="6253" y="3682"/>
                  <a:pt x="6245" y="3690"/>
                </a:cubicBezTo>
                <a:cubicBezTo>
                  <a:pt x="6238" y="3697"/>
                  <a:pt x="6228" y="3701"/>
                  <a:pt x="6218" y="3701"/>
                </a:cubicBezTo>
                <a:lnTo>
                  <a:pt x="6215" y="3701"/>
                </a:lnTo>
                <a:lnTo>
                  <a:pt x="5860" y="3680"/>
                </a:lnTo>
                <a:cubicBezTo>
                  <a:pt x="5839" y="3679"/>
                  <a:pt x="5822" y="3662"/>
                  <a:pt x="5822" y="3640"/>
                </a:cubicBezTo>
                <a:lnTo>
                  <a:pt x="5822" y="2977"/>
                </a:lnTo>
                <a:cubicBezTo>
                  <a:pt x="5822" y="2965"/>
                  <a:pt x="5828" y="2953"/>
                  <a:pt x="5837" y="2946"/>
                </a:cubicBezTo>
                <a:cubicBezTo>
                  <a:pt x="5846" y="2938"/>
                  <a:pt x="5858" y="2935"/>
                  <a:pt x="5870" y="2937"/>
                </a:cubicBezTo>
                <a:lnTo>
                  <a:pt x="6225" y="3002"/>
                </a:lnTo>
                <a:cubicBezTo>
                  <a:pt x="6244" y="3005"/>
                  <a:pt x="6258" y="3022"/>
                  <a:pt x="6258" y="3041"/>
                </a:cubicBezTo>
                <a:lnTo>
                  <a:pt x="6258" y="3660"/>
                </a:lnTo>
                <a:lnTo>
                  <a:pt x="6258" y="3660"/>
                </a:lnTo>
                <a:close/>
                <a:moveTo>
                  <a:pt x="6258" y="2422"/>
                </a:moveTo>
                <a:cubicBezTo>
                  <a:pt x="6258" y="2435"/>
                  <a:pt x="6252" y="2447"/>
                  <a:pt x="6242" y="2455"/>
                </a:cubicBezTo>
                <a:cubicBezTo>
                  <a:pt x="6235" y="2460"/>
                  <a:pt x="6226" y="2463"/>
                  <a:pt x="6218" y="2463"/>
                </a:cubicBezTo>
                <a:cubicBezTo>
                  <a:pt x="6214" y="2463"/>
                  <a:pt x="6210" y="2462"/>
                  <a:pt x="6206" y="2461"/>
                </a:cubicBezTo>
                <a:lnTo>
                  <a:pt x="5851" y="2352"/>
                </a:lnTo>
                <a:cubicBezTo>
                  <a:pt x="5834" y="2346"/>
                  <a:pt x="5823" y="2331"/>
                  <a:pt x="5823" y="2313"/>
                </a:cubicBezTo>
                <a:lnTo>
                  <a:pt x="5823" y="1650"/>
                </a:lnTo>
                <a:cubicBezTo>
                  <a:pt x="5823" y="1636"/>
                  <a:pt x="5829" y="1624"/>
                  <a:pt x="5841" y="1616"/>
                </a:cubicBezTo>
                <a:cubicBezTo>
                  <a:pt x="5852" y="1609"/>
                  <a:pt x="5866" y="1608"/>
                  <a:pt x="5879" y="1613"/>
                </a:cubicBezTo>
                <a:lnTo>
                  <a:pt x="6234" y="1766"/>
                </a:lnTo>
                <a:cubicBezTo>
                  <a:pt x="6249" y="1773"/>
                  <a:pt x="6258" y="1787"/>
                  <a:pt x="6258" y="1803"/>
                </a:cubicBezTo>
                <a:lnTo>
                  <a:pt x="6258" y="2422"/>
                </a:lnTo>
                <a:lnTo>
                  <a:pt x="6258" y="2422"/>
                </a:lnTo>
                <a:close/>
                <a:moveTo>
                  <a:pt x="6968" y="4762"/>
                </a:moveTo>
                <a:cubicBezTo>
                  <a:pt x="6968" y="4781"/>
                  <a:pt x="6954" y="4798"/>
                  <a:pt x="6935" y="4801"/>
                </a:cubicBezTo>
                <a:lnTo>
                  <a:pt x="6677" y="4851"/>
                </a:lnTo>
                <a:cubicBezTo>
                  <a:pt x="6674" y="4852"/>
                  <a:pt x="6672" y="4852"/>
                  <a:pt x="6669" y="4852"/>
                </a:cubicBezTo>
                <a:cubicBezTo>
                  <a:pt x="6660" y="4852"/>
                  <a:pt x="6651" y="4848"/>
                  <a:pt x="6644" y="4842"/>
                </a:cubicBezTo>
                <a:cubicBezTo>
                  <a:pt x="6635" y="4835"/>
                  <a:pt x="6629" y="4824"/>
                  <a:pt x="6629" y="4812"/>
                </a:cubicBezTo>
                <a:lnTo>
                  <a:pt x="6629" y="4249"/>
                </a:lnTo>
                <a:cubicBezTo>
                  <a:pt x="6629" y="4228"/>
                  <a:pt x="6646" y="4210"/>
                  <a:pt x="6667" y="4209"/>
                </a:cubicBezTo>
                <a:lnTo>
                  <a:pt x="6925" y="4191"/>
                </a:lnTo>
                <a:cubicBezTo>
                  <a:pt x="6936" y="4191"/>
                  <a:pt x="6947" y="4195"/>
                  <a:pt x="6955" y="4202"/>
                </a:cubicBezTo>
                <a:cubicBezTo>
                  <a:pt x="6963" y="4210"/>
                  <a:pt x="6968" y="4220"/>
                  <a:pt x="6968" y="4232"/>
                </a:cubicBezTo>
                <a:lnTo>
                  <a:pt x="6968" y="4762"/>
                </a:lnTo>
                <a:lnTo>
                  <a:pt x="6968" y="4762"/>
                </a:lnTo>
                <a:close/>
                <a:moveTo>
                  <a:pt x="6968" y="3701"/>
                </a:moveTo>
                <a:cubicBezTo>
                  <a:pt x="6968" y="3712"/>
                  <a:pt x="6963" y="3723"/>
                  <a:pt x="6955" y="3730"/>
                </a:cubicBezTo>
                <a:cubicBezTo>
                  <a:pt x="6947" y="3737"/>
                  <a:pt x="6938" y="3741"/>
                  <a:pt x="6927" y="3741"/>
                </a:cubicBezTo>
                <a:lnTo>
                  <a:pt x="6925" y="3741"/>
                </a:lnTo>
                <a:lnTo>
                  <a:pt x="6667" y="3726"/>
                </a:lnTo>
                <a:cubicBezTo>
                  <a:pt x="6646" y="3725"/>
                  <a:pt x="6629" y="3708"/>
                  <a:pt x="6629" y="3686"/>
                </a:cubicBezTo>
                <a:lnTo>
                  <a:pt x="6629" y="3124"/>
                </a:lnTo>
                <a:cubicBezTo>
                  <a:pt x="6629" y="3112"/>
                  <a:pt x="6634" y="3101"/>
                  <a:pt x="6644" y="3093"/>
                </a:cubicBezTo>
                <a:cubicBezTo>
                  <a:pt x="6653" y="3085"/>
                  <a:pt x="6665" y="3082"/>
                  <a:pt x="6677" y="3084"/>
                </a:cubicBezTo>
                <a:lnTo>
                  <a:pt x="6934" y="3131"/>
                </a:lnTo>
                <a:cubicBezTo>
                  <a:pt x="6953" y="3135"/>
                  <a:pt x="6967" y="3151"/>
                  <a:pt x="6967" y="3171"/>
                </a:cubicBezTo>
                <a:lnTo>
                  <a:pt x="6967" y="3701"/>
                </a:lnTo>
                <a:lnTo>
                  <a:pt x="6968" y="3701"/>
                </a:lnTo>
                <a:close/>
                <a:moveTo>
                  <a:pt x="7404" y="4678"/>
                </a:moveTo>
                <a:cubicBezTo>
                  <a:pt x="7404" y="4697"/>
                  <a:pt x="7390" y="4714"/>
                  <a:pt x="7371" y="4717"/>
                </a:cubicBezTo>
                <a:lnTo>
                  <a:pt x="7165" y="4757"/>
                </a:lnTo>
                <a:cubicBezTo>
                  <a:pt x="7162" y="4757"/>
                  <a:pt x="7160" y="4758"/>
                  <a:pt x="7157" y="4758"/>
                </a:cubicBezTo>
                <a:cubicBezTo>
                  <a:pt x="7148" y="4758"/>
                  <a:pt x="7139" y="4754"/>
                  <a:pt x="7132" y="4748"/>
                </a:cubicBezTo>
                <a:cubicBezTo>
                  <a:pt x="7122" y="4741"/>
                  <a:pt x="7117" y="4729"/>
                  <a:pt x="7117" y="4717"/>
                </a:cubicBezTo>
                <a:lnTo>
                  <a:pt x="7117" y="4216"/>
                </a:lnTo>
                <a:cubicBezTo>
                  <a:pt x="7117" y="4195"/>
                  <a:pt x="7134" y="4177"/>
                  <a:pt x="7155" y="4176"/>
                </a:cubicBezTo>
                <a:lnTo>
                  <a:pt x="7361" y="4162"/>
                </a:lnTo>
                <a:cubicBezTo>
                  <a:pt x="7372" y="4161"/>
                  <a:pt x="7383" y="4165"/>
                  <a:pt x="7391" y="4172"/>
                </a:cubicBezTo>
                <a:cubicBezTo>
                  <a:pt x="7399" y="4180"/>
                  <a:pt x="7404" y="4191"/>
                  <a:pt x="7404" y="4202"/>
                </a:cubicBezTo>
                <a:lnTo>
                  <a:pt x="7404" y="4678"/>
                </a:lnTo>
                <a:lnTo>
                  <a:pt x="7404" y="4678"/>
                </a:lnTo>
                <a:close/>
                <a:moveTo>
                  <a:pt x="7404" y="3726"/>
                </a:moveTo>
                <a:cubicBezTo>
                  <a:pt x="7404" y="3737"/>
                  <a:pt x="7399" y="3748"/>
                  <a:pt x="7391" y="3755"/>
                </a:cubicBezTo>
                <a:cubicBezTo>
                  <a:pt x="7384" y="3762"/>
                  <a:pt x="7374" y="3766"/>
                  <a:pt x="7364" y="3766"/>
                </a:cubicBezTo>
                <a:cubicBezTo>
                  <a:pt x="7363" y="3766"/>
                  <a:pt x="7362" y="3766"/>
                  <a:pt x="7361" y="3766"/>
                </a:cubicBezTo>
                <a:lnTo>
                  <a:pt x="7155" y="3754"/>
                </a:lnTo>
                <a:cubicBezTo>
                  <a:pt x="7134" y="3753"/>
                  <a:pt x="7117" y="3736"/>
                  <a:pt x="7117" y="3714"/>
                </a:cubicBezTo>
                <a:lnTo>
                  <a:pt x="7117" y="3219"/>
                </a:lnTo>
                <a:cubicBezTo>
                  <a:pt x="7117" y="3207"/>
                  <a:pt x="7122" y="3196"/>
                  <a:pt x="7131" y="3188"/>
                </a:cubicBezTo>
                <a:cubicBezTo>
                  <a:pt x="7140" y="3181"/>
                  <a:pt x="7152" y="3177"/>
                  <a:pt x="7164" y="3179"/>
                </a:cubicBezTo>
                <a:lnTo>
                  <a:pt x="7370" y="3210"/>
                </a:lnTo>
                <a:cubicBezTo>
                  <a:pt x="7390" y="3213"/>
                  <a:pt x="7404" y="3230"/>
                  <a:pt x="7404" y="3250"/>
                </a:cubicBezTo>
                <a:lnTo>
                  <a:pt x="7404" y="3726"/>
                </a:lnTo>
                <a:lnTo>
                  <a:pt x="7404" y="37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江城圆体 400W"/>
              <a:ea typeface="江城圆体 400W"/>
            </a:endParaRPr>
          </a:p>
        </p:txBody>
      </p:sp>
      <p:sp>
        <p:nvSpPr>
          <p:cNvPr id="168" name="1"/>
          <p:cNvSpPr/>
          <p:nvPr/>
        </p:nvSpPr>
        <p:spPr>
          <a:xfrm>
            <a:off x="833400" y="2503800"/>
            <a:ext cx="415404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121608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文本框 15"/>
          <p:cNvSpPr/>
          <p:nvPr/>
        </p:nvSpPr>
        <p:spPr>
          <a:xfrm>
            <a:off x="759960" y="1791360"/>
            <a:ext cx="4457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1"/>
          <p:cNvSpPr/>
          <p:nvPr/>
        </p:nvSpPr>
        <p:spPr>
          <a:xfrm>
            <a:off x="241920" y="333360"/>
            <a:ext cx="623340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 45"/>
          <p:cNvSpPr/>
          <p:nvPr/>
        </p:nvSpPr>
        <p:spPr>
          <a:xfrm>
            <a:off x="0" y="-36720"/>
            <a:ext cx="12191760" cy="6894360"/>
          </a:xfrm>
          <a:prstGeom prst="rect">
            <a:avLst/>
          </a:pr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10520">
              <a:lnSpc>
                <a:spcPct val="100000"/>
              </a:lnSpc>
            </a:pPr>
            <a:endParaRPr b="0" lang="en-US" sz="43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72" name="椭圆 24"/>
          <p:cNvSpPr/>
          <p:nvPr/>
        </p:nvSpPr>
        <p:spPr>
          <a:xfrm>
            <a:off x="695160" y="-5899320"/>
            <a:ext cx="10801080" cy="10801080"/>
          </a:xfrm>
          <a:prstGeom prst="ellipse">
            <a:avLst/>
          </a:prstGeom>
          <a:gradFill rotWithShape="0">
            <a:gsLst>
              <a:gs pos="74000">
                <a:srgbClr val="009dd9">
                  <a:alpha val="0"/>
                </a:srgbClr>
              </a:gs>
              <a:gs pos="100000">
                <a:srgbClr val="009dd9">
                  <a:alpha val="15000"/>
                </a:srgbClr>
              </a:gs>
            </a:gsLst>
            <a:lin ang="5400000"/>
          </a:gradFill>
          <a:ln w="12700">
            <a:solidFill>
              <a:srgbClr val="009dd9">
                <a:alpha val="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73" name="Text Box 31"/>
          <p:cNvSpPr/>
          <p:nvPr/>
        </p:nvSpPr>
        <p:spPr>
          <a:xfrm>
            <a:off x="1056600" y="3147120"/>
            <a:ext cx="180504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{{content_points[0]}}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文本框 27"/>
          <p:cNvSpPr/>
          <p:nvPr/>
        </p:nvSpPr>
        <p:spPr>
          <a:xfrm>
            <a:off x="3261240" y="2863080"/>
            <a:ext cx="566892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3600" spc="601" strike="noStrike" u="none">
                <a:solidFill>
                  <a:srgbClr val="ffffff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椭圆 28"/>
          <p:cNvSpPr/>
          <p:nvPr/>
        </p:nvSpPr>
        <p:spPr>
          <a:xfrm>
            <a:off x="10173240" y="2913480"/>
            <a:ext cx="118080" cy="118080"/>
          </a:xfrm>
          <a:prstGeom prst="ellipse">
            <a:avLst/>
          </a:prstGeom>
          <a:solidFill>
            <a:srgbClr val="009d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76" name="椭圆 29"/>
          <p:cNvSpPr/>
          <p:nvPr/>
        </p:nvSpPr>
        <p:spPr>
          <a:xfrm>
            <a:off x="8736840" y="4118760"/>
            <a:ext cx="118080" cy="118080"/>
          </a:xfrm>
          <a:prstGeom prst="ellipse">
            <a:avLst/>
          </a:prstGeom>
          <a:solidFill>
            <a:srgbClr val="009d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77" name="椭圆 30"/>
          <p:cNvSpPr/>
          <p:nvPr/>
        </p:nvSpPr>
        <p:spPr>
          <a:xfrm>
            <a:off x="6974280" y="4760280"/>
            <a:ext cx="118080" cy="118080"/>
          </a:xfrm>
          <a:prstGeom prst="ellipse">
            <a:avLst/>
          </a:prstGeom>
          <a:solidFill>
            <a:srgbClr val="009d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78" name="椭圆 31"/>
          <p:cNvSpPr/>
          <p:nvPr/>
        </p:nvSpPr>
        <p:spPr>
          <a:xfrm>
            <a:off x="5099040" y="4760280"/>
            <a:ext cx="118080" cy="118080"/>
          </a:xfrm>
          <a:prstGeom prst="ellipse">
            <a:avLst/>
          </a:prstGeom>
          <a:solidFill>
            <a:srgbClr val="009d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79" name="椭圆 32"/>
          <p:cNvSpPr/>
          <p:nvPr/>
        </p:nvSpPr>
        <p:spPr>
          <a:xfrm>
            <a:off x="3336840" y="4118760"/>
            <a:ext cx="118080" cy="118080"/>
          </a:xfrm>
          <a:prstGeom prst="ellipse">
            <a:avLst/>
          </a:prstGeom>
          <a:solidFill>
            <a:srgbClr val="009d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0" name="椭圆 33"/>
          <p:cNvSpPr/>
          <p:nvPr/>
        </p:nvSpPr>
        <p:spPr>
          <a:xfrm>
            <a:off x="1900080" y="2913480"/>
            <a:ext cx="118080" cy="118080"/>
          </a:xfrm>
          <a:prstGeom prst="ellipse">
            <a:avLst/>
          </a:prstGeom>
          <a:solidFill>
            <a:srgbClr val="009d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520" bIns="3852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1" name="椭圆 34"/>
          <p:cNvSpPr/>
          <p:nvPr/>
        </p:nvSpPr>
        <p:spPr>
          <a:xfrm>
            <a:off x="1869480" y="2882520"/>
            <a:ext cx="179640" cy="179640"/>
          </a:xfrm>
          <a:prstGeom prst="ellipse">
            <a:avLst/>
          </a:prstGeom>
          <a:gradFill rotWithShape="0">
            <a:gsLst>
              <a:gs pos="0">
                <a:srgbClr val="009dd9">
                  <a:alpha val="0"/>
                </a:srgbClr>
              </a:gs>
              <a:gs pos="100000">
                <a:srgbClr val="009dd9">
                  <a:alpha val="56000"/>
                </a:srgbClr>
              </a:gs>
            </a:gsLst>
            <a:path path="circle">
              <a:fillToRect l="50000" t="50000" r="50000" b="50000"/>
            </a:path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2" name="椭圆 35"/>
          <p:cNvSpPr/>
          <p:nvPr/>
        </p:nvSpPr>
        <p:spPr>
          <a:xfrm>
            <a:off x="3305880" y="4088160"/>
            <a:ext cx="179640" cy="179640"/>
          </a:xfrm>
          <a:prstGeom prst="ellipse">
            <a:avLst/>
          </a:prstGeom>
          <a:gradFill rotWithShape="0">
            <a:gsLst>
              <a:gs pos="0">
                <a:srgbClr val="009dd9">
                  <a:alpha val="0"/>
                </a:srgbClr>
              </a:gs>
              <a:gs pos="100000">
                <a:srgbClr val="009dd9">
                  <a:alpha val="56000"/>
                </a:srgbClr>
              </a:gs>
            </a:gsLst>
            <a:path path="circle">
              <a:fillToRect l="50000" t="50000" r="50000" b="50000"/>
            </a:path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3" name="椭圆 36"/>
          <p:cNvSpPr/>
          <p:nvPr/>
        </p:nvSpPr>
        <p:spPr>
          <a:xfrm>
            <a:off x="5068440" y="4729680"/>
            <a:ext cx="179640" cy="179640"/>
          </a:xfrm>
          <a:prstGeom prst="ellipse">
            <a:avLst/>
          </a:prstGeom>
          <a:gradFill rotWithShape="0">
            <a:gsLst>
              <a:gs pos="0">
                <a:srgbClr val="009dd9">
                  <a:alpha val="0"/>
                </a:srgbClr>
              </a:gs>
              <a:gs pos="100000">
                <a:srgbClr val="009dd9">
                  <a:alpha val="56000"/>
                </a:srgbClr>
              </a:gs>
            </a:gsLst>
            <a:path path="circle">
              <a:fillToRect l="50000" t="50000" r="50000" b="50000"/>
            </a:path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4" name="椭圆 37"/>
          <p:cNvSpPr/>
          <p:nvPr/>
        </p:nvSpPr>
        <p:spPr>
          <a:xfrm>
            <a:off x="6943680" y="4729680"/>
            <a:ext cx="179640" cy="179640"/>
          </a:xfrm>
          <a:prstGeom prst="ellipse">
            <a:avLst/>
          </a:prstGeom>
          <a:gradFill rotWithShape="0">
            <a:gsLst>
              <a:gs pos="0">
                <a:srgbClr val="009dd9">
                  <a:alpha val="0"/>
                </a:srgbClr>
              </a:gs>
              <a:gs pos="100000">
                <a:srgbClr val="009dd9">
                  <a:alpha val="56000"/>
                </a:srgbClr>
              </a:gs>
            </a:gsLst>
            <a:path path="circle">
              <a:fillToRect l="50000" t="50000" r="50000" b="50000"/>
            </a:path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5" name="椭圆 38"/>
          <p:cNvSpPr/>
          <p:nvPr/>
        </p:nvSpPr>
        <p:spPr>
          <a:xfrm>
            <a:off x="8705880" y="4088160"/>
            <a:ext cx="179640" cy="179640"/>
          </a:xfrm>
          <a:prstGeom prst="ellipse">
            <a:avLst/>
          </a:prstGeom>
          <a:gradFill rotWithShape="0">
            <a:gsLst>
              <a:gs pos="0">
                <a:srgbClr val="009dd9">
                  <a:alpha val="0"/>
                </a:srgbClr>
              </a:gs>
              <a:gs pos="100000">
                <a:srgbClr val="009dd9">
                  <a:alpha val="56000"/>
                </a:srgbClr>
              </a:gs>
            </a:gsLst>
            <a:path path="circle">
              <a:fillToRect l="50000" t="50000" r="50000" b="50000"/>
            </a:path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6" name="椭圆 39"/>
          <p:cNvSpPr/>
          <p:nvPr/>
        </p:nvSpPr>
        <p:spPr>
          <a:xfrm>
            <a:off x="10142640" y="2882520"/>
            <a:ext cx="179640" cy="179640"/>
          </a:xfrm>
          <a:prstGeom prst="ellipse">
            <a:avLst/>
          </a:prstGeom>
          <a:gradFill rotWithShape="0">
            <a:gsLst>
              <a:gs pos="0">
                <a:srgbClr val="009dd9">
                  <a:alpha val="0"/>
                </a:srgbClr>
              </a:gs>
              <a:gs pos="100000">
                <a:srgbClr val="009dd9">
                  <a:alpha val="56000"/>
                </a:srgbClr>
              </a:gs>
            </a:gsLst>
            <a:path path="circle">
              <a:fillToRect l="50000" t="50000" r="50000" b="50000"/>
            </a:path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2f2f2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87" name="Text Box 31"/>
          <p:cNvSpPr/>
          <p:nvPr/>
        </p:nvSpPr>
        <p:spPr>
          <a:xfrm>
            <a:off x="2522880" y="4354200"/>
            <a:ext cx="174600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{{content_points[1]}}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Box 31"/>
          <p:cNvSpPr/>
          <p:nvPr/>
        </p:nvSpPr>
        <p:spPr>
          <a:xfrm>
            <a:off x="4290120" y="4994280"/>
            <a:ext cx="173628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{{content_points[2]}}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Box 31"/>
          <p:cNvSpPr/>
          <p:nvPr/>
        </p:nvSpPr>
        <p:spPr>
          <a:xfrm>
            <a:off x="6252120" y="4994280"/>
            <a:ext cx="156168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{{content_points[3]}}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Box 31"/>
          <p:cNvSpPr/>
          <p:nvPr/>
        </p:nvSpPr>
        <p:spPr>
          <a:xfrm>
            <a:off x="7997040" y="4354200"/>
            <a:ext cx="159732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{{content_points[4]}}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Box 31"/>
          <p:cNvSpPr/>
          <p:nvPr/>
        </p:nvSpPr>
        <p:spPr>
          <a:xfrm>
            <a:off x="9369360" y="3147120"/>
            <a:ext cx="1726200" cy="70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{{content_points[5]}}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2" name="Group 4"/>
          <p:cNvGrpSpPr/>
          <p:nvPr/>
        </p:nvGrpSpPr>
        <p:grpSpPr>
          <a:xfrm>
            <a:off x="5661000" y="1562040"/>
            <a:ext cx="869760" cy="1001520"/>
            <a:chOff x="5661000" y="1562040"/>
            <a:chExt cx="869760" cy="1001520"/>
          </a:xfrm>
        </p:grpSpPr>
        <p:sp>
          <p:nvSpPr>
            <p:cNvPr id="193" name="Freeform 5"/>
            <p:cNvSpPr/>
            <p:nvPr/>
          </p:nvSpPr>
          <p:spPr>
            <a:xfrm>
              <a:off x="5661000" y="1562040"/>
              <a:ext cx="869760" cy="1001520"/>
            </a:xfrm>
            <a:custGeom>
              <a:avLst/>
              <a:gdLst>
                <a:gd name="textAreaLeft" fmla="*/ 0 w 869760"/>
                <a:gd name="textAreaRight" fmla="*/ 870120 w 869760"/>
                <a:gd name="textAreaTop" fmla="*/ 0 h 1001520"/>
                <a:gd name="textAreaBottom" fmla="*/ 1001880 h 1001520"/>
                <a:gd name="GluePoint1X" fmla="*/ 523 w 548"/>
                <a:gd name="GluePoint1Y" fmla="*/ 593 h 631"/>
                <a:gd name="GluePoint2X" fmla="*/ 523 w 548"/>
                <a:gd name="GluePoint2Y" fmla="*/ 51 h 631"/>
                <a:gd name="GluePoint3X" fmla="*/ 447 w 548"/>
                <a:gd name="GluePoint3Y" fmla="*/ 0 h 631"/>
                <a:gd name="GluePoint4X" fmla="*/ 169 w 548"/>
                <a:gd name="GluePoint4Y" fmla="*/ 123 h 631"/>
                <a:gd name="GluePoint5X" fmla="*/ 169 w 548"/>
                <a:gd name="GluePoint5Y" fmla="*/ 219 h 631"/>
                <a:gd name="GluePoint6X" fmla="*/ 16 w 548"/>
                <a:gd name="GluePoint6Y" fmla="*/ 273 h 631"/>
                <a:gd name="GluePoint7X" fmla="*/ 16 w 548"/>
                <a:gd name="GluePoint7Y" fmla="*/ 593 h 631"/>
                <a:gd name="GluePoint8X" fmla="*/ 0 w 548"/>
                <a:gd name="GluePoint8Y" fmla="*/ 593 h 631"/>
                <a:gd name="GluePoint9X" fmla="*/ 0 w 548"/>
                <a:gd name="GluePoint9Y" fmla="*/ 631 h 631"/>
                <a:gd name="GluePoint10X" fmla="*/ 50 w 548"/>
                <a:gd name="GluePoint10Y" fmla="*/ 631 h 631"/>
                <a:gd name="GluePoint11X" fmla="*/ 50 w 548"/>
                <a:gd name="GluePoint11Y" fmla="*/ 295 h 631"/>
                <a:gd name="GluePoint12X" fmla="*/ 254 w 548"/>
                <a:gd name="GluePoint12Y" fmla="*/ 228 h 631"/>
                <a:gd name="GluePoint13X" fmla="*/ 254 w 548"/>
                <a:gd name="GluePoint13Y" fmla="*/ 631 h 631"/>
                <a:gd name="GluePoint14X" fmla="*/ 395 w 548"/>
                <a:gd name="GluePoint14Y" fmla="*/ 631 h 631"/>
                <a:gd name="GluePoint15X" fmla="*/ 395 w 548"/>
                <a:gd name="GluePoint15Y" fmla="*/ 590 h 631"/>
                <a:gd name="GluePoint16X" fmla="*/ 363 w 548"/>
                <a:gd name="GluePoint16Y" fmla="*/ 590 h 631"/>
                <a:gd name="GluePoint17X" fmla="*/ 363 w 548"/>
                <a:gd name="GluePoint17Y" fmla="*/ 222 h 631"/>
                <a:gd name="GluePoint18X" fmla="*/ 289 w 548"/>
                <a:gd name="GluePoint18Y" fmla="*/ 177 h 631"/>
                <a:gd name="GluePoint19X" fmla="*/ 207 w 548"/>
                <a:gd name="GluePoint19Y" fmla="*/ 206 h 631"/>
                <a:gd name="GluePoint20X" fmla="*/ 207 w 548"/>
                <a:gd name="GluePoint20Y" fmla="*/ 146 h 631"/>
                <a:gd name="GluePoint21X" fmla="*/ 407 w 548"/>
                <a:gd name="GluePoint21Y" fmla="*/ 57 h 631"/>
                <a:gd name="GluePoint22X" fmla="*/ 407 w 548"/>
                <a:gd name="GluePoint22Y" fmla="*/ 631 h 631"/>
                <a:gd name="GluePoint23X" fmla="*/ 548 w 548"/>
                <a:gd name="GluePoint23Y" fmla="*/ 631 h 631"/>
                <a:gd name="GluePoint24X" fmla="*/ 548 w 548"/>
                <a:gd name="GluePoint24Y" fmla="*/ 593 h 631"/>
                <a:gd name="GluePoint25X" fmla="*/ 523 w 548"/>
                <a:gd name="GluePoint25Y" fmla="*/ 593 h 631"/>
                <a:gd name="GluePoint26X" fmla="*/ 523 w 548"/>
                <a:gd name="GluePoint26Y" fmla="*/ 593 h 631"/>
                <a:gd name="GluePoint27X" fmla="*/ 75 w 548"/>
                <a:gd name="GluePoint27Y" fmla="*/ 380 h 631"/>
                <a:gd name="GluePoint28X" fmla="*/ 222 w 548"/>
                <a:gd name="GluePoint28Y" fmla="*/ 333 h 631"/>
                <a:gd name="GluePoint29X" fmla="*/ 222 w 548"/>
                <a:gd name="GluePoint29Y" fmla="*/ 269 h 631"/>
                <a:gd name="GluePoint30X" fmla="*/ 75 w 548"/>
                <a:gd name="GluePoint30Y" fmla="*/ 320 h 631"/>
                <a:gd name="GluePoint31X" fmla="*/ 75 w 548"/>
                <a:gd name="GluePoint31Y" fmla="*/ 380 h 631"/>
                <a:gd name="GluePoint32X" fmla="*/ 75 w 548"/>
                <a:gd name="GluePoint32Y" fmla="*/ 463 h 631"/>
                <a:gd name="GluePoint33X" fmla="*/ 222 w 548"/>
                <a:gd name="GluePoint33Y" fmla="*/ 431 h 631"/>
                <a:gd name="GluePoint34X" fmla="*/ 222 w 548"/>
                <a:gd name="GluePoint34Y" fmla="*/ 368 h 631"/>
                <a:gd name="GluePoint35X" fmla="*/ 75 w 548"/>
                <a:gd name="GluePoint35Y" fmla="*/ 406 h 631"/>
                <a:gd name="GluePoint36X" fmla="*/ 75 w 548"/>
                <a:gd name="GluePoint36Y" fmla="*/ 463 h 631"/>
                <a:gd name="GluePoint37X" fmla="*/ 75 w 548"/>
                <a:gd name="GluePoint37Y" fmla="*/ 549 h 631"/>
                <a:gd name="GluePoint38X" fmla="*/ 222 w 548"/>
                <a:gd name="GluePoint38Y" fmla="*/ 530 h 631"/>
                <a:gd name="GluePoint39X" fmla="*/ 222 w 548"/>
                <a:gd name="GluePoint39Y" fmla="*/ 466 h 631"/>
                <a:gd name="GluePoint40X" fmla="*/ 75 w 548"/>
                <a:gd name="GluePoint40Y" fmla="*/ 488 h 631"/>
                <a:gd name="GluePoint41X" fmla="*/ 75 w 548"/>
                <a:gd name="GluePoint41Y" fmla="*/ 549 h 631"/>
                <a:gd name="GluePoint42X" fmla="*/ 75 w 548"/>
                <a:gd name="GluePoint42Y" fmla="*/ 631 h 631"/>
                <a:gd name="GluePoint43X" fmla="*/ 222 w 548"/>
                <a:gd name="GluePoint43Y" fmla="*/ 628 h 631"/>
                <a:gd name="GluePoint44X" fmla="*/ 222 w 548"/>
                <a:gd name="GluePoint44Y" fmla="*/ 565 h 631"/>
                <a:gd name="GluePoint45X" fmla="*/ 75 w 548"/>
                <a:gd name="GluePoint45Y" fmla="*/ 571 h 631"/>
                <a:gd name="GluePoint46X" fmla="*/ 75 w 548"/>
                <a:gd name="GluePoint46Y" fmla="*/ 631 h 631"/>
                <a:gd name="GluePoint47X" fmla="*/ 75 w 548"/>
                <a:gd name="GluePoint47Y" fmla="*/ 631 h 631"/>
                <a:gd name="GluePoint48X" fmla="*/ 75 w 548"/>
                <a:gd name="GluePoint48Y" fmla="*/ 631 h 6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</a:cxnLst>
              <a:rect l="textAreaLeft" t="textAreaTop" r="textAreaRight" b="textAreaBottom"/>
              <a:pathLst>
                <a:path w="548" h="631">
                  <a:moveTo>
                    <a:pt x="523" y="593"/>
                  </a:moveTo>
                  <a:lnTo>
                    <a:pt x="523" y="51"/>
                  </a:lnTo>
                  <a:lnTo>
                    <a:pt x="447" y="0"/>
                  </a:lnTo>
                  <a:lnTo>
                    <a:pt x="169" y="123"/>
                  </a:lnTo>
                  <a:lnTo>
                    <a:pt x="169" y="219"/>
                  </a:lnTo>
                  <a:lnTo>
                    <a:pt x="16" y="273"/>
                  </a:lnTo>
                  <a:lnTo>
                    <a:pt x="16" y="593"/>
                  </a:lnTo>
                  <a:lnTo>
                    <a:pt x="0" y="593"/>
                  </a:lnTo>
                  <a:lnTo>
                    <a:pt x="0" y="631"/>
                  </a:lnTo>
                  <a:lnTo>
                    <a:pt x="50" y="631"/>
                  </a:lnTo>
                  <a:lnTo>
                    <a:pt x="50" y="295"/>
                  </a:lnTo>
                  <a:lnTo>
                    <a:pt x="254" y="228"/>
                  </a:lnTo>
                  <a:lnTo>
                    <a:pt x="254" y="631"/>
                  </a:lnTo>
                  <a:lnTo>
                    <a:pt x="395" y="631"/>
                  </a:lnTo>
                  <a:lnTo>
                    <a:pt x="395" y="590"/>
                  </a:lnTo>
                  <a:lnTo>
                    <a:pt x="363" y="590"/>
                  </a:lnTo>
                  <a:lnTo>
                    <a:pt x="363" y="222"/>
                  </a:lnTo>
                  <a:lnTo>
                    <a:pt x="289" y="177"/>
                  </a:lnTo>
                  <a:lnTo>
                    <a:pt x="207" y="206"/>
                  </a:lnTo>
                  <a:lnTo>
                    <a:pt x="207" y="146"/>
                  </a:lnTo>
                  <a:lnTo>
                    <a:pt x="407" y="57"/>
                  </a:lnTo>
                  <a:lnTo>
                    <a:pt x="407" y="631"/>
                  </a:lnTo>
                  <a:lnTo>
                    <a:pt x="548" y="631"/>
                  </a:lnTo>
                  <a:lnTo>
                    <a:pt x="548" y="593"/>
                  </a:lnTo>
                  <a:lnTo>
                    <a:pt x="523" y="593"/>
                  </a:lnTo>
                  <a:lnTo>
                    <a:pt x="523" y="593"/>
                  </a:lnTo>
                  <a:close/>
                  <a:moveTo>
                    <a:pt x="75" y="380"/>
                  </a:moveTo>
                  <a:lnTo>
                    <a:pt x="222" y="333"/>
                  </a:lnTo>
                  <a:lnTo>
                    <a:pt x="222" y="269"/>
                  </a:lnTo>
                  <a:lnTo>
                    <a:pt x="75" y="320"/>
                  </a:lnTo>
                  <a:lnTo>
                    <a:pt x="75" y="380"/>
                  </a:lnTo>
                  <a:close/>
                  <a:moveTo>
                    <a:pt x="75" y="463"/>
                  </a:moveTo>
                  <a:lnTo>
                    <a:pt x="222" y="431"/>
                  </a:lnTo>
                  <a:lnTo>
                    <a:pt x="222" y="368"/>
                  </a:lnTo>
                  <a:lnTo>
                    <a:pt x="75" y="406"/>
                  </a:lnTo>
                  <a:lnTo>
                    <a:pt x="75" y="463"/>
                  </a:lnTo>
                  <a:close/>
                  <a:moveTo>
                    <a:pt x="75" y="549"/>
                  </a:moveTo>
                  <a:lnTo>
                    <a:pt x="222" y="530"/>
                  </a:lnTo>
                  <a:lnTo>
                    <a:pt x="222" y="466"/>
                  </a:lnTo>
                  <a:lnTo>
                    <a:pt x="75" y="488"/>
                  </a:lnTo>
                  <a:lnTo>
                    <a:pt x="75" y="549"/>
                  </a:lnTo>
                  <a:close/>
                  <a:moveTo>
                    <a:pt x="75" y="631"/>
                  </a:moveTo>
                  <a:lnTo>
                    <a:pt x="222" y="628"/>
                  </a:lnTo>
                  <a:lnTo>
                    <a:pt x="222" y="565"/>
                  </a:lnTo>
                  <a:lnTo>
                    <a:pt x="75" y="571"/>
                  </a:lnTo>
                  <a:lnTo>
                    <a:pt x="75" y="631"/>
                  </a:lnTo>
                  <a:close/>
                  <a:moveTo>
                    <a:pt x="75" y="631"/>
                  </a:moveTo>
                  <a:lnTo>
                    <a:pt x="75" y="631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009dd9">
                    <a:alpha val="56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  <p:sp>
          <p:nvSpPr>
            <p:cNvPr id="194" name="Freeform 6"/>
            <p:cNvSpPr/>
            <p:nvPr/>
          </p:nvSpPr>
          <p:spPr>
            <a:xfrm>
              <a:off x="5661000" y="1562040"/>
              <a:ext cx="869760" cy="1001520"/>
            </a:xfrm>
            <a:custGeom>
              <a:avLst/>
              <a:gdLst>
                <a:gd name="textAreaLeft" fmla="*/ 0 w 869760"/>
                <a:gd name="textAreaRight" fmla="*/ 870120 w 869760"/>
                <a:gd name="textAreaTop" fmla="*/ 0 h 1001520"/>
                <a:gd name="textAreaBottom" fmla="*/ 1001880 h 1001520"/>
                <a:gd name="GluePoint1X" fmla="*/ 523 w 548"/>
                <a:gd name="GluePoint1Y" fmla="*/ 593 h 631"/>
                <a:gd name="GluePoint2X" fmla="*/ 523 w 548"/>
                <a:gd name="GluePoint2Y" fmla="*/ 51 h 631"/>
                <a:gd name="GluePoint3X" fmla="*/ 447 w 548"/>
                <a:gd name="GluePoint3Y" fmla="*/ 0 h 631"/>
                <a:gd name="GluePoint4X" fmla="*/ 169 w 548"/>
                <a:gd name="GluePoint4Y" fmla="*/ 123 h 631"/>
                <a:gd name="GluePoint5X" fmla="*/ 169 w 548"/>
                <a:gd name="GluePoint5Y" fmla="*/ 219 h 631"/>
                <a:gd name="GluePoint6X" fmla="*/ 16 w 548"/>
                <a:gd name="GluePoint6Y" fmla="*/ 273 h 631"/>
                <a:gd name="GluePoint7X" fmla="*/ 16 w 548"/>
                <a:gd name="GluePoint7Y" fmla="*/ 593 h 631"/>
                <a:gd name="GluePoint8X" fmla="*/ 0 w 548"/>
                <a:gd name="GluePoint8Y" fmla="*/ 593 h 631"/>
                <a:gd name="GluePoint9X" fmla="*/ 0 w 548"/>
                <a:gd name="GluePoint9Y" fmla="*/ 631 h 631"/>
                <a:gd name="GluePoint10X" fmla="*/ 50 w 548"/>
                <a:gd name="GluePoint10Y" fmla="*/ 631 h 631"/>
                <a:gd name="GluePoint11X" fmla="*/ 50 w 548"/>
                <a:gd name="GluePoint11Y" fmla="*/ 295 h 631"/>
                <a:gd name="GluePoint12X" fmla="*/ 254 w 548"/>
                <a:gd name="GluePoint12Y" fmla="*/ 228 h 631"/>
                <a:gd name="GluePoint13X" fmla="*/ 254 w 548"/>
                <a:gd name="GluePoint13Y" fmla="*/ 631 h 631"/>
                <a:gd name="GluePoint14X" fmla="*/ 395 w 548"/>
                <a:gd name="GluePoint14Y" fmla="*/ 631 h 631"/>
                <a:gd name="GluePoint15X" fmla="*/ 395 w 548"/>
                <a:gd name="GluePoint15Y" fmla="*/ 590 h 631"/>
                <a:gd name="GluePoint16X" fmla="*/ 363 w 548"/>
                <a:gd name="GluePoint16Y" fmla="*/ 590 h 631"/>
                <a:gd name="GluePoint17X" fmla="*/ 363 w 548"/>
                <a:gd name="GluePoint17Y" fmla="*/ 222 h 631"/>
                <a:gd name="GluePoint18X" fmla="*/ 289 w 548"/>
                <a:gd name="GluePoint18Y" fmla="*/ 177 h 631"/>
                <a:gd name="GluePoint19X" fmla="*/ 207 w 548"/>
                <a:gd name="GluePoint19Y" fmla="*/ 206 h 631"/>
                <a:gd name="GluePoint20X" fmla="*/ 207 w 548"/>
                <a:gd name="GluePoint20Y" fmla="*/ 146 h 631"/>
                <a:gd name="GluePoint21X" fmla="*/ 407 w 548"/>
                <a:gd name="GluePoint21Y" fmla="*/ 57 h 631"/>
                <a:gd name="GluePoint22X" fmla="*/ 407 w 548"/>
                <a:gd name="GluePoint22Y" fmla="*/ 631 h 631"/>
                <a:gd name="GluePoint23X" fmla="*/ 548 w 548"/>
                <a:gd name="GluePoint23Y" fmla="*/ 631 h 631"/>
                <a:gd name="GluePoint24X" fmla="*/ 548 w 548"/>
                <a:gd name="GluePoint24Y" fmla="*/ 593 h 631"/>
                <a:gd name="GluePoint25X" fmla="*/ 523 w 548"/>
                <a:gd name="GluePoint25Y" fmla="*/ 593 h 631"/>
                <a:gd name="GluePoint26X" fmla="*/ 523 w 548"/>
                <a:gd name="GluePoint26Y" fmla="*/ 593 h 631"/>
                <a:gd name="GluePoint27X" fmla="*/ 75 w 548"/>
                <a:gd name="GluePoint27Y" fmla="*/ 380 h 631"/>
                <a:gd name="GluePoint28X" fmla="*/ 222 w 548"/>
                <a:gd name="GluePoint28Y" fmla="*/ 333 h 631"/>
                <a:gd name="GluePoint29X" fmla="*/ 222 w 548"/>
                <a:gd name="GluePoint29Y" fmla="*/ 269 h 631"/>
                <a:gd name="GluePoint30X" fmla="*/ 75 w 548"/>
                <a:gd name="GluePoint30Y" fmla="*/ 320 h 631"/>
                <a:gd name="GluePoint31X" fmla="*/ 75 w 548"/>
                <a:gd name="GluePoint31Y" fmla="*/ 380 h 631"/>
                <a:gd name="GluePoint32X" fmla="*/ 75 w 548"/>
                <a:gd name="GluePoint32Y" fmla="*/ 463 h 631"/>
                <a:gd name="GluePoint33X" fmla="*/ 222 w 548"/>
                <a:gd name="GluePoint33Y" fmla="*/ 431 h 631"/>
                <a:gd name="GluePoint34X" fmla="*/ 222 w 548"/>
                <a:gd name="GluePoint34Y" fmla="*/ 368 h 631"/>
                <a:gd name="GluePoint35X" fmla="*/ 75 w 548"/>
                <a:gd name="GluePoint35Y" fmla="*/ 406 h 631"/>
                <a:gd name="GluePoint36X" fmla="*/ 75 w 548"/>
                <a:gd name="GluePoint36Y" fmla="*/ 463 h 631"/>
                <a:gd name="GluePoint37X" fmla="*/ 75 w 548"/>
                <a:gd name="GluePoint37Y" fmla="*/ 549 h 631"/>
                <a:gd name="GluePoint38X" fmla="*/ 222 w 548"/>
                <a:gd name="GluePoint38Y" fmla="*/ 530 h 631"/>
                <a:gd name="GluePoint39X" fmla="*/ 222 w 548"/>
                <a:gd name="GluePoint39Y" fmla="*/ 466 h 631"/>
                <a:gd name="GluePoint40X" fmla="*/ 75 w 548"/>
                <a:gd name="GluePoint40Y" fmla="*/ 488 h 631"/>
                <a:gd name="GluePoint41X" fmla="*/ 75 w 548"/>
                <a:gd name="GluePoint41Y" fmla="*/ 549 h 631"/>
                <a:gd name="GluePoint42X" fmla="*/ 75 w 548"/>
                <a:gd name="GluePoint42Y" fmla="*/ 631 h 631"/>
                <a:gd name="GluePoint43X" fmla="*/ 222 w 548"/>
                <a:gd name="GluePoint43Y" fmla="*/ 628 h 631"/>
                <a:gd name="GluePoint44X" fmla="*/ 222 w 548"/>
                <a:gd name="GluePoint44Y" fmla="*/ 565 h 631"/>
                <a:gd name="GluePoint45X" fmla="*/ 75 w 548"/>
                <a:gd name="GluePoint45Y" fmla="*/ 571 h 631"/>
                <a:gd name="GluePoint46X" fmla="*/ 75 w 548"/>
                <a:gd name="GluePoint46Y" fmla="*/ 631 h 631"/>
                <a:gd name="GluePoint47X" fmla="*/ 75 w 548"/>
                <a:gd name="GluePoint47Y" fmla="*/ 631 h 631"/>
                <a:gd name="GluePoint48X" fmla="*/ 75 w 548"/>
                <a:gd name="GluePoint48Y" fmla="*/ 631 h 6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</a:cxnLst>
              <a:rect l="textAreaLeft" t="textAreaTop" r="textAreaRight" b="textAreaBottom"/>
              <a:pathLst>
                <a:path w="548" h="631">
                  <a:moveTo>
                    <a:pt x="523" y="593"/>
                  </a:moveTo>
                  <a:lnTo>
                    <a:pt x="523" y="51"/>
                  </a:lnTo>
                  <a:lnTo>
                    <a:pt x="447" y="0"/>
                  </a:lnTo>
                  <a:lnTo>
                    <a:pt x="169" y="123"/>
                  </a:lnTo>
                  <a:lnTo>
                    <a:pt x="169" y="219"/>
                  </a:lnTo>
                  <a:lnTo>
                    <a:pt x="16" y="273"/>
                  </a:lnTo>
                  <a:lnTo>
                    <a:pt x="16" y="593"/>
                  </a:lnTo>
                  <a:lnTo>
                    <a:pt x="0" y="593"/>
                  </a:lnTo>
                  <a:lnTo>
                    <a:pt x="0" y="631"/>
                  </a:lnTo>
                  <a:lnTo>
                    <a:pt x="50" y="631"/>
                  </a:lnTo>
                  <a:lnTo>
                    <a:pt x="50" y="295"/>
                  </a:lnTo>
                  <a:lnTo>
                    <a:pt x="254" y="228"/>
                  </a:lnTo>
                  <a:lnTo>
                    <a:pt x="254" y="631"/>
                  </a:lnTo>
                  <a:lnTo>
                    <a:pt x="395" y="631"/>
                  </a:lnTo>
                  <a:lnTo>
                    <a:pt x="395" y="590"/>
                  </a:lnTo>
                  <a:lnTo>
                    <a:pt x="363" y="590"/>
                  </a:lnTo>
                  <a:lnTo>
                    <a:pt x="363" y="222"/>
                  </a:lnTo>
                  <a:lnTo>
                    <a:pt x="289" y="177"/>
                  </a:lnTo>
                  <a:lnTo>
                    <a:pt x="207" y="206"/>
                  </a:lnTo>
                  <a:lnTo>
                    <a:pt x="207" y="146"/>
                  </a:lnTo>
                  <a:lnTo>
                    <a:pt x="407" y="57"/>
                  </a:lnTo>
                  <a:lnTo>
                    <a:pt x="407" y="631"/>
                  </a:lnTo>
                  <a:lnTo>
                    <a:pt x="548" y="631"/>
                  </a:lnTo>
                  <a:lnTo>
                    <a:pt x="548" y="593"/>
                  </a:lnTo>
                  <a:lnTo>
                    <a:pt x="523" y="593"/>
                  </a:lnTo>
                  <a:lnTo>
                    <a:pt x="523" y="593"/>
                  </a:lnTo>
                  <a:moveTo>
                    <a:pt x="75" y="380"/>
                  </a:moveTo>
                  <a:lnTo>
                    <a:pt x="222" y="333"/>
                  </a:lnTo>
                  <a:lnTo>
                    <a:pt x="222" y="269"/>
                  </a:lnTo>
                  <a:lnTo>
                    <a:pt x="75" y="320"/>
                  </a:lnTo>
                  <a:lnTo>
                    <a:pt x="75" y="380"/>
                  </a:lnTo>
                  <a:moveTo>
                    <a:pt x="75" y="463"/>
                  </a:moveTo>
                  <a:lnTo>
                    <a:pt x="222" y="431"/>
                  </a:lnTo>
                  <a:lnTo>
                    <a:pt x="222" y="368"/>
                  </a:lnTo>
                  <a:lnTo>
                    <a:pt x="75" y="406"/>
                  </a:lnTo>
                  <a:lnTo>
                    <a:pt x="75" y="463"/>
                  </a:lnTo>
                  <a:moveTo>
                    <a:pt x="75" y="549"/>
                  </a:moveTo>
                  <a:lnTo>
                    <a:pt x="222" y="530"/>
                  </a:lnTo>
                  <a:lnTo>
                    <a:pt x="222" y="466"/>
                  </a:lnTo>
                  <a:lnTo>
                    <a:pt x="75" y="488"/>
                  </a:lnTo>
                  <a:lnTo>
                    <a:pt x="75" y="549"/>
                  </a:lnTo>
                  <a:moveTo>
                    <a:pt x="75" y="631"/>
                  </a:moveTo>
                  <a:lnTo>
                    <a:pt x="222" y="628"/>
                  </a:lnTo>
                  <a:lnTo>
                    <a:pt x="222" y="565"/>
                  </a:lnTo>
                  <a:lnTo>
                    <a:pt x="75" y="571"/>
                  </a:lnTo>
                  <a:lnTo>
                    <a:pt x="75" y="631"/>
                  </a:lnTo>
                  <a:moveTo>
                    <a:pt x="75" y="631"/>
                  </a:moveTo>
                  <a:lnTo>
                    <a:pt x="75" y="631"/>
                  </a:lnTo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009dd9">
                    <a:alpha val="56000"/>
                  </a:srgbClr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江城圆体 400W"/>
              </a:endParaRPr>
            </a:p>
          </p:txBody>
        </p:sp>
      </p:grp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矩形 3"/>
          <p:cNvSpPr/>
          <p:nvPr/>
        </p:nvSpPr>
        <p:spPr>
          <a:xfrm>
            <a:off x="874800" y="1915560"/>
            <a:ext cx="3206160" cy="238680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96" name="矩形 5"/>
          <p:cNvSpPr/>
          <p:nvPr/>
        </p:nvSpPr>
        <p:spPr>
          <a:xfrm>
            <a:off x="4492800" y="1915560"/>
            <a:ext cx="3206160" cy="2386800"/>
          </a:xfrm>
          <a:prstGeom prst="rect">
            <a:avLst/>
          </a:prstGeom>
          <a:blipFill rotWithShape="0">
            <a:blip r:embed="rId2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97" name="矩形 6"/>
          <p:cNvSpPr/>
          <p:nvPr/>
        </p:nvSpPr>
        <p:spPr>
          <a:xfrm>
            <a:off x="8110800" y="1915560"/>
            <a:ext cx="3206160" cy="2386800"/>
          </a:xfrm>
          <a:prstGeom prst="rect">
            <a:avLst/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98" name="矩形 7"/>
          <p:cNvSpPr/>
          <p:nvPr/>
        </p:nvSpPr>
        <p:spPr>
          <a:xfrm>
            <a:off x="874800" y="4302360"/>
            <a:ext cx="3206160" cy="65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38088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199" name="矩形 8"/>
          <p:cNvSpPr/>
          <p:nvPr/>
        </p:nvSpPr>
        <p:spPr>
          <a:xfrm>
            <a:off x="4492800" y="4302360"/>
            <a:ext cx="3206160" cy="654120"/>
          </a:xfrm>
          <a:prstGeom prst="rect">
            <a:avLst/>
          </a:prstGeom>
          <a:solidFill>
            <a:srgbClr val="0c31b3"/>
          </a:solidFill>
          <a:ln>
            <a:noFill/>
          </a:ln>
          <a:effectLst>
            <a:outerShdw algn="ctr" blurRad="38088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00" name="矩形 9"/>
          <p:cNvSpPr/>
          <p:nvPr/>
        </p:nvSpPr>
        <p:spPr>
          <a:xfrm>
            <a:off x="8110800" y="4302360"/>
            <a:ext cx="3206160" cy="65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38088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01" name="矩形 13"/>
          <p:cNvSpPr/>
          <p:nvPr/>
        </p:nvSpPr>
        <p:spPr>
          <a:xfrm>
            <a:off x="1805760" y="5560560"/>
            <a:ext cx="857880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文本框 14"/>
          <p:cNvSpPr/>
          <p:nvPr/>
        </p:nvSpPr>
        <p:spPr>
          <a:xfrm>
            <a:off x="1029240" y="4438800"/>
            <a:ext cx="2808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文本框 15"/>
          <p:cNvSpPr/>
          <p:nvPr/>
        </p:nvSpPr>
        <p:spPr>
          <a:xfrm>
            <a:off x="4617720" y="4427280"/>
            <a:ext cx="29656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文本框 16"/>
          <p:cNvSpPr/>
          <p:nvPr/>
        </p:nvSpPr>
        <p:spPr>
          <a:xfrm>
            <a:off x="8353440" y="4438800"/>
            <a:ext cx="28382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文本框 26"/>
          <p:cNvSpPr/>
          <p:nvPr/>
        </p:nvSpPr>
        <p:spPr>
          <a:xfrm>
            <a:off x="3060720" y="389880"/>
            <a:ext cx="6068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6" name="直接连接符 30"/>
          <p:cNvCxnSpPr/>
          <p:nvPr/>
        </p:nvCxnSpPr>
        <p:spPr>
          <a:xfrm flipH="1">
            <a:off x="1534320" y="657000"/>
            <a:ext cx="1310400" cy="36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207" name="直接连接符 32"/>
          <p:cNvCxnSpPr/>
          <p:nvPr/>
        </p:nvCxnSpPr>
        <p:spPr>
          <a:xfrm>
            <a:off x="9268200" y="650880"/>
            <a:ext cx="1364400" cy="72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sp>
        <p:nvSpPr>
          <p:cNvPr id="208" name="1"/>
          <p:cNvSpPr/>
          <p:nvPr/>
        </p:nvSpPr>
        <p:spPr>
          <a:xfrm>
            <a:off x="188640" y="111600"/>
            <a:ext cx="4193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圆角矩形 3"/>
          <p:cNvSpPr/>
          <p:nvPr/>
        </p:nvSpPr>
        <p:spPr>
          <a:xfrm>
            <a:off x="846000" y="1819080"/>
            <a:ext cx="5015520" cy="1811520"/>
          </a:xfrm>
          <a:prstGeom prst="roundRect">
            <a:avLst>
              <a:gd name="adj" fmla="val 6043"/>
            </a:avLst>
          </a:prstGeom>
          <a:solidFill>
            <a:schemeClr val="bg1"/>
          </a:solidFill>
          <a:ln>
            <a:noFill/>
          </a:ln>
          <a:effectLst>
            <a:outerShdw algn="ctr" blurRad="63504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0" name="任意多边形 6"/>
          <p:cNvSpPr/>
          <p:nvPr/>
        </p:nvSpPr>
        <p:spPr>
          <a:xfrm>
            <a:off x="5075280" y="2820240"/>
            <a:ext cx="786240" cy="810720"/>
          </a:xfrm>
          <a:custGeom>
            <a:avLst/>
            <a:gdLst>
              <a:gd name="textAreaLeft" fmla="*/ 0 w 786240"/>
              <a:gd name="textAreaRight" fmla="*/ 786600 w 786240"/>
              <a:gd name="textAreaTop" fmla="*/ 0 h 810720"/>
              <a:gd name="textAreaBottom" fmla="*/ 811080 h 810720"/>
              <a:gd name="GluePoint1X" fmla="*/ 875899 w 1010653"/>
              <a:gd name="GluePoint1Y" fmla="*/ 0 h 1041935"/>
              <a:gd name="GluePoint2X" fmla="*/ 965455 w 1010653"/>
              <a:gd name="GluePoint2Y" fmla="*/ 4522 h 1041935"/>
              <a:gd name="GluePoint3X" fmla="*/ 1010653 w 1010653"/>
              <a:gd name="GluePoint3Y" fmla="*/ 11420 h 1041935"/>
              <a:gd name="GluePoint4X" fmla="*/ 1010653 w 1010653"/>
              <a:gd name="GluePoint4Y" fmla="*/ 932438 h 1041935"/>
              <a:gd name="GluePoint5X" fmla="*/ 901156 w 1010653"/>
              <a:gd name="GluePoint5Y" fmla="*/ 1041935 h 1041935"/>
              <a:gd name="GluePoint6X" fmla="*/ 16738 w 1010653"/>
              <a:gd name="GluePoint6Y" fmla="*/ 1041935 h 1041935"/>
              <a:gd name="GluePoint7X" fmla="*/ 0 w 1010653"/>
              <a:gd name="GluePoint7Y" fmla="*/ 875899 h 1041935"/>
              <a:gd name="GluePoint8X" fmla="*/ 875899 w 1010653"/>
              <a:gd name="GluePoint8Y" fmla="*/ 0 h 10419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010653" h="1041935">
                <a:moveTo>
                  <a:pt x="875899" y="0"/>
                </a:moveTo>
                <a:cubicBezTo>
                  <a:pt x="906133" y="0"/>
                  <a:pt x="936010" y="1532"/>
                  <a:pt x="965455" y="4522"/>
                </a:cubicBezTo>
                <a:lnTo>
                  <a:pt x="1010653" y="11420"/>
                </a:lnTo>
                <a:lnTo>
                  <a:pt x="1010653" y="932438"/>
                </a:lnTo>
                <a:cubicBezTo>
                  <a:pt x="1010653" y="992912"/>
                  <a:pt x="961630" y="1041935"/>
                  <a:pt x="901156" y="1041935"/>
                </a:cubicBezTo>
                <a:lnTo>
                  <a:pt x="16738" y="1041935"/>
                </a:lnTo>
                <a:lnTo>
                  <a:pt x="0" y="875899"/>
                </a:lnTo>
                <a:cubicBezTo>
                  <a:pt x="0" y="392153"/>
                  <a:pt x="392153" y="0"/>
                  <a:pt x="875899" y="0"/>
                </a:cubicBezTo>
                <a:close/>
              </a:path>
            </a:pathLst>
          </a:custGeom>
          <a:solidFill>
            <a:srgbClr val="0f3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1" name="圆角矩形 7"/>
          <p:cNvSpPr/>
          <p:nvPr/>
        </p:nvSpPr>
        <p:spPr>
          <a:xfrm>
            <a:off x="6350040" y="1819080"/>
            <a:ext cx="5015520" cy="1811520"/>
          </a:xfrm>
          <a:prstGeom prst="roundRect">
            <a:avLst>
              <a:gd name="adj" fmla="val 6043"/>
            </a:avLst>
          </a:prstGeom>
          <a:solidFill>
            <a:schemeClr val="bg1"/>
          </a:solidFill>
          <a:ln>
            <a:noFill/>
          </a:ln>
          <a:effectLst>
            <a:outerShdw algn="ctr" blurRad="63504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2" name="任意多边形 8"/>
          <p:cNvSpPr/>
          <p:nvPr/>
        </p:nvSpPr>
        <p:spPr>
          <a:xfrm>
            <a:off x="10579320" y="2820240"/>
            <a:ext cx="786240" cy="810720"/>
          </a:xfrm>
          <a:custGeom>
            <a:avLst/>
            <a:gdLst>
              <a:gd name="textAreaLeft" fmla="*/ 0 w 786240"/>
              <a:gd name="textAreaRight" fmla="*/ 786600 w 786240"/>
              <a:gd name="textAreaTop" fmla="*/ 0 h 810720"/>
              <a:gd name="textAreaBottom" fmla="*/ 811080 h 810720"/>
              <a:gd name="GluePoint1X" fmla="*/ 875899 w 1010653"/>
              <a:gd name="GluePoint1Y" fmla="*/ 0 h 1041935"/>
              <a:gd name="GluePoint2X" fmla="*/ 965455 w 1010653"/>
              <a:gd name="GluePoint2Y" fmla="*/ 4522 h 1041935"/>
              <a:gd name="GluePoint3X" fmla="*/ 1010653 w 1010653"/>
              <a:gd name="GluePoint3Y" fmla="*/ 11420 h 1041935"/>
              <a:gd name="GluePoint4X" fmla="*/ 1010653 w 1010653"/>
              <a:gd name="GluePoint4Y" fmla="*/ 932438 h 1041935"/>
              <a:gd name="GluePoint5X" fmla="*/ 901156 w 1010653"/>
              <a:gd name="GluePoint5Y" fmla="*/ 1041935 h 1041935"/>
              <a:gd name="GluePoint6X" fmla="*/ 16738 w 1010653"/>
              <a:gd name="GluePoint6Y" fmla="*/ 1041935 h 1041935"/>
              <a:gd name="GluePoint7X" fmla="*/ 0 w 1010653"/>
              <a:gd name="GluePoint7Y" fmla="*/ 875899 h 1041935"/>
              <a:gd name="GluePoint8X" fmla="*/ 875899 w 1010653"/>
              <a:gd name="GluePoint8Y" fmla="*/ 0 h 10419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010653" h="1041935">
                <a:moveTo>
                  <a:pt x="875899" y="0"/>
                </a:moveTo>
                <a:cubicBezTo>
                  <a:pt x="906133" y="0"/>
                  <a:pt x="936010" y="1532"/>
                  <a:pt x="965455" y="4522"/>
                </a:cubicBezTo>
                <a:lnTo>
                  <a:pt x="1010653" y="11420"/>
                </a:lnTo>
                <a:lnTo>
                  <a:pt x="1010653" y="932438"/>
                </a:lnTo>
                <a:cubicBezTo>
                  <a:pt x="1010653" y="992912"/>
                  <a:pt x="961630" y="1041935"/>
                  <a:pt x="901156" y="1041935"/>
                </a:cubicBezTo>
                <a:lnTo>
                  <a:pt x="16738" y="1041935"/>
                </a:lnTo>
                <a:lnTo>
                  <a:pt x="0" y="875899"/>
                </a:lnTo>
                <a:cubicBezTo>
                  <a:pt x="0" y="392153"/>
                  <a:pt x="392153" y="0"/>
                  <a:pt x="875899" y="0"/>
                </a:cubicBezTo>
                <a:close/>
              </a:path>
            </a:pathLst>
          </a:custGeom>
          <a:solidFill>
            <a:srgbClr val="0f3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3" name="圆角矩形 9"/>
          <p:cNvSpPr/>
          <p:nvPr/>
        </p:nvSpPr>
        <p:spPr>
          <a:xfrm>
            <a:off x="846000" y="4137120"/>
            <a:ext cx="5015520" cy="1811520"/>
          </a:xfrm>
          <a:prstGeom prst="roundRect">
            <a:avLst>
              <a:gd name="adj" fmla="val 6043"/>
            </a:avLst>
          </a:prstGeom>
          <a:solidFill>
            <a:schemeClr val="bg1"/>
          </a:solidFill>
          <a:ln>
            <a:noFill/>
          </a:ln>
          <a:effectLst>
            <a:outerShdw algn="ctr" blurRad="63504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4" name="任意多边形 10"/>
          <p:cNvSpPr/>
          <p:nvPr/>
        </p:nvSpPr>
        <p:spPr>
          <a:xfrm>
            <a:off x="5075280" y="5138280"/>
            <a:ext cx="786240" cy="810720"/>
          </a:xfrm>
          <a:custGeom>
            <a:avLst/>
            <a:gdLst>
              <a:gd name="textAreaLeft" fmla="*/ 0 w 786240"/>
              <a:gd name="textAreaRight" fmla="*/ 786600 w 786240"/>
              <a:gd name="textAreaTop" fmla="*/ 0 h 810720"/>
              <a:gd name="textAreaBottom" fmla="*/ 811080 h 810720"/>
              <a:gd name="GluePoint1X" fmla="*/ 875899 w 1010653"/>
              <a:gd name="GluePoint1Y" fmla="*/ 0 h 1041935"/>
              <a:gd name="GluePoint2X" fmla="*/ 965455 w 1010653"/>
              <a:gd name="GluePoint2Y" fmla="*/ 4522 h 1041935"/>
              <a:gd name="GluePoint3X" fmla="*/ 1010653 w 1010653"/>
              <a:gd name="GluePoint3Y" fmla="*/ 11420 h 1041935"/>
              <a:gd name="GluePoint4X" fmla="*/ 1010653 w 1010653"/>
              <a:gd name="GluePoint4Y" fmla="*/ 932438 h 1041935"/>
              <a:gd name="GluePoint5X" fmla="*/ 901156 w 1010653"/>
              <a:gd name="GluePoint5Y" fmla="*/ 1041935 h 1041935"/>
              <a:gd name="GluePoint6X" fmla="*/ 16738 w 1010653"/>
              <a:gd name="GluePoint6Y" fmla="*/ 1041935 h 1041935"/>
              <a:gd name="GluePoint7X" fmla="*/ 0 w 1010653"/>
              <a:gd name="GluePoint7Y" fmla="*/ 875899 h 1041935"/>
              <a:gd name="GluePoint8X" fmla="*/ 875899 w 1010653"/>
              <a:gd name="GluePoint8Y" fmla="*/ 0 h 10419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010653" h="1041935">
                <a:moveTo>
                  <a:pt x="875899" y="0"/>
                </a:moveTo>
                <a:cubicBezTo>
                  <a:pt x="906133" y="0"/>
                  <a:pt x="936010" y="1532"/>
                  <a:pt x="965455" y="4522"/>
                </a:cubicBezTo>
                <a:lnTo>
                  <a:pt x="1010653" y="11420"/>
                </a:lnTo>
                <a:lnTo>
                  <a:pt x="1010653" y="932438"/>
                </a:lnTo>
                <a:cubicBezTo>
                  <a:pt x="1010653" y="992912"/>
                  <a:pt x="961630" y="1041935"/>
                  <a:pt x="901156" y="1041935"/>
                </a:cubicBezTo>
                <a:lnTo>
                  <a:pt x="16738" y="1041935"/>
                </a:lnTo>
                <a:lnTo>
                  <a:pt x="0" y="875899"/>
                </a:lnTo>
                <a:cubicBezTo>
                  <a:pt x="0" y="392153"/>
                  <a:pt x="392153" y="0"/>
                  <a:pt x="875899" y="0"/>
                </a:cubicBezTo>
                <a:close/>
              </a:path>
            </a:pathLst>
          </a:custGeom>
          <a:solidFill>
            <a:srgbClr val="0f3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5" name="圆角矩形 11"/>
          <p:cNvSpPr/>
          <p:nvPr/>
        </p:nvSpPr>
        <p:spPr>
          <a:xfrm>
            <a:off x="6350040" y="4137120"/>
            <a:ext cx="5015520" cy="1811520"/>
          </a:xfrm>
          <a:prstGeom prst="roundRect">
            <a:avLst>
              <a:gd name="adj" fmla="val 6043"/>
            </a:avLst>
          </a:prstGeom>
          <a:solidFill>
            <a:schemeClr val="bg1"/>
          </a:solidFill>
          <a:ln>
            <a:noFill/>
          </a:ln>
          <a:effectLst>
            <a:outerShdw algn="ctr" blurRad="635040" rotWithShape="0" sx="102000" sy="102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6" name="任意多边形 12"/>
          <p:cNvSpPr/>
          <p:nvPr/>
        </p:nvSpPr>
        <p:spPr>
          <a:xfrm>
            <a:off x="10579320" y="5138280"/>
            <a:ext cx="786240" cy="810720"/>
          </a:xfrm>
          <a:custGeom>
            <a:avLst/>
            <a:gdLst>
              <a:gd name="textAreaLeft" fmla="*/ 0 w 786240"/>
              <a:gd name="textAreaRight" fmla="*/ 786600 w 786240"/>
              <a:gd name="textAreaTop" fmla="*/ 0 h 810720"/>
              <a:gd name="textAreaBottom" fmla="*/ 811080 h 810720"/>
              <a:gd name="GluePoint1X" fmla="*/ 875899 w 1010653"/>
              <a:gd name="GluePoint1Y" fmla="*/ 0 h 1041935"/>
              <a:gd name="GluePoint2X" fmla="*/ 965455 w 1010653"/>
              <a:gd name="GluePoint2Y" fmla="*/ 4522 h 1041935"/>
              <a:gd name="GluePoint3X" fmla="*/ 1010653 w 1010653"/>
              <a:gd name="GluePoint3Y" fmla="*/ 11420 h 1041935"/>
              <a:gd name="GluePoint4X" fmla="*/ 1010653 w 1010653"/>
              <a:gd name="GluePoint4Y" fmla="*/ 932438 h 1041935"/>
              <a:gd name="GluePoint5X" fmla="*/ 901156 w 1010653"/>
              <a:gd name="GluePoint5Y" fmla="*/ 1041935 h 1041935"/>
              <a:gd name="GluePoint6X" fmla="*/ 16738 w 1010653"/>
              <a:gd name="GluePoint6Y" fmla="*/ 1041935 h 1041935"/>
              <a:gd name="GluePoint7X" fmla="*/ 0 w 1010653"/>
              <a:gd name="GluePoint7Y" fmla="*/ 875899 h 1041935"/>
              <a:gd name="GluePoint8X" fmla="*/ 875899 w 1010653"/>
              <a:gd name="GluePoint8Y" fmla="*/ 0 h 10419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010653" h="1041935">
                <a:moveTo>
                  <a:pt x="875899" y="0"/>
                </a:moveTo>
                <a:cubicBezTo>
                  <a:pt x="906133" y="0"/>
                  <a:pt x="936010" y="1532"/>
                  <a:pt x="965455" y="4522"/>
                </a:cubicBezTo>
                <a:lnTo>
                  <a:pt x="1010653" y="11420"/>
                </a:lnTo>
                <a:lnTo>
                  <a:pt x="1010653" y="932438"/>
                </a:lnTo>
                <a:cubicBezTo>
                  <a:pt x="1010653" y="992912"/>
                  <a:pt x="961630" y="1041935"/>
                  <a:pt x="901156" y="1041935"/>
                </a:cubicBezTo>
                <a:lnTo>
                  <a:pt x="16738" y="1041935"/>
                </a:lnTo>
                <a:lnTo>
                  <a:pt x="0" y="875899"/>
                </a:lnTo>
                <a:cubicBezTo>
                  <a:pt x="0" y="392153"/>
                  <a:pt x="392153" y="0"/>
                  <a:pt x="875899" y="0"/>
                </a:cubicBezTo>
                <a:close/>
              </a:path>
            </a:pathLst>
          </a:custGeom>
          <a:solidFill>
            <a:srgbClr val="0f3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17" name="1"/>
          <p:cNvSpPr/>
          <p:nvPr/>
        </p:nvSpPr>
        <p:spPr>
          <a:xfrm>
            <a:off x="1042200" y="2377440"/>
            <a:ext cx="35442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{{content_points[0]}}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1"/>
          <p:cNvSpPr/>
          <p:nvPr/>
        </p:nvSpPr>
        <p:spPr>
          <a:xfrm>
            <a:off x="1041840" y="2810520"/>
            <a:ext cx="38764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文本框 15"/>
          <p:cNvSpPr/>
          <p:nvPr/>
        </p:nvSpPr>
        <p:spPr>
          <a:xfrm>
            <a:off x="974880" y="2021760"/>
            <a:ext cx="30945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思源黑体 Regular"/>
              </a:rPr>
              <a:t>{{subtitle[0]}}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1"/>
          <p:cNvSpPr/>
          <p:nvPr/>
        </p:nvSpPr>
        <p:spPr>
          <a:xfrm>
            <a:off x="6544800" y="2387520"/>
            <a:ext cx="40338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{{content_points[1]}}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1"/>
          <p:cNvSpPr/>
          <p:nvPr/>
        </p:nvSpPr>
        <p:spPr>
          <a:xfrm>
            <a:off x="6545160" y="2820240"/>
            <a:ext cx="38764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文本框 27"/>
          <p:cNvSpPr/>
          <p:nvPr/>
        </p:nvSpPr>
        <p:spPr>
          <a:xfrm>
            <a:off x="6477480" y="2031480"/>
            <a:ext cx="32400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思源黑体 Regular"/>
              </a:rPr>
              <a:t>{{subtitle[1]}}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1"/>
          <p:cNvSpPr/>
          <p:nvPr/>
        </p:nvSpPr>
        <p:spPr>
          <a:xfrm>
            <a:off x="1022400" y="4802040"/>
            <a:ext cx="38959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{{content_points[2]}}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1"/>
          <p:cNvSpPr/>
          <p:nvPr/>
        </p:nvSpPr>
        <p:spPr>
          <a:xfrm>
            <a:off x="1022040" y="5234400"/>
            <a:ext cx="38764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{{detailed_content[2]}}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文本框 30"/>
          <p:cNvSpPr/>
          <p:nvPr/>
        </p:nvSpPr>
        <p:spPr>
          <a:xfrm>
            <a:off x="955080" y="4445640"/>
            <a:ext cx="342216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思源黑体 Regular"/>
              </a:rPr>
              <a:t>{{subtitle[2]}}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1"/>
          <p:cNvSpPr/>
          <p:nvPr/>
        </p:nvSpPr>
        <p:spPr>
          <a:xfrm>
            <a:off x="6519600" y="4802040"/>
            <a:ext cx="38768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00000"/>
              </a:lnSpc>
              <a:spcBef>
                <a:spcPts val="479"/>
              </a:spcBef>
            </a:pPr>
            <a:r>
              <a:rPr b="0" lang="en-US" sz="24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{{content_points[3]}}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1"/>
          <p:cNvSpPr/>
          <p:nvPr/>
        </p:nvSpPr>
        <p:spPr>
          <a:xfrm>
            <a:off x="6519600" y="5234400"/>
            <a:ext cx="387648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{{detailed_content[3]}}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文本框 33"/>
          <p:cNvSpPr/>
          <p:nvPr/>
        </p:nvSpPr>
        <p:spPr>
          <a:xfrm>
            <a:off x="6452280" y="4445640"/>
            <a:ext cx="32659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Regular"/>
                <a:ea typeface="思源黑体 Regular"/>
              </a:rPr>
              <a:t>{{subtitle[3]}}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文本框 1"/>
          <p:cNvSpPr/>
          <p:nvPr/>
        </p:nvSpPr>
        <p:spPr>
          <a:xfrm>
            <a:off x="3060720" y="389880"/>
            <a:ext cx="6068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直接连接符 2"/>
          <p:cNvCxnSpPr/>
          <p:nvPr/>
        </p:nvCxnSpPr>
        <p:spPr>
          <a:xfrm flipH="1">
            <a:off x="1534320" y="657000"/>
            <a:ext cx="1310400" cy="36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231" name="直接连接符 4"/>
          <p:cNvCxnSpPr/>
          <p:nvPr/>
        </p:nvCxnSpPr>
        <p:spPr>
          <a:xfrm>
            <a:off x="9268200" y="650880"/>
            <a:ext cx="1364400" cy="72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sp>
        <p:nvSpPr>
          <p:cNvPr id="232" name="1"/>
          <p:cNvSpPr/>
          <p:nvPr/>
        </p:nvSpPr>
        <p:spPr>
          <a:xfrm>
            <a:off x="188640" y="111600"/>
            <a:ext cx="4193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矩形 7"/>
          <p:cNvSpPr/>
          <p:nvPr/>
        </p:nvSpPr>
        <p:spPr>
          <a:xfrm>
            <a:off x="0" y="1805760"/>
            <a:ext cx="12207600" cy="2575800"/>
          </a:xfrm>
          <a:custGeom>
            <a:avLst/>
            <a:gdLst>
              <a:gd name="textAreaLeft" fmla="*/ 0 w 12207600"/>
              <a:gd name="textAreaRight" fmla="*/ 12207960 w 12207600"/>
              <a:gd name="textAreaTop" fmla="*/ 0 h 2575800"/>
              <a:gd name="textAreaBottom" fmla="*/ 2576160 h 2575800"/>
              <a:gd name="GluePoint1X" fmla="*/ 0 w 12192000"/>
              <a:gd name="GluePoint1Y" fmla="*/ 0 h 3769895"/>
              <a:gd name="GluePoint2X" fmla="*/ 12192000 w 12192000"/>
              <a:gd name="GluePoint2Y" fmla="*/ 0 h 3769895"/>
              <a:gd name="GluePoint3X" fmla="*/ 12192000 w 12192000"/>
              <a:gd name="GluePoint3Y" fmla="*/ 3769895 h 3769895"/>
              <a:gd name="GluePoint4X" fmla="*/ 0 w 12192000"/>
              <a:gd name="GluePoint4Y" fmla="*/ 2294021 h 3769895"/>
              <a:gd name="GluePoint5X" fmla="*/ 0 w 12192000"/>
              <a:gd name="GluePoint5Y" fmla="*/ 0 h 3769895"/>
              <a:gd name="GluePoint6X" fmla="*/ 0 w 12192000"/>
              <a:gd name="GluePoint6Y" fmla="*/ 0 h 3769895"/>
              <a:gd name="GluePoint7X" fmla="*/ 0 w 12192000"/>
              <a:gd name="GluePoint7Y" fmla="*/ 0 h 38606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2208042" h="2601618">
                <a:moveTo>
                  <a:pt x="16042" y="0"/>
                </a:moveTo>
                <a:lnTo>
                  <a:pt x="12208042" y="27170"/>
                </a:lnTo>
                <a:lnTo>
                  <a:pt x="12192000" y="2016392"/>
                </a:lnTo>
                <a:cubicBezTo>
                  <a:pt x="11742821" y="2460223"/>
                  <a:pt x="10545010" y="2702058"/>
                  <a:pt x="9079831" y="2561821"/>
                </a:cubicBezTo>
                <a:cubicBezTo>
                  <a:pt x="7614652" y="2421584"/>
                  <a:pt x="4914231" y="1244414"/>
                  <a:pt x="3400926" y="1174968"/>
                </a:cubicBezTo>
                <a:cubicBezTo>
                  <a:pt x="1887621" y="1105522"/>
                  <a:pt x="617621" y="1725375"/>
                  <a:pt x="0" y="2145143"/>
                </a:cubicBezTo>
                <a:lnTo>
                  <a:pt x="16042" y="0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19000"/>
                </a:srgbClr>
              </a:gs>
              <a:gs pos="58000">
                <a:srgbClr val="0c31b3">
                  <a:alpha val="10000"/>
                </a:srgbClr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34" name="圆角矩形 9"/>
          <p:cNvSpPr/>
          <p:nvPr/>
        </p:nvSpPr>
        <p:spPr>
          <a:xfrm>
            <a:off x="1096200" y="2069280"/>
            <a:ext cx="2041560" cy="3551400"/>
          </a:xfrm>
          <a:prstGeom prst="roundRect">
            <a:avLst>
              <a:gd name="adj" fmla="val 6843"/>
            </a:avLst>
          </a:prstGeom>
          <a:solidFill>
            <a:schemeClr val="bg1"/>
          </a:solidFill>
          <a:ln>
            <a:solidFill>
              <a:srgbClr val="ffffff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35" name="圆角矩形 10"/>
          <p:cNvSpPr/>
          <p:nvPr/>
        </p:nvSpPr>
        <p:spPr>
          <a:xfrm>
            <a:off x="3754800" y="2069280"/>
            <a:ext cx="2041560" cy="3551400"/>
          </a:xfrm>
          <a:prstGeom prst="roundRect">
            <a:avLst>
              <a:gd name="adj" fmla="val 6843"/>
            </a:avLst>
          </a:prstGeom>
          <a:solidFill>
            <a:schemeClr val="bg1"/>
          </a:solidFill>
          <a:ln>
            <a:solidFill>
              <a:srgbClr val="ffffff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36" name="圆角矩形 11"/>
          <p:cNvSpPr/>
          <p:nvPr/>
        </p:nvSpPr>
        <p:spPr>
          <a:xfrm>
            <a:off x="6413400" y="2069280"/>
            <a:ext cx="2041560" cy="3551400"/>
          </a:xfrm>
          <a:prstGeom prst="roundRect">
            <a:avLst>
              <a:gd name="adj" fmla="val 6843"/>
            </a:avLst>
          </a:prstGeom>
          <a:solidFill>
            <a:schemeClr val="bg1"/>
          </a:solidFill>
          <a:ln>
            <a:solidFill>
              <a:srgbClr val="ffffff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37" name="圆角矩形 12"/>
          <p:cNvSpPr/>
          <p:nvPr/>
        </p:nvSpPr>
        <p:spPr>
          <a:xfrm>
            <a:off x="9072000" y="2069280"/>
            <a:ext cx="2041560" cy="3551400"/>
          </a:xfrm>
          <a:prstGeom prst="roundRect">
            <a:avLst>
              <a:gd name="adj" fmla="val 6843"/>
            </a:avLst>
          </a:prstGeom>
          <a:solidFill>
            <a:schemeClr val="bg1"/>
          </a:solidFill>
          <a:ln>
            <a:solidFill>
              <a:srgbClr val="ffffff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38" name="文本框 13"/>
          <p:cNvSpPr/>
          <p:nvPr/>
        </p:nvSpPr>
        <p:spPr>
          <a:xfrm>
            <a:off x="1216800" y="3173040"/>
            <a:ext cx="18316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文本框 14"/>
          <p:cNvSpPr/>
          <p:nvPr/>
        </p:nvSpPr>
        <p:spPr>
          <a:xfrm>
            <a:off x="3798360" y="3173040"/>
            <a:ext cx="18648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{{content_points[1]}}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文本框 15"/>
          <p:cNvSpPr/>
          <p:nvPr/>
        </p:nvSpPr>
        <p:spPr>
          <a:xfrm>
            <a:off x="6576120" y="3173040"/>
            <a:ext cx="18648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{{content_points[2]}}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文本框 16"/>
          <p:cNvSpPr/>
          <p:nvPr/>
        </p:nvSpPr>
        <p:spPr>
          <a:xfrm>
            <a:off x="9212400" y="3173040"/>
            <a:ext cx="186480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{{content_points[3]}}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iconfont-11841-5650496"/>
          <p:cNvSpPr/>
          <p:nvPr/>
        </p:nvSpPr>
        <p:spPr>
          <a:xfrm>
            <a:off x="1858680" y="2409840"/>
            <a:ext cx="516600" cy="451440"/>
          </a:xfrm>
          <a:custGeom>
            <a:avLst/>
            <a:gdLst>
              <a:gd name="textAreaLeft" fmla="*/ 0 w 516600"/>
              <a:gd name="textAreaRight" fmla="*/ 516960 w 516600"/>
              <a:gd name="textAreaTop" fmla="*/ 0 h 451440"/>
              <a:gd name="textAreaBottom" fmla="*/ 451800 h 451440"/>
              <a:gd name="GluePoint1X" fmla="*/ 223413 w 446302"/>
              <a:gd name="GluePoint1Y" fmla="*/ 289001 h 389956"/>
              <a:gd name="GluePoint2X" fmla="*/ 168842 w 446302"/>
              <a:gd name="GluePoint2Y" fmla="*/ 360098 h 389956"/>
              <a:gd name="GluePoint3X" fmla="*/ 277413 w 446302"/>
              <a:gd name="GluePoint3Y" fmla="*/ 360098 h 389956"/>
              <a:gd name="GluePoint4X" fmla="*/ 223413 w 446302"/>
              <a:gd name="GluePoint4Y" fmla="*/ 249619 h 389956"/>
              <a:gd name="GluePoint5X" fmla="*/ 235508 w 446302"/>
              <a:gd name="GluePoint5Y" fmla="*/ 255333 h 389956"/>
              <a:gd name="GluePoint6X" fmla="*/ 319317 w 446302"/>
              <a:gd name="GluePoint6Y" fmla="*/ 365813 h 389956"/>
              <a:gd name="GluePoint7X" fmla="*/ 320555 w 446302"/>
              <a:gd name="GluePoint7Y" fmla="*/ 381051 h 389956"/>
              <a:gd name="GluePoint8X" fmla="*/ 307222 w 446302"/>
              <a:gd name="GluePoint8Y" fmla="*/ 389956 h 389956"/>
              <a:gd name="GluePoint9X" fmla="*/ 138985 w 446302"/>
              <a:gd name="GluePoint9Y" fmla="*/ 389956 h 389956"/>
              <a:gd name="GluePoint10X" fmla="*/ 125652 w 446302"/>
              <a:gd name="GluePoint10Y" fmla="*/ 381670 h 389956"/>
              <a:gd name="GluePoint11X" fmla="*/ 126938 w 446302"/>
              <a:gd name="GluePoint11Y" fmla="*/ 366432 h 389956"/>
              <a:gd name="GluePoint12X" fmla="*/ 211366 w 446302"/>
              <a:gd name="GluePoint12Y" fmla="*/ 255333 h 389956"/>
              <a:gd name="GluePoint13X" fmla="*/ 223413 w 446302"/>
              <a:gd name="GluePoint13Y" fmla="*/ 249619 h 389956"/>
              <a:gd name="GluePoint14X" fmla="*/ 252059 w 446302"/>
              <a:gd name="GluePoint14Y" fmla="*/ 149870 h 389956"/>
              <a:gd name="GluePoint15X" fmla="*/ 330079 w 446302"/>
              <a:gd name="GluePoint15Y" fmla="*/ 170175 h 389956"/>
              <a:gd name="GluePoint16X" fmla="*/ 333269 w 446302"/>
              <a:gd name="GluePoint16Y" fmla="*/ 181585 h 389956"/>
              <a:gd name="GluePoint17X" fmla="*/ 321841 w 446302"/>
              <a:gd name="GluePoint17Y" fmla="*/ 184770 h 389956"/>
              <a:gd name="GluePoint18X" fmla="*/ 222175 w 446302"/>
              <a:gd name="GluePoint18Y" fmla="*/ 174644 h 389956"/>
              <a:gd name="GluePoint19X" fmla="*/ 173890 w 446302"/>
              <a:gd name="GluePoint19Y" fmla="*/ 185389 h 389956"/>
              <a:gd name="GluePoint20X" fmla="*/ 117414 w 446302"/>
              <a:gd name="GluePoint20Y" fmla="*/ 173360 h 389956"/>
              <a:gd name="GluePoint21X" fmla="*/ 113605 w 446302"/>
              <a:gd name="GluePoint21Y" fmla="*/ 161950 h 389956"/>
              <a:gd name="GluePoint22X" fmla="*/ 125033 w 446302"/>
              <a:gd name="GluePoint22Y" fmla="*/ 158147 h 389956"/>
              <a:gd name="GluePoint23X" fmla="*/ 213889 w 446302"/>
              <a:gd name="GluePoint23Y" fmla="*/ 159430 h 389956"/>
              <a:gd name="GluePoint24X" fmla="*/ 252059 w 446302"/>
              <a:gd name="GluePoint24Y" fmla="*/ 149870 h 389956"/>
              <a:gd name="GluePoint25X" fmla="*/ 252059 w 446302"/>
              <a:gd name="GluePoint25Y" fmla="*/ 110522 h 389956"/>
              <a:gd name="GluePoint26X" fmla="*/ 330079 w 446302"/>
              <a:gd name="GluePoint26Y" fmla="*/ 130900 h 389956"/>
              <a:gd name="GluePoint27X" fmla="*/ 333269 w 446302"/>
              <a:gd name="GluePoint27Y" fmla="*/ 142329 h 389956"/>
              <a:gd name="GluePoint28X" fmla="*/ 321841 w 446302"/>
              <a:gd name="GluePoint28Y" fmla="*/ 145472 h 389956"/>
              <a:gd name="GluePoint29X" fmla="*/ 222175 w 446302"/>
              <a:gd name="GluePoint29Y" fmla="*/ 135329 h 389956"/>
              <a:gd name="GluePoint30X" fmla="*/ 173890 w 446302"/>
              <a:gd name="GluePoint30Y" fmla="*/ 146139 h 389956"/>
              <a:gd name="GluePoint31X" fmla="*/ 117414 w 446302"/>
              <a:gd name="GluePoint31Y" fmla="*/ 134043 h 389956"/>
              <a:gd name="GluePoint32X" fmla="*/ 113605 w 446302"/>
              <a:gd name="GluePoint32Y" fmla="*/ 122614 h 389956"/>
              <a:gd name="GluePoint33X" fmla="*/ 125033 w 446302"/>
              <a:gd name="GluePoint33Y" fmla="*/ 118804 h 389956"/>
              <a:gd name="GluePoint34X" fmla="*/ 213889 w 446302"/>
              <a:gd name="GluePoint34Y" fmla="*/ 120090 h 389956"/>
              <a:gd name="GluePoint35X" fmla="*/ 252059 w 446302"/>
              <a:gd name="GluePoint35Y" fmla="*/ 110522 h 389956"/>
              <a:gd name="GluePoint36X" fmla="*/ 14618 w 446302"/>
              <a:gd name="GluePoint36Y" fmla="*/ 0 h 389956"/>
              <a:gd name="GluePoint37X" fmla="*/ 431732 w 446302"/>
              <a:gd name="GluePoint37Y" fmla="*/ 0 h 389956"/>
              <a:gd name="GluePoint38X" fmla="*/ 446302 w 446302"/>
              <a:gd name="GluePoint38Y" fmla="*/ 14624 h 389956"/>
              <a:gd name="GluePoint39X" fmla="*/ 446302 w 446302"/>
              <a:gd name="GluePoint39Y" fmla="*/ 288333 h 389956"/>
              <a:gd name="GluePoint40X" fmla="*/ 431732 w 446302"/>
              <a:gd name="GluePoint40Y" fmla="*/ 302957 h 389956"/>
              <a:gd name="GluePoint41X" fmla="*/ 342833 w 446302"/>
              <a:gd name="GluePoint41Y" fmla="*/ 302957 h 389956"/>
              <a:gd name="GluePoint42X" fmla="*/ 328215 w 446302"/>
              <a:gd name="GluePoint42Y" fmla="*/ 288333 h 389956"/>
              <a:gd name="GluePoint43X" fmla="*/ 342833 w 446302"/>
              <a:gd name="GluePoint43Y" fmla="*/ 273757 h 389956"/>
              <a:gd name="GluePoint44X" fmla="*/ 417114 w 446302"/>
              <a:gd name="GluePoint44Y" fmla="*/ 273757 h 389956"/>
              <a:gd name="GluePoint45X" fmla="*/ 417114 w 446302"/>
              <a:gd name="GluePoint45Y" fmla="*/ 29200 h 389956"/>
              <a:gd name="GluePoint46X" fmla="*/ 29855 w 446302"/>
              <a:gd name="GluePoint46Y" fmla="*/ 29200 h 389956"/>
              <a:gd name="GluePoint47X" fmla="*/ 29855 w 446302"/>
              <a:gd name="GluePoint47Y" fmla="*/ 273090 h 389956"/>
              <a:gd name="GluePoint48X" fmla="*/ 111754 w 446302"/>
              <a:gd name="GluePoint48Y" fmla="*/ 273090 h 389956"/>
              <a:gd name="GluePoint49X" fmla="*/ 126324 w 446302"/>
              <a:gd name="GluePoint49Y" fmla="*/ 287714 h 389956"/>
              <a:gd name="GluePoint50X" fmla="*/ 111754 w 446302"/>
              <a:gd name="GluePoint50Y" fmla="*/ 302338 h 389956"/>
              <a:gd name="GluePoint51X" fmla="*/ 14618 w 446302"/>
              <a:gd name="GluePoint51Y" fmla="*/ 302338 h 389956"/>
              <a:gd name="GluePoint52X" fmla="*/ 0 w 446302"/>
              <a:gd name="GluePoint52Y" fmla="*/ 287714 h 389956"/>
              <a:gd name="GluePoint53X" fmla="*/ 0 w 446302"/>
              <a:gd name="GluePoint53Y" fmla="*/ 14624 h 389956"/>
              <a:gd name="GluePoint54X" fmla="*/ 14618 w 446302"/>
              <a:gd name="GluePoint54Y" fmla="*/ 0 h 3899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</a:cxnLst>
            <a:rect l="textAreaLeft" t="textAreaTop" r="textAreaRight" b="textAreaBottom"/>
            <a:pathLst>
              <a:path w="446302" h="389956">
                <a:moveTo>
                  <a:pt x="223413" y="289001"/>
                </a:moveTo>
                <a:lnTo>
                  <a:pt x="168842" y="360098"/>
                </a:lnTo>
                <a:lnTo>
                  <a:pt x="277413" y="360098"/>
                </a:lnTo>
                <a:close/>
                <a:moveTo>
                  <a:pt x="223413" y="249619"/>
                </a:moveTo>
                <a:cubicBezTo>
                  <a:pt x="228508" y="249619"/>
                  <a:pt x="232318" y="251523"/>
                  <a:pt x="235508" y="255333"/>
                </a:cubicBezTo>
                <a:lnTo>
                  <a:pt x="319317" y="365813"/>
                </a:lnTo>
                <a:cubicBezTo>
                  <a:pt x="322460" y="370241"/>
                  <a:pt x="323126" y="376622"/>
                  <a:pt x="320555" y="381051"/>
                </a:cubicBezTo>
                <a:cubicBezTo>
                  <a:pt x="317412" y="386766"/>
                  <a:pt x="312317" y="389956"/>
                  <a:pt x="307222" y="389956"/>
                </a:cubicBezTo>
                <a:lnTo>
                  <a:pt x="138985" y="389956"/>
                </a:lnTo>
                <a:cubicBezTo>
                  <a:pt x="133271" y="389956"/>
                  <a:pt x="128176" y="386766"/>
                  <a:pt x="125652" y="381670"/>
                </a:cubicBezTo>
                <a:cubicBezTo>
                  <a:pt x="123128" y="376622"/>
                  <a:pt x="123747" y="370908"/>
                  <a:pt x="126938" y="366432"/>
                </a:cubicBezTo>
                <a:lnTo>
                  <a:pt x="211366" y="255333"/>
                </a:lnTo>
                <a:cubicBezTo>
                  <a:pt x="213889" y="251523"/>
                  <a:pt x="218366" y="249619"/>
                  <a:pt x="223413" y="249619"/>
                </a:cubicBezTo>
                <a:close/>
                <a:moveTo>
                  <a:pt x="252059" y="149870"/>
                </a:moveTo>
                <a:cubicBezTo>
                  <a:pt x="290937" y="148790"/>
                  <a:pt x="328186" y="168749"/>
                  <a:pt x="330079" y="170175"/>
                </a:cubicBezTo>
                <a:cubicBezTo>
                  <a:pt x="333888" y="172742"/>
                  <a:pt x="335793" y="177782"/>
                  <a:pt x="333269" y="181585"/>
                </a:cubicBezTo>
                <a:cubicBezTo>
                  <a:pt x="330745" y="185389"/>
                  <a:pt x="325650" y="187290"/>
                  <a:pt x="321841" y="184770"/>
                </a:cubicBezTo>
                <a:cubicBezTo>
                  <a:pt x="321222" y="184152"/>
                  <a:pt x="262175" y="153059"/>
                  <a:pt x="222175" y="174644"/>
                </a:cubicBezTo>
                <a:cubicBezTo>
                  <a:pt x="205651" y="182251"/>
                  <a:pt x="189128" y="185389"/>
                  <a:pt x="173890" y="185389"/>
                </a:cubicBezTo>
                <a:cubicBezTo>
                  <a:pt x="143414" y="185389"/>
                  <a:pt x="119319" y="173978"/>
                  <a:pt x="117414" y="173360"/>
                </a:cubicBezTo>
                <a:cubicBezTo>
                  <a:pt x="112938" y="171458"/>
                  <a:pt x="111700" y="166371"/>
                  <a:pt x="113605" y="161950"/>
                </a:cubicBezTo>
                <a:cubicBezTo>
                  <a:pt x="115509" y="157528"/>
                  <a:pt x="120557" y="156245"/>
                  <a:pt x="125033" y="158147"/>
                </a:cubicBezTo>
                <a:cubicBezTo>
                  <a:pt x="125652" y="158765"/>
                  <a:pt x="173890" y="180967"/>
                  <a:pt x="213889" y="159430"/>
                </a:cubicBezTo>
                <a:cubicBezTo>
                  <a:pt x="225961" y="152929"/>
                  <a:pt x="239100" y="150231"/>
                  <a:pt x="252059" y="149870"/>
                </a:cubicBezTo>
                <a:close/>
                <a:moveTo>
                  <a:pt x="252059" y="110522"/>
                </a:moveTo>
                <a:cubicBezTo>
                  <a:pt x="290937" y="109453"/>
                  <a:pt x="328186" y="129472"/>
                  <a:pt x="330079" y="130900"/>
                </a:cubicBezTo>
                <a:cubicBezTo>
                  <a:pt x="333888" y="133424"/>
                  <a:pt x="335793" y="138520"/>
                  <a:pt x="333269" y="142329"/>
                </a:cubicBezTo>
                <a:cubicBezTo>
                  <a:pt x="330745" y="146139"/>
                  <a:pt x="325650" y="148044"/>
                  <a:pt x="321841" y="145472"/>
                </a:cubicBezTo>
                <a:cubicBezTo>
                  <a:pt x="321222" y="144853"/>
                  <a:pt x="262175" y="113757"/>
                  <a:pt x="222175" y="135329"/>
                </a:cubicBezTo>
                <a:cubicBezTo>
                  <a:pt x="205651" y="143568"/>
                  <a:pt x="189128" y="146139"/>
                  <a:pt x="173890" y="146139"/>
                </a:cubicBezTo>
                <a:cubicBezTo>
                  <a:pt x="143414" y="146139"/>
                  <a:pt x="119319" y="134710"/>
                  <a:pt x="117414" y="134043"/>
                </a:cubicBezTo>
                <a:cubicBezTo>
                  <a:pt x="112938" y="132138"/>
                  <a:pt x="111700" y="127090"/>
                  <a:pt x="113605" y="122614"/>
                </a:cubicBezTo>
                <a:cubicBezTo>
                  <a:pt x="115509" y="118185"/>
                  <a:pt x="120557" y="116900"/>
                  <a:pt x="125033" y="118804"/>
                </a:cubicBezTo>
                <a:cubicBezTo>
                  <a:pt x="125652" y="119471"/>
                  <a:pt x="173890" y="141663"/>
                  <a:pt x="213889" y="120090"/>
                </a:cubicBezTo>
                <a:cubicBezTo>
                  <a:pt x="225961" y="113578"/>
                  <a:pt x="239100" y="110879"/>
                  <a:pt x="252059" y="110522"/>
                </a:cubicBezTo>
                <a:close/>
                <a:moveTo>
                  <a:pt x="14618" y="0"/>
                </a:moveTo>
                <a:lnTo>
                  <a:pt x="431732" y="0"/>
                </a:lnTo>
                <a:cubicBezTo>
                  <a:pt x="439969" y="0"/>
                  <a:pt x="446302" y="6335"/>
                  <a:pt x="446302" y="14624"/>
                </a:cubicBezTo>
                <a:lnTo>
                  <a:pt x="446302" y="288333"/>
                </a:lnTo>
                <a:cubicBezTo>
                  <a:pt x="446302" y="296622"/>
                  <a:pt x="439350" y="302957"/>
                  <a:pt x="431732" y="302957"/>
                </a:cubicBezTo>
                <a:lnTo>
                  <a:pt x="342833" y="302957"/>
                </a:lnTo>
                <a:cubicBezTo>
                  <a:pt x="334596" y="302957"/>
                  <a:pt x="328215" y="296622"/>
                  <a:pt x="328215" y="288333"/>
                </a:cubicBezTo>
                <a:cubicBezTo>
                  <a:pt x="328215" y="280093"/>
                  <a:pt x="334596" y="273757"/>
                  <a:pt x="342833" y="273757"/>
                </a:cubicBezTo>
                <a:lnTo>
                  <a:pt x="417114" y="273757"/>
                </a:lnTo>
                <a:lnTo>
                  <a:pt x="417114" y="29200"/>
                </a:lnTo>
                <a:lnTo>
                  <a:pt x="29855" y="29200"/>
                </a:lnTo>
                <a:lnTo>
                  <a:pt x="29855" y="273090"/>
                </a:lnTo>
                <a:lnTo>
                  <a:pt x="111754" y="273090"/>
                </a:lnTo>
                <a:cubicBezTo>
                  <a:pt x="119992" y="273090"/>
                  <a:pt x="126324" y="279473"/>
                  <a:pt x="126324" y="287714"/>
                </a:cubicBezTo>
                <a:cubicBezTo>
                  <a:pt x="126324" y="295955"/>
                  <a:pt x="119992" y="302338"/>
                  <a:pt x="111754" y="302338"/>
                </a:cubicBezTo>
                <a:lnTo>
                  <a:pt x="14618" y="302338"/>
                </a:lnTo>
                <a:cubicBezTo>
                  <a:pt x="6333" y="302338"/>
                  <a:pt x="0" y="295955"/>
                  <a:pt x="0" y="287714"/>
                </a:cubicBezTo>
                <a:lnTo>
                  <a:pt x="0" y="14624"/>
                </a:lnTo>
                <a:cubicBezTo>
                  <a:pt x="0" y="6335"/>
                  <a:pt x="6333" y="0"/>
                  <a:pt x="14618" y="0"/>
                </a:cubicBezTo>
                <a:close/>
              </a:path>
            </a:pathLst>
          </a:cu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c31b3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43" name="iconfont-11841-5650496"/>
          <p:cNvSpPr/>
          <p:nvPr/>
        </p:nvSpPr>
        <p:spPr>
          <a:xfrm>
            <a:off x="4544280" y="2377440"/>
            <a:ext cx="462240" cy="516600"/>
          </a:xfrm>
          <a:custGeom>
            <a:avLst/>
            <a:gdLst>
              <a:gd name="textAreaLeft" fmla="*/ 0 w 462240"/>
              <a:gd name="textAreaRight" fmla="*/ 462600 w 462240"/>
              <a:gd name="textAreaTop" fmla="*/ 0 h 516600"/>
              <a:gd name="textAreaBottom" fmla="*/ 516960 h 516600"/>
              <a:gd name="GluePoint1X" fmla="*/ 4715 w 11910"/>
              <a:gd name="GluePoint1Y" fmla="*/ 12964 h 13310"/>
              <a:gd name="GluePoint2X" fmla="*/ 5571 w 11910"/>
              <a:gd name="GluePoint2Y" fmla="*/ 13250 h 13310"/>
              <a:gd name="GluePoint3X" fmla="*/ 6031 w 11910"/>
              <a:gd name="GluePoint3Y" fmla="*/ 13306 h 13310"/>
              <a:gd name="GluePoint4X" fmla="*/ 6326 w 11910"/>
              <a:gd name="GluePoint4Y" fmla="*/ 13308 h 13310"/>
              <a:gd name="GluePoint5X" fmla="*/ 6785 w 11910"/>
              <a:gd name="GluePoint5Y" fmla="*/ 13257 h 13310"/>
              <a:gd name="GluePoint6X" fmla="*/ 7653 w 11910"/>
              <a:gd name="GluePoint6Y" fmla="*/ 12968 h 13310"/>
              <a:gd name="GluePoint7X" fmla="*/ 8646 w 11910"/>
              <a:gd name="GluePoint7Y" fmla="*/ 12296 h 13310"/>
              <a:gd name="GluePoint8X" fmla="*/ 10313 w 11910"/>
              <a:gd name="GluePoint8Y" fmla="*/ 9860 h 13310"/>
              <a:gd name="GluePoint9X" fmla="*/ 11429 w 11910"/>
              <a:gd name="GluePoint9Y" fmla="*/ 8301 h 13310"/>
              <a:gd name="GluePoint10X" fmla="*/ 10839 w 11910"/>
              <a:gd name="GluePoint10Y" fmla="*/ 6773 h 13310"/>
              <a:gd name="GluePoint11X" fmla="*/ 10823 w 11910"/>
              <a:gd name="GluePoint11Y" fmla="*/ 6447 h 13310"/>
              <a:gd name="GluePoint12X" fmla="*/ 9217 w 11910"/>
              <a:gd name="GluePoint12Y" fmla="*/ 2727 h 13310"/>
              <a:gd name="GluePoint13X" fmla="*/ 4132 w 11910"/>
              <a:gd name="GluePoint13Y" fmla="*/ 1901 h 13310"/>
              <a:gd name="GluePoint14X" fmla="*/ 2565 w 11910"/>
              <a:gd name="GluePoint14Y" fmla="*/ 3279 h 13310"/>
              <a:gd name="GluePoint15X" fmla="*/ 1624 w 11910"/>
              <a:gd name="GluePoint15Y" fmla="*/ 5928 h 13310"/>
              <a:gd name="GluePoint16X" fmla="*/ 1338 w 11910"/>
              <a:gd name="GluePoint16Y" fmla="*/ 5975 h 13310"/>
              <a:gd name="GluePoint17X" fmla="*/ 2465 w 11910"/>
              <a:gd name="GluePoint17Y" fmla="*/ 2355 h 13310"/>
              <a:gd name="GluePoint18X" fmla="*/ 6197 w 11910"/>
              <a:gd name="GluePoint18Y" fmla="*/ 956 h 13310"/>
              <a:gd name="GluePoint19X" fmla="*/ 10008 w 11910"/>
              <a:gd name="GluePoint19Y" fmla="*/ 2366 h 13310"/>
              <a:gd name="GluePoint20X" fmla="*/ 11317 w 11910"/>
              <a:gd name="GluePoint20Y" fmla="*/ 6218 h 13310"/>
              <a:gd name="GluePoint21X" fmla="*/ 11525 w 11910"/>
              <a:gd name="GluePoint21Y" fmla="*/ 6455 h 13310"/>
              <a:gd name="GluePoint22X" fmla="*/ 11540 w 11910"/>
              <a:gd name="GluePoint22Y" fmla="*/ 6456 h 13310"/>
              <a:gd name="GluePoint23X" fmla="*/ 11763 w 11910"/>
              <a:gd name="GluePoint23Y" fmla="*/ 6247 h 13310"/>
              <a:gd name="GluePoint24X" fmla="*/ 10337 w 11910"/>
              <a:gd name="GluePoint24Y" fmla="*/ 2063 h 13310"/>
              <a:gd name="GluePoint25X" fmla="*/ 6197 w 11910"/>
              <a:gd name="GluePoint25Y" fmla="*/ 509 h 13310"/>
              <a:gd name="GluePoint26X" fmla="*/ 2129 w 11910"/>
              <a:gd name="GluePoint26Y" fmla="*/ 2061 h 13310"/>
              <a:gd name="GluePoint27X" fmla="*/ 899 w 11910"/>
              <a:gd name="GluePoint27Y" fmla="*/ 6134 h 13310"/>
              <a:gd name="GluePoint28X" fmla="*/ 108 w 11910"/>
              <a:gd name="GluePoint28Y" fmla="*/ 8317 h 13310"/>
              <a:gd name="GluePoint29X" fmla="*/ 2182 w 11910"/>
              <a:gd name="GluePoint29Y" fmla="*/ 10625 h 13310"/>
              <a:gd name="GluePoint30X" fmla="*/ 2668 w 11910"/>
              <a:gd name="GluePoint30Y" fmla="*/ 10513 h 13310"/>
              <a:gd name="GluePoint31X" fmla="*/ 5452 w 11910"/>
              <a:gd name="GluePoint31Y" fmla="*/ 11219 h 13310"/>
              <a:gd name="GluePoint32X" fmla="*/ 6201 w 11910"/>
              <a:gd name="GluePoint32Y" fmla="*/ 11564 h 13310"/>
              <a:gd name="GluePoint33X" fmla="*/ 7035 w 11910"/>
              <a:gd name="GluePoint33Y" fmla="*/ 10951 h 13310"/>
              <a:gd name="GluePoint34X" fmla="*/ 6201 w 11910"/>
              <a:gd name="GluePoint34Y" fmla="*/ 10337 h 13310"/>
              <a:gd name="GluePoint35X" fmla="*/ 5405 w 11910"/>
              <a:gd name="GluePoint35Y" fmla="*/ 10770 h 13310"/>
              <a:gd name="GluePoint36X" fmla="*/ 3383 w 11910"/>
              <a:gd name="GluePoint36Y" fmla="*/ 10379 h 13310"/>
              <a:gd name="GluePoint37X" fmla="*/ 2448 w 11910"/>
              <a:gd name="GluePoint37Y" fmla="*/ 7253 h 13310"/>
              <a:gd name="GluePoint38X" fmla="*/ 2476 w 11910"/>
              <a:gd name="GluePoint38Y" fmla="*/ 6399 h 13310"/>
              <a:gd name="GluePoint39X" fmla="*/ 8100 w 11910"/>
              <a:gd name="GluePoint39Y" fmla="*/ 4283 h 13310"/>
              <a:gd name="GluePoint40X" fmla="*/ 9908 w 11910"/>
              <a:gd name="GluePoint40Y" fmla="*/ 7948 h 13310"/>
              <a:gd name="GluePoint41X" fmla="*/ 6201 w 11910"/>
              <a:gd name="GluePoint41Y" fmla="*/ 12417 h 13310"/>
              <a:gd name="GluePoint42X" fmla="*/ 4037 w 11910"/>
              <a:gd name="GluePoint42Y" fmla="*/ 11334 h 13310"/>
              <a:gd name="GluePoint43X" fmla="*/ 2481 w 11910"/>
              <a:gd name="GluePoint43Y" fmla="*/ 10723 h 13310"/>
              <a:gd name="GluePoint44X" fmla="*/ 3720 w 11910"/>
              <a:gd name="GluePoint44Y" fmla="*/ 12294 h 13310"/>
              <a:gd name="GluePoint45X" fmla="*/ 4715 w 11910"/>
              <a:gd name="GluePoint45Y" fmla="*/ 12964 h 133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</a:cxnLst>
            <a:rect l="textAreaLeft" t="textAreaTop" r="textAreaRight" b="textAreaBottom"/>
            <a:pathLst>
              <a:path w="11910" h="13310">
                <a:moveTo>
                  <a:pt x="4715" y="12964"/>
                </a:moveTo>
                <a:cubicBezTo>
                  <a:pt x="4964" y="13072"/>
                  <a:pt x="5274" y="13192"/>
                  <a:pt x="5571" y="13250"/>
                </a:cubicBezTo>
                <a:lnTo>
                  <a:pt x="6031" y="13306"/>
                </a:lnTo>
                <a:cubicBezTo>
                  <a:pt x="6087" y="13309"/>
                  <a:pt x="6284" y="13310"/>
                  <a:pt x="6326" y="13308"/>
                </a:cubicBezTo>
                <a:cubicBezTo>
                  <a:pt x="6326" y="13308"/>
                  <a:pt x="6561" y="13307"/>
                  <a:pt x="6785" y="13257"/>
                </a:cubicBezTo>
                <a:cubicBezTo>
                  <a:pt x="7009" y="13206"/>
                  <a:pt x="7375" y="13102"/>
                  <a:pt x="7653" y="12968"/>
                </a:cubicBezTo>
                <a:cubicBezTo>
                  <a:pt x="7653" y="12968"/>
                  <a:pt x="8124" y="12696"/>
                  <a:pt x="8646" y="12296"/>
                </a:cubicBezTo>
                <a:cubicBezTo>
                  <a:pt x="9168" y="11896"/>
                  <a:pt x="9928" y="10806"/>
                  <a:pt x="10313" y="9860"/>
                </a:cubicBezTo>
                <a:cubicBezTo>
                  <a:pt x="10853" y="9740"/>
                  <a:pt x="11348" y="9291"/>
                  <a:pt x="11429" y="8301"/>
                </a:cubicBezTo>
                <a:cubicBezTo>
                  <a:pt x="11506" y="7369"/>
                  <a:pt x="11221" y="6954"/>
                  <a:pt x="10839" y="6773"/>
                </a:cubicBezTo>
                <a:cubicBezTo>
                  <a:pt x="10835" y="6662"/>
                  <a:pt x="10830" y="6553"/>
                  <a:pt x="10823" y="6447"/>
                </a:cubicBezTo>
                <a:cubicBezTo>
                  <a:pt x="11315" y="3724"/>
                  <a:pt x="9370" y="2773"/>
                  <a:pt x="9217" y="2727"/>
                </a:cubicBezTo>
                <a:cubicBezTo>
                  <a:pt x="8964" y="2341"/>
                  <a:pt x="7247" y="0"/>
                  <a:pt x="4132" y="1901"/>
                </a:cubicBezTo>
                <a:cubicBezTo>
                  <a:pt x="3675" y="2179"/>
                  <a:pt x="2952" y="2727"/>
                  <a:pt x="2565" y="3279"/>
                </a:cubicBezTo>
                <a:cubicBezTo>
                  <a:pt x="2100" y="3863"/>
                  <a:pt x="1762" y="4707"/>
                  <a:pt x="1624" y="5928"/>
                </a:cubicBezTo>
                <a:cubicBezTo>
                  <a:pt x="1528" y="5938"/>
                  <a:pt x="1432" y="5953"/>
                  <a:pt x="1338" y="5975"/>
                </a:cubicBezTo>
                <a:cubicBezTo>
                  <a:pt x="1313" y="5376"/>
                  <a:pt x="1346" y="3610"/>
                  <a:pt x="2465" y="2355"/>
                </a:cubicBezTo>
                <a:cubicBezTo>
                  <a:pt x="3292" y="1427"/>
                  <a:pt x="4548" y="956"/>
                  <a:pt x="6197" y="956"/>
                </a:cubicBezTo>
                <a:cubicBezTo>
                  <a:pt x="7849" y="956"/>
                  <a:pt x="9131" y="1430"/>
                  <a:pt x="10008" y="2366"/>
                </a:cubicBezTo>
                <a:cubicBezTo>
                  <a:pt x="11449" y="3902"/>
                  <a:pt x="11319" y="6195"/>
                  <a:pt x="11317" y="6218"/>
                </a:cubicBezTo>
                <a:cubicBezTo>
                  <a:pt x="11309" y="6341"/>
                  <a:pt x="11402" y="6447"/>
                  <a:pt x="11525" y="6455"/>
                </a:cubicBezTo>
                <a:cubicBezTo>
                  <a:pt x="11530" y="6456"/>
                  <a:pt x="11535" y="6456"/>
                  <a:pt x="11540" y="6456"/>
                </a:cubicBezTo>
                <a:cubicBezTo>
                  <a:pt x="11657" y="6456"/>
                  <a:pt x="11755" y="6365"/>
                  <a:pt x="11763" y="6247"/>
                </a:cubicBezTo>
                <a:cubicBezTo>
                  <a:pt x="11770" y="6146"/>
                  <a:pt x="11910" y="3743"/>
                  <a:pt x="10337" y="2063"/>
                </a:cubicBezTo>
                <a:cubicBezTo>
                  <a:pt x="9372" y="1032"/>
                  <a:pt x="7979" y="509"/>
                  <a:pt x="6197" y="509"/>
                </a:cubicBezTo>
                <a:cubicBezTo>
                  <a:pt x="4414" y="509"/>
                  <a:pt x="3045" y="1031"/>
                  <a:pt x="2129" y="2061"/>
                </a:cubicBezTo>
                <a:cubicBezTo>
                  <a:pt x="789" y="3566"/>
                  <a:pt x="861" y="5649"/>
                  <a:pt x="899" y="6134"/>
                </a:cubicBezTo>
                <a:cubicBezTo>
                  <a:pt x="377" y="6412"/>
                  <a:pt x="0" y="7019"/>
                  <a:pt x="108" y="8317"/>
                </a:cubicBezTo>
                <a:cubicBezTo>
                  <a:pt x="249" y="10029"/>
                  <a:pt x="1242" y="10625"/>
                  <a:pt x="2182" y="10625"/>
                </a:cubicBezTo>
                <a:cubicBezTo>
                  <a:pt x="2364" y="10625"/>
                  <a:pt x="2526" y="10585"/>
                  <a:pt x="2668" y="10513"/>
                </a:cubicBezTo>
                <a:cubicBezTo>
                  <a:pt x="3206" y="10861"/>
                  <a:pt x="4069" y="11163"/>
                  <a:pt x="5452" y="11219"/>
                </a:cubicBezTo>
                <a:cubicBezTo>
                  <a:pt x="5588" y="11423"/>
                  <a:pt x="5872" y="11564"/>
                  <a:pt x="6201" y="11564"/>
                </a:cubicBezTo>
                <a:cubicBezTo>
                  <a:pt x="6661" y="11564"/>
                  <a:pt x="7035" y="11289"/>
                  <a:pt x="7035" y="10951"/>
                </a:cubicBezTo>
                <a:cubicBezTo>
                  <a:pt x="7035" y="10612"/>
                  <a:pt x="6661" y="10337"/>
                  <a:pt x="6201" y="10337"/>
                </a:cubicBezTo>
                <a:cubicBezTo>
                  <a:pt x="5826" y="10337"/>
                  <a:pt x="5509" y="10520"/>
                  <a:pt x="5405" y="10770"/>
                </a:cubicBezTo>
                <a:cubicBezTo>
                  <a:pt x="4497" y="10727"/>
                  <a:pt x="3847" y="10573"/>
                  <a:pt x="3383" y="10379"/>
                </a:cubicBezTo>
                <a:cubicBezTo>
                  <a:pt x="2749" y="9527"/>
                  <a:pt x="2448" y="8080"/>
                  <a:pt x="2448" y="7253"/>
                </a:cubicBezTo>
                <a:cubicBezTo>
                  <a:pt x="2448" y="6948"/>
                  <a:pt x="2458" y="6663"/>
                  <a:pt x="2476" y="6399"/>
                </a:cubicBezTo>
                <a:cubicBezTo>
                  <a:pt x="5406" y="6497"/>
                  <a:pt x="7148" y="5312"/>
                  <a:pt x="8100" y="4283"/>
                </a:cubicBezTo>
                <a:cubicBezTo>
                  <a:pt x="9326" y="5505"/>
                  <a:pt x="9763" y="7158"/>
                  <a:pt x="9908" y="7948"/>
                </a:cubicBezTo>
                <a:cubicBezTo>
                  <a:pt x="9624" y="10116"/>
                  <a:pt x="8078" y="12417"/>
                  <a:pt x="6201" y="12417"/>
                </a:cubicBezTo>
                <a:cubicBezTo>
                  <a:pt x="5394" y="12417"/>
                  <a:pt x="4648" y="11992"/>
                  <a:pt x="4037" y="11334"/>
                </a:cubicBezTo>
                <a:cubicBezTo>
                  <a:pt x="3414" y="11203"/>
                  <a:pt x="2894" y="10999"/>
                  <a:pt x="2481" y="10723"/>
                </a:cubicBezTo>
                <a:cubicBezTo>
                  <a:pt x="2818" y="11326"/>
                  <a:pt x="3299" y="11948"/>
                  <a:pt x="3720" y="12294"/>
                </a:cubicBezTo>
                <a:cubicBezTo>
                  <a:pt x="4140" y="12639"/>
                  <a:pt x="4466" y="12855"/>
                  <a:pt x="4715" y="12964"/>
                </a:cubicBezTo>
                <a:close/>
              </a:path>
            </a:pathLst>
          </a:cu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c31b3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44" name="iconfont-11841-5650496"/>
          <p:cNvSpPr/>
          <p:nvPr/>
        </p:nvSpPr>
        <p:spPr>
          <a:xfrm>
            <a:off x="7283880" y="2377440"/>
            <a:ext cx="379800" cy="516600"/>
          </a:xfrm>
          <a:custGeom>
            <a:avLst/>
            <a:gdLst>
              <a:gd name="textAreaLeft" fmla="*/ 0 w 379800"/>
              <a:gd name="textAreaRight" fmla="*/ 380160 w 379800"/>
              <a:gd name="textAreaTop" fmla="*/ 0 h 516600"/>
              <a:gd name="textAreaBottom" fmla="*/ 516960 h 516600"/>
              <a:gd name="GluePoint1X" fmla="121763*logheight/600884"/>
              <a:gd name="GluePoint1Y" fmla="*/ 121763 h 600884"/>
              <a:gd name="GluePoint2X" fmla="121763*logheight/600884"/>
              <a:gd name="GluePoint2Y" fmla="*/ 121763 h 600884"/>
              <a:gd name="GluePoint3X" fmla="121763*logheight/600884"/>
              <a:gd name="GluePoint3Y" fmla="*/ 121763 h 600884"/>
              <a:gd name="GluePoint4X" fmla="121763*logheight/600884"/>
              <a:gd name="GluePoint4Y" fmla="*/ 121763 h 600884"/>
              <a:gd name="GluePoint5X" fmla="121763*logheight/600884"/>
              <a:gd name="GluePoint5Y" fmla="*/ 121763 h 600884"/>
              <a:gd name="GluePoint6X" fmla="121763*logheight/600884"/>
              <a:gd name="GluePoint6Y" fmla="*/ 121763 h 600884"/>
              <a:gd name="GluePoint7X" fmla="121763*logheight/600884"/>
              <a:gd name="GluePoint7Y" fmla="*/ 121763 h 600884"/>
              <a:gd name="GluePoint8X" fmla="121763*logheight/600884"/>
              <a:gd name="GluePoint8Y" fmla="*/ 121763 h 600884"/>
              <a:gd name="GluePoint9X" fmla="121763*logheight/600884"/>
              <a:gd name="GluePoint9Y" fmla="*/ 121763 h 600884"/>
              <a:gd name="GluePoint10X" fmla="121763*logheight/600884"/>
              <a:gd name="GluePoint10Y" fmla="*/ 121763 h 600884"/>
              <a:gd name="GluePoint11X" fmla="121763*logheight/600884"/>
              <a:gd name="GluePoint11Y" fmla="*/ 121763 h 600884"/>
              <a:gd name="GluePoint12X" fmla="121763*logheight/600884"/>
              <a:gd name="GluePoint12Y" fmla="*/ 121763 h 600884"/>
              <a:gd name="GluePoint13X" fmla="121763*logheight/600884"/>
              <a:gd name="GluePoint13Y" fmla="*/ 121763 h 600884"/>
              <a:gd name="GluePoint14X" fmla="121763*logheight/600884"/>
              <a:gd name="GluePoint14Y" fmla="*/ 121763 h 600884"/>
              <a:gd name="GluePoint15X" fmla="121763*logheight/600884"/>
              <a:gd name="GluePoint15Y" fmla="*/ 121763 h 600884"/>
              <a:gd name="GluePoint16X" fmla="121763*logheight/600884"/>
              <a:gd name="GluePoint16Y" fmla="*/ 121763 h 600884"/>
              <a:gd name="GluePoint17X" fmla="121763*logheight/600884"/>
              <a:gd name="GluePoint17Y" fmla="*/ 121763 h 600884"/>
              <a:gd name="GluePoint18X" fmla="121763*logheight/600884"/>
              <a:gd name="GluePoint18Y" fmla="*/ 121763 h 600884"/>
              <a:gd name="GluePoint19X" fmla="121763*logheight/600884"/>
              <a:gd name="GluePoint19Y" fmla="*/ 121763 h 600884"/>
              <a:gd name="GluePoint20X" fmla="121763*logheight/600884"/>
              <a:gd name="GluePoint20Y" fmla="*/ 121763 h 600884"/>
              <a:gd name="GluePoint21X" fmla="121763*logheight/600884"/>
              <a:gd name="GluePoint21Y" fmla="*/ 121763 h 600884"/>
              <a:gd name="GluePoint22X" fmla="121763*logheight/600884"/>
              <a:gd name="GluePoint22Y" fmla="*/ 121763 h 600884"/>
              <a:gd name="GluePoint23X" fmla="121763*logheight/600884"/>
              <a:gd name="GluePoint23Y" fmla="*/ 121763 h 600884"/>
              <a:gd name="GluePoint24X" fmla="121763*logheight/600884"/>
              <a:gd name="GluePoint24Y" fmla="*/ 121763 h 600884"/>
              <a:gd name="GluePoint25X" fmla="121763*logheight/600884"/>
              <a:gd name="GluePoint25Y" fmla="*/ 121763 h 600884"/>
              <a:gd name="GluePoint26X" fmla="121763*logheight/600884"/>
              <a:gd name="GluePoint26Y" fmla="*/ 121763 h 600884"/>
              <a:gd name="GluePoint27X" fmla="121763*logheight/600884"/>
              <a:gd name="GluePoint27Y" fmla="*/ 121763 h 600884"/>
              <a:gd name="GluePoint28X" fmla="121763*logheight/600884"/>
              <a:gd name="GluePoint28Y" fmla="*/ 121763 h 600884"/>
              <a:gd name="GluePoint29X" fmla="121763*logheight/600884"/>
              <a:gd name="GluePoint29Y" fmla="*/ 121763 h 600884"/>
              <a:gd name="GluePoint30X" fmla="121763*logheight/600884"/>
              <a:gd name="GluePoint30Y" fmla="*/ 121763 h 600884"/>
              <a:gd name="GluePoint31X" fmla="121763*logheight/600884"/>
              <a:gd name="GluePoint31Y" fmla="*/ 121763 h 600884"/>
              <a:gd name="GluePoint32X" fmla="121763*logheight/600884"/>
              <a:gd name="GluePoint32Y" fmla="*/ 121763 h 600884"/>
              <a:gd name="GluePoint33X" fmla="121763*logheight/600884"/>
              <a:gd name="GluePoint33Y" fmla="*/ 121763 h 600884"/>
              <a:gd name="GluePoint34X" fmla="121763*logheight/600884"/>
              <a:gd name="GluePoint34Y" fmla="*/ 121763 h 600884"/>
              <a:gd name="GluePoint35X" fmla="121763*logheight/600884"/>
              <a:gd name="GluePoint35Y" fmla="*/ 121763 h 600884"/>
              <a:gd name="GluePoint36X" fmla="121763*logheight/600884"/>
              <a:gd name="GluePoint36Y" fmla="*/ 121763 h 600884"/>
              <a:gd name="GluePoint37X" fmla="121763*logheight/600884"/>
              <a:gd name="GluePoint37Y" fmla="*/ 121763 h 600884"/>
              <a:gd name="GluePoint38X" fmla="121763*logheight/600884"/>
              <a:gd name="GluePoint38Y" fmla="*/ 121763 h 600884"/>
              <a:gd name="GluePoint39X" fmla="121763*logheight/600884"/>
              <a:gd name="GluePoint39Y" fmla="*/ 121763 h 600884"/>
              <a:gd name="GluePoint40X" fmla="121763*logheight/600884"/>
              <a:gd name="GluePoint40Y" fmla="*/ 121763 h 600884"/>
              <a:gd name="GluePoint41X" fmla="121763*logheight/600884"/>
              <a:gd name="GluePoint41Y" fmla="*/ 121763 h 600884"/>
              <a:gd name="GluePoint42X" fmla="121763*logheight/600884"/>
              <a:gd name="GluePoint42Y" fmla="*/ 121763 h 600884"/>
              <a:gd name="GluePoint43X" fmla="121763*logheight/600884"/>
              <a:gd name="GluePoint43Y" fmla="*/ 121763 h 600884"/>
              <a:gd name="GluePoint44X" fmla="121763*logheight/600884"/>
              <a:gd name="GluePoint44Y" fmla="*/ 121763 h 600884"/>
              <a:gd name="GluePoint45X" fmla="121763*logheight/600884"/>
              <a:gd name="GluePoint45Y" fmla="*/ 121763 h 600884"/>
              <a:gd name="GluePoint46X" fmla="121763*logheight/600884"/>
              <a:gd name="GluePoint46Y" fmla="*/ 121763 h 600884"/>
              <a:gd name="GluePoint47X" fmla="121763*logheight/600884"/>
              <a:gd name="GluePoint47Y" fmla="*/ 121763 h 600884"/>
              <a:gd name="GluePoint48X" fmla="121763*logheight/600884"/>
              <a:gd name="GluePoint48Y" fmla="*/ 121763 h 600884"/>
              <a:gd name="GluePoint49X" fmla="121763*logheight/600884"/>
              <a:gd name="GluePoint49Y" fmla="*/ 121763 h 600884"/>
              <a:gd name="GluePoint50X" fmla="121763*logheight/600884"/>
              <a:gd name="GluePoint50Y" fmla="*/ 121763 h 600884"/>
              <a:gd name="GluePoint51X" fmla="121763*logheight/600884"/>
              <a:gd name="GluePoint51Y" fmla="*/ 121763 h 600884"/>
              <a:gd name="GluePoint52X" fmla="121763*logheight/600884"/>
              <a:gd name="GluePoint52Y" fmla="*/ 121763 h 600884"/>
              <a:gd name="GluePoint53X" fmla="121763*logheight/600884"/>
              <a:gd name="GluePoint53Y" fmla="*/ 121763 h 600884"/>
              <a:gd name="GluePoint54X" fmla="121763*logheight/600884"/>
              <a:gd name="GluePoint54Y" fmla="*/ 121763 h 600884"/>
              <a:gd name="GluePoint55X" fmla="121763*logheight/600884"/>
              <a:gd name="GluePoint55Y" fmla="*/ 121763 h 600884"/>
              <a:gd name="GluePoint56X" fmla="121763*logheight/600884"/>
              <a:gd name="GluePoint56Y" fmla="*/ 121763 h 600884"/>
              <a:gd name="GluePoint57X" fmla="121763*logheight/600884"/>
              <a:gd name="GluePoint57Y" fmla="*/ 121763 h 600884"/>
              <a:gd name="GluePoint58X" fmla="121763*logheight/600884"/>
              <a:gd name="GluePoint58Y" fmla="*/ 121763 h 600884"/>
              <a:gd name="GluePoint59X" fmla="121763*logheight/600884"/>
              <a:gd name="GluePoint59Y" fmla="*/ 121763 h 600884"/>
              <a:gd name="GluePoint60X" fmla="121763*logheight/600884"/>
              <a:gd name="GluePoint60Y" fmla="*/ 121763 h 600884"/>
              <a:gd name="GluePoint61X" fmla="121763*logheight/600884"/>
              <a:gd name="GluePoint61Y" fmla="*/ 121763 h 600884"/>
              <a:gd name="GluePoint62X" fmla="121763*logheight/600884"/>
              <a:gd name="GluePoint62Y" fmla="*/ 121763 h 600884"/>
              <a:gd name="GluePoint63X" fmla="121763*logheight/600884"/>
              <a:gd name="GluePoint63Y" fmla="*/ 121763 h 600884"/>
              <a:gd name="GluePoint64X" fmla="121763*logheight/600884"/>
              <a:gd name="GluePoint64Y" fmla="*/ 121763 h 600884"/>
              <a:gd name="GluePoint65X" fmla="121763*logheight/600884"/>
              <a:gd name="GluePoint65Y" fmla="*/ 121763 h 600884"/>
              <a:gd name="GluePoint66X" fmla="121763*logheight/600884"/>
              <a:gd name="GluePoint66Y" fmla="*/ 121763 h 600884"/>
              <a:gd name="GluePoint67X" fmla="121763*logheight/600884"/>
              <a:gd name="GluePoint67Y" fmla="*/ 121763 h 60088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</a:cxnLst>
            <a:rect l="textAreaLeft" t="textAreaTop" r="textAreaRight" b="textAreaBottom"/>
            <a:pathLst>
              <a:path w="447102" h="608062">
                <a:moveTo>
                  <a:pt x="374083" y="129981"/>
                </a:moveTo>
                <a:lnTo>
                  <a:pt x="395933" y="129981"/>
                </a:lnTo>
                <a:cubicBezTo>
                  <a:pt x="424238" y="129981"/>
                  <a:pt x="447102" y="152900"/>
                  <a:pt x="447102" y="181066"/>
                </a:cubicBezTo>
                <a:cubicBezTo>
                  <a:pt x="447102" y="321802"/>
                  <a:pt x="446826" y="577687"/>
                  <a:pt x="446826" y="577687"/>
                </a:cubicBezTo>
                <a:cubicBezTo>
                  <a:pt x="446826" y="594439"/>
                  <a:pt x="433181" y="608062"/>
                  <a:pt x="416401" y="608062"/>
                </a:cubicBezTo>
                <a:cubicBezTo>
                  <a:pt x="399529" y="608062"/>
                  <a:pt x="385884" y="594439"/>
                  <a:pt x="385884" y="577687"/>
                </a:cubicBezTo>
                <a:lnTo>
                  <a:pt x="385884" y="396267"/>
                </a:lnTo>
                <a:lnTo>
                  <a:pt x="365601" y="396267"/>
                </a:lnTo>
                <a:lnTo>
                  <a:pt x="365601" y="577687"/>
                </a:lnTo>
                <a:cubicBezTo>
                  <a:pt x="365601" y="586431"/>
                  <a:pt x="367998" y="594531"/>
                  <a:pt x="371962" y="601803"/>
                </a:cubicBezTo>
                <a:cubicBezTo>
                  <a:pt x="366799" y="605669"/>
                  <a:pt x="360438" y="608062"/>
                  <a:pt x="353523" y="608062"/>
                </a:cubicBezTo>
                <a:cubicBezTo>
                  <a:pt x="336651" y="608062"/>
                  <a:pt x="323006" y="594439"/>
                  <a:pt x="323006" y="577687"/>
                </a:cubicBezTo>
                <a:lnTo>
                  <a:pt x="323006" y="280198"/>
                </a:lnTo>
                <a:lnTo>
                  <a:pt x="332226" y="276332"/>
                </a:lnTo>
                <a:lnTo>
                  <a:pt x="335729" y="274768"/>
                </a:lnTo>
                <a:cubicBezTo>
                  <a:pt x="338772" y="273479"/>
                  <a:pt x="341538" y="271546"/>
                  <a:pt x="343750" y="268877"/>
                </a:cubicBezTo>
                <a:lnTo>
                  <a:pt x="421933" y="176464"/>
                </a:lnTo>
                <a:cubicBezTo>
                  <a:pt x="422025" y="176372"/>
                  <a:pt x="422025" y="176280"/>
                  <a:pt x="422117" y="176188"/>
                </a:cubicBezTo>
                <a:cubicBezTo>
                  <a:pt x="422025" y="176188"/>
                  <a:pt x="422025" y="176372"/>
                  <a:pt x="421933" y="176372"/>
                </a:cubicBezTo>
                <a:lnTo>
                  <a:pt x="333425" y="257647"/>
                </a:lnTo>
                <a:cubicBezTo>
                  <a:pt x="331304" y="259580"/>
                  <a:pt x="328907" y="261145"/>
                  <a:pt x="326233" y="262342"/>
                </a:cubicBezTo>
                <a:lnTo>
                  <a:pt x="234775" y="301184"/>
                </a:lnTo>
                <a:cubicBezTo>
                  <a:pt x="231548" y="302565"/>
                  <a:pt x="228137" y="303209"/>
                  <a:pt x="224818" y="303209"/>
                </a:cubicBezTo>
                <a:cubicBezTo>
                  <a:pt x="214953" y="303209"/>
                  <a:pt x="205549" y="297411"/>
                  <a:pt x="201400" y="287746"/>
                </a:cubicBezTo>
                <a:cubicBezTo>
                  <a:pt x="195960" y="274860"/>
                  <a:pt x="201953" y="259948"/>
                  <a:pt x="214860" y="254518"/>
                </a:cubicBezTo>
                <a:lnTo>
                  <a:pt x="302262" y="217332"/>
                </a:lnTo>
                <a:lnTo>
                  <a:pt x="387544" y="139093"/>
                </a:lnTo>
                <a:lnTo>
                  <a:pt x="323006" y="184840"/>
                </a:lnTo>
                <a:lnTo>
                  <a:pt x="323006" y="181066"/>
                </a:lnTo>
                <a:cubicBezTo>
                  <a:pt x="323006" y="152900"/>
                  <a:pt x="345871" y="129981"/>
                  <a:pt x="374083" y="129981"/>
                </a:cubicBezTo>
                <a:close/>
                <a:moveTo>
                  <a:pt x="51156" y="129981"/>
                </a:moveTo>
                <a:lnTo>
                  <a:pt x="73000" y="129981"/>
                </a:lnTo>
                <a:cubicBezTo>
                  <a:pt x="101205" y="129981"/>
                  <a:pt x="124156" y="152900"/>
                  <a:pt x="124156" y="181066"/>
                </a:cubicBezTo>
                <a:lnTo>
                  <a:pt x="124156" y="190639"/>
                </a:lnTo>
                <a:lnTo>
                  <a:pt x="68945" y="148022"/>
                </a:lnTo>
                <a:lnTo>
                  <a:pt x="136691" y="213374"/>
                </a:lnTo>
                <a:lnTo>
                  <a:pt x="198077" y="247522"/>
                </a:lnTo>
                <a:cubicBezTo>
                  <a:pt x="185265" y="258752"/>
                  <a:pt x="180380" y="277161"/>
                  <a:pt x="187385" y="293729"/>
                </a:cubicBezTo>
                <a:cubicBezTo>
                  <a:pt x="188860" y="297042"/>
                  <a:pt x="190704" y="299896"/>
                  <a:pt x="192823" y="302657"/>
                </a:cubicBezTo>
                <a:lnTo>
                  <a:pt x="109132" y="256082"/>
                </a:lnTo>
                <a:cubicBezTo>
                  <a:pt x="107196" y="254978"/>
                  <a:pt x="105445" y="253689"/>
                  <a:pt x="103786" y="252125"/>
                </a:cubicBezTo>
                <a:lnTo>
                  <a:pt x="33643" y="184564"/>
                </a:lnTo>
                <a:lnTo>
                  <a:pt x="96320" y="259856"/>
                </a:lnTo>
                <a:cubicBezTo>
                  <a:pt x="96596" y="260224"/>
                  <a:pt x="96965" y="260593"/>
                  <a:pt x="97334" y="260869"/>
                </a:cubicBezTo>
                <a:lnTo>
                  <a:pt x="103878" y="265471"/>
                </a:lnTo>
                <a:lnTo>
                  <a:pt x="124156" y="279830"/>
                </a:lnTo>
                <a:lnTo>
                  <a:pt x="124063" y="577687"/>
                </a:lnTo>
                <a:cubicBezTo>
                  <a:pt x="124063" y="594439"/>
                  <a:pt x="110422" y="608062"/>
                  <a:pt x="93647" y="608062"/>
                </a:cubicBezTo>
                <a:cubicBezTo>
                  <a:pt x="86642" y="608062"/>
                  <a:pt x="80282" y="605669"/>
                  <a:pt x="75212" y="601803"/>
                </a:cubicBezTo>
                <a:cubicBezTo>
                  <a:pt x="79084" y="594531"/>
                  <a:pt x="81572" y="586431"/>
                  <a:pt x="81572" y="577687"/>
                </a:cubicBezTo>
                <a:lnTo>
                  <a:pt x="81572" y="396267"/>
                </a:lnTo>
                <a:lnTo>
                  <a:pt x="61202" y="396267"/>
                </a:lnTo>
                <a:lnTo>
                  <a:pt x="61202" y="577687"/>
                </a:lnTo>
                <a:cubicBezTo>
                  <a:pt x="61202" y="594439"/>
                  <a:pt x="47561" y="608062"/>
                  <a:pt x="30786" y="608062"/>
                </a:cubicBezTo>
                <a:cubicBezTo>
                  <a:pt x="13918" y="608062"/>
                  <a:pt x="277" y="594439"/>
                  <a:pt x="277" y="577687"/>
                </a:cubicBezTo>
                <a:cubicBezTo>
                  <a:pt x="277" y="577687"/>
                  <a:pt x="0" y="326313"/>
                  <a:pt x="0" y="181066"/>
                </a:cubicBezTo>
                <a:cubicBezTo>
                  <a:pt x="0" y="152900"/>
                  <a:pt x="22951" y="129981"/>
                  <a:pt x="51156" y="129981"/>
                </a:cubicBezTo>
                <a:close/>
                <a:moveTo>
                  <a:pt x="385040" y="0"/>
                </a:moveTo>
                <a:cubicBezTo>
                  <a:pt x="417835" y="0"/>
                  <a:pt x="444421" y="26538"/>
                  <a:pt x="444421" y="59275"/>
                </a:cubicBezTo>
                <a:cubicBezTo>
                  <a:pt x="444421" y="92012"/>
                  <a:pt x="417835" y="118550"/>
                  <a:pt x="385040" y="118550"/>
                </a:cubicBezTo>
                <a:cubicBezTo>
                  <a:pt x="352245" y="118550"/>
                  <a:pt x="325659" y="92012"/>
                  <a:pt x="325659" y="59275"/>
                </a:cubicBezTo>
                <a:cubicBezTo>
                  <a:pt x="325659" y="26538"/>
                  <a:pt x="352245" y="0"/>
                  <a:pt x="385040" y="0"/>
                </a:cubicBezTo>
                <a:close/>
                <a:moveTo>
                  <a:pt x="62097" y="0"/>
                </a:moveTo>
                <a:cubicBezTo>
                  <a:pt x="94912" y="0"/>
                  <a:pt x="121513" y="26538"/>
                  <a:pt x="121513" y="59275"/>
                </a:cubicBezTo>
                <a:cubicBezTo>
                  <a:pt x="121513" y="92012"/>
                  <a:pt x="94912" y="118550"/>
                  <a:pt x="62097" y="118550"/>
                </a:cubicBezTo>
                <a:cubicBezTo>
                  <a:pt x="29282" y="118550"/>
                  <a:pt x="2681" y="92012"/>
                  <a:pt x="2681" y="59275"/>
                </a:cubicBezTo>
                <a:cubicBezTo>
                  <a:pt x="2681" y="26538"/>
                  <a:pt x="29282" y="0"/>
                  <a:pt x="62097" y="0"/>
                </a:cubicBezTo>
                <a:close/>
              </a:path>
            </a:pathLst>
          </a:cu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c31b3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45" name="iconfont-11841-5650496"/>
          <p:cNvSpPr/>
          <p:nvPr/>
        </p:nvSpPr>
        <p:spPr>
          <a:xfrm>
            <a:off x="9943920" y="2377440"/>
            <a:ext cx="401760" cy="516600"/>
          </a:xfrm>
          <a:custGeom>
            <a:avLst/>
            <a:gdLst>
              <a:gd name="textAreaLeft" fmla="*/ 0 w 401760"/>
              <a:gd name="textAreaRight" fmla="*/ 402120 w 401760"/>
              <a:gd name="textAreaTop" fmla="*/ 0 h 516600"/>
              <a:gd name="textAreaBottom" fmla="*/ 516960 h 516600"/>
              <a:gd name="GluePoint1X" fmla="*/ 5866 w 7466"/>
              <a:gd name="GluePoint1Y" fmla="*/ 7472 h 9600"/>
              <a:gd name="GluePoint2X" fmla="*/ 5866 w 7466"/>
              <a:gd name="GluePoint2Y" fmla="*/ 3733 h 9600"/>
              <a:gd name="GluePoint3X" fmla="*/ 4800 w 7466"/>
              <a:gd name="GluePoint3Y" fmla="*/ 3733 h 9600"/>
              <a:gd name="GluePoint4X" fmla="*/ 4800 w 7466"/>
              <a:gd name="GluePoint4Y" fmla="*/ 7472 h 9600"/>
              <a:gd name="GluePoint5X" fmla="*/ 3200 w 7466"/>
              <a:gd name="GluePoint5Y" fmla="*/ 7472 h 9600"/>
              <a:gd name="GluePoint6X" fmla="*/ 5333 w 7466"/>
              <a:gd name="GluePoint6Y" fmla="*/ 9600 h 9600"/>
              <a:gd name="GluePoint7X" fmla="*/ 7466 w 7466"/>
              <a:gd name="GluePoint7Y" fmla="*/ 7472 h 9600"/>
              <a:gd name="GluePoint8X" fmla="*/ 5866 w 7466"/>
              <a:gd name="GluePoint8Y" fmla="*/ 7472 h 9600"/>
              <a:gd name="GluePoint9X" fmla="*/ 2133 w 7466"/>
              <a:gd name="GluePoint9Y" fmla="*/ 0 h 9600"/>
              <a:gd name="GluePoint10X" fmla="*/ 0 w 7466"/>
              <a:gd name="GluePoint10Y" fmla="*/ 2128 h 9600"/>
              <a:gd name="GluePoint11X" fmla="*/ 1600 w 7466"/>
              <a:gd name="GluePoint11Y" fmla="*/ 2128 h 9600"/>
              <a:gd name="GluePoint12X" fmla="*/ 1600 w 7466"/>
              <a:gd name="GluePoint12Y" fmla="*/ 5867 h 9600"/>
              <a:gd name="GluePoint13X" fmla="*/ 2666 w 7466"/>
              <a:gd name="GluePoint13Y" fmla="*/ 5867 h 9600"/>
              <a:gd name="GluePoint14X" fmla="*/ 2666 w 7466"/>
              <a:gd name="GluePoint14Y" fmla="*/ 2128 h 9600"/>
              <a:gd name="GluePoint15X" fmla="*/ 4266 w 7466"/>
              <a:gd name="GluePoint15Y" fmla="*/ 2128 h 9600"/>
              <a:gd name="GluePoint16X" fmla="*/ 2133 w 7466"/>
              <a:gd name="GluePoint16Y" fmla="*/ 0 h 9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</a:cxnLst>
            <a:rect l="textAreaLeft" t="textAreaTop" r="textAreaRight" b="textAreaBottom"/>
            <a:pathLst>
              <a:path w="7465" h="9600">
                <a:moveTo>
                  <a:pt x="5866" y="7472"/>
                </a:moveTo>
                <a:lnTo>
                  <a:pt x="5866" y="3733"/>
                </a:lnTo>
                <a:lnTo>
                  <a:pt x="4800" y="3733"/>
                </a:lnTo>
                <a:lnTo>
                  <a:pt x="4800" y="7472"/>
                </a:lnTo>
                <a:lnTo>
                  <a:pt x="3200" y="7472"/>
                </a:lnTo>
                <a:lnTo>
                  <a:pt x="5333" y="9600"/>
                </a:lnTo>
                <a:lnTo>
                  <a:pt x="7466" y="7472"/>
                </a:lnTo>
                <a:lnTo>
                  <a:pt x="5866" y="7472"/>
                </a:lnTo>
                <a:close/>
                <a:moveTo>
                  <a:pt x="2133" y="0"/>
                </a:moveTo>
                <a:lnTo>
                  <a:pt x="0" y="2128"/>
                </a:lnTo>
                <a:lnTo>
                  <a:pt x="1600" y="2128"/>
                </a:lnTo>
                <a:lnTo>
                  <a:pt x="1600" y="5867"/>
                </a:lnTo>
                <a:lnTo>
                  <a:pt x="2666" y="5867"/>
                </a:lnTo>
                <a:lnTo>
                  <a:pt x="2666" y="2128"/>
                </a:lnTo>
                <a:lnTo>
                  <a:pt x="4266" y="2128"/>
                </a:lnTo>
                <a:lnTo>
                  <a:pt x="2133" y="0"/>
                </a:lnTo>
                <a:close/>
              </a:path>
            </a:pathLst>
          </a:custGeom>
          <a:solidFill>
            <a:srgbClr val="0c31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c31b3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46" name="1"/>
          <p:cNvSpPr/>
          <p:nvPr/>
        </p:nvSpPr>
        <p:spPr>
          <a:xfrm>
            <a:off x="1337760" y="3818160"/>
            <a:ext cx="15577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1"/>
          <p:cNvSpPr/>
          <p:nvPr/>
        </p:nvSpPr>
        <p:spPr>
          <a:xfrm>
            <a:off x="4006440" y="3800160"/>
            <a:ext cx="15577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1"/>
          <p:cNvSpPr/>
          <p:nvPr/>
        </p:nvSpPr>
        <p:spPr>
          <a:xfrm>
            <a:off x="6694920" y="3813120"/>
            <a:ext cx="15577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{{detailed_content[2]}}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1"/>
          <p:cNvSpPr/>
          <p:nvPr/>
        </p:nvSpPr>
        <p:spPr>
          <a:xfrm>
            <a:off x="9366120" y="3830760"/>
            <a:ext cx="15577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121608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思源黑体 Light"/>
                <a:ea typeface="思源黑体 Light"/>
              </a:rPr>
              <a:t>{{detailed_content[3]}}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文本框 26"/>
          <p:cNvSpPr/>
          <p:nvPr/>
        </p:nvSpPr>
        <p:spPr>
          <a:xfrm>
            <a:off x="3060720" y="389880"/>
            <a:ext cx="60688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0c31b3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直接连接符 30"/>
          <p:cNvCxnSpPr/>
          <p:nvPr/>
        </p:nvCxnSpPr>
        <p:spPr>
          <a:xfrm flipH="1">
            <a:off x="1534320" y="657000"/>
            <a:ext cx="1310400" cy="36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cxnSp>
        <p:nvCxnSpPr>
          <p:cNvPr id="252" name="直接连接符 32"/>
          <p:cNvCxnSpPr/>
          <p:nvPr/>
        </p:nvCxnSpPr>
        <p:spPr>
          <a:xfrm>
            <a:off x="9268200" y="650880"/>
            <a:ext cx="1364400" cy="720"/>
          </a:xfrm>
          <a:prstGeom prst="straightConnector1">
            <a:avLst/>
          </a:prstGeom>
          <a:ln w="19050">
            <a:solidFill>
              <a:srgbClr val="0c31b3"/>
            </a:solidFill>
          </a:ln>
        </p:spPr>
      </p:cxnSp>
      <p:sp>
        <p:nvSpPr>
          <p:cNvPr id="253" name="1"/>
          <p:cNvSpPr/>
          <p:nvPr/>
        </p:nvSpPr>
        <p:spPr>
          <a:xfrm>
            <a:off x="188640" y="111600"/>
            <a:ext cx="4193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31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Oval 12"/>
          <p:cNvSpPr/>
          <p:nvPr/>
        </p:nvSpPr>
        <p:spPr>
          <a:xfrm>
            <a:off x="5521680" y="1531440"/>
            <a:ext cx="156960" cy="156960"/>
          </a:xfrm>
          <a:prstGeom prst="ellipse">
            <a:avLst/>
          </a:prstGeom>
          <a:solidFill>
            <a:srgbClr val="84b4e0"/>
          </a:solidFill>
          <a:ln w="6350">
            <a:solidFill>
              <a:srgbClr val="5b9b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55" name="Text Box 13"/>
          <p:cNvSpPr/>
          <p:nvPr/>
        </p:nvSpPr>
        <p:spPr>
          <a:xfrm>
            <a:off x="5775480" y="1377360"/>
            <a:ext cx="569808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{{content_points[0]}}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Oval 15"/>
          <p:cNvSpPr/>
          <p:nvPr/>
        </p:nvSpPr>
        <p:spPr>
          <a:xfrm>
            <a:off x="4851360" y="2925720"/>
            <a:ext cx="156960" cy="156960"/>
          </a:xfrm>
          <a:prstGeom prst="ellipse">
            <a:avLst/>
          </a:prstGeom>
          <a:solidFill>
            <a:srgbClr val="84b4e0"/>
          </a:solidFill>
          <a:ln w="6350">
            <a:solidFill>
              <a:srgbClr val="5b9b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57" name="Text Box 16"/>
          <p:cNvSpPr/>
          <p:nvPr/>
        </p:nvSpPr>
        <p:spPr>
          <a:xfrm>
            <a:off x="5159520" y="2793960"/>
            <a:ext cx="631332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{{content_points[1]}}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Oval 18"/>
          <p:cNvSpPr/>
          <p:nvPr/>
        </p:nvSpPr>
        <p:spPr>
          <a:xfrm>
            <a:off x="3849480" y="4283280"/>
            <a:ext cx="155160" cy="156960"/>
          </a:xfrm>
          <a:prstGeom prst="ellipse">
            <a:avLst/>
          </a:prstGeom>
          <a:solidFill>
            <a:srgbClr val="84b4e0"/>
          </a:solidFill>
          <a:ln w="6350">
            <a:solidFill>
              <a:srgbClr val="5b9b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59" name="Text Box 19"/>
          <p:cNvSpPr/>
          <p:nvPr/>
        </p:nvSpPr>
        <p:spPr>
          <a:xfrm>
            <a:off x="4306680" y="4166280"/>
            <a:ext cx="716544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{{content_points[2]}}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Oval 21"/>
          <p:cNvSpPr/>
          <p:nvPr/>
        </p:nvSpPr>
        <p:spPr>
          <a:xfrm>
            <a:off x="2558160" y="5489640"/>
            <a:ext cx="155160" cy="155160"/>
          </a:xfrm>
          <a:prstGeom prst="ellipse">
            <a:avLst/>
          </a:prstGeom>
          <a:solidFill>
            <a:srgbClr val="84b4e0"/>
          </a:solidFill>
          <a:ln w="6350">
            <a:solidFill>
              <a:srgbClr val="5b9bd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61" name="Text Box 22"/>
          <p:cNvSpPr/>
          <p:nvPr/>
        </p:nvSpPr>
        <p:spPr>
          <a:xfrm>
            <a:off x="2985120" y="5378400"/>
            <a:ext cx="848772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{{content_points[3]}}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任意多边形 39"/>
          <p:cNvSpPr/>
          <p:nvPr/>
        </p:nvSpPr>
        <p:spPr>
          <a:xfrm>
            <a:off x="0" y="0"/>
            <a:ext cx="5922000" cy="6848640"/>
          </a:xfrm>
          <a:custGeom>
            <a:avLst/>
            <a:gdLst>
              <a:gd name="textAreaLeft" fmla="*/ 0 w 5922000"/>
              <a:gd name="textAreaRight" fmla="*/ 5922360 w 5922000"/>
              <a:gd name="textAreaTop" fmla="*/ 0 h 6848640"/>
              <a:gd name="textAreaBottom" fmla="*/ 6849000 h 6848640"/>
              <a:gd name="GluePoint1X" fmla="*/ 0 w 5922294"/>
              <a:gd name="GluePoint1Y" fmla="*/ 0 h 6849083"/>
              <a:gd name="GluePoint2X" fmla="*/ 5922294 w 5922294"/>
              <a:gd name="GluePoint2Y" fmla="*/ 0 h 6849083"/>
              <a:gd name="GluePoint3X" fmla="*/ 5893148 w 5922294"/>
              <a:gd name="GluePoint3Y" fmla="*/ 229373 h 6849083"/>
              <a:gd name="GluePoint4X" fmla="*/ 256881 w 5922294"/>
              <a:gd name="GluePoint4Y" fmla="*/ 6776137 h 6849083"/>
              <a:gd name="GluePoint5X" fmla="*/ 0 w 5922294"/>
              <a:gd name="GluePoint5Y" fmla="*/ 6849083 h 684908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5922294" h="6849082">
                <a:moveTo>
                  <a:pt x="0" y="0"/>
                </a:moveTo>
                <a:lnTo>
                  <a:pt x="5922294" y="0"/>
                </a:lnTo>
                <a:lnTo>
                  <a:pt x="5893148" y="229373"/>
                </a:lnTo>
                <a:cubicBezTo>
                  <a:pt x="5418756" y="3334090"/>
                  <a:pt x="3193634" y="5862712"/>
                  <a:pt x="256881" y="6776137"/>
                </a:cubicBezTo>
                <a:lnTo>
                  <a:pt x="0" y="6849083"/>
                </a:lnTo>
                <a:close/>
              </a:path>
            </a:pathLst>
          </a:custGeom>
          <a:solidFill>
            <a:srgbClr val="00b0f0">
              <a:alpha val="2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45720" rIns="457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63" name="文本框 32"/>
          <p:cNvSpPr/>
          <p:nvPr/>
        </p:nvSpPr>
        <p:spPr>
          <a:xfrm>
            <a:off x="281880" y="3216240"/>
            <a:ext cx="311436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{{title}}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ascendant-business-graphic_45501"/>
          <p:cNvSpPr/>
          <p:nvPr/>
        </p:nvSpPr>
        <p:spPr>
          <a:xfrm>
            <a:off x="1096560" y="2315880"/>
            <a:ext cx="584640" cy="609480"/>
          </a:xfrm>
          <a:custGeom>
            <a:avLst/>
            <a:gdLst>
              <a:gd name="textAreaLeft" fmla="*/ 0 w 584640"/>
              <a:gd name="textAreaRight" fmla="*/ 585000 w 584640"/>
              <a:gd name="textAreaTop" fmla="*/ 0 h 609480"/>
              <a:gd name="textAreaBottom" fmla="*/ 609840 h 609480"/>
              <a:gd name="GluePoint1X" fmla="*/ 113717 w 582729"/>
              <a:gd name="GluePoint1Y" fmla="*/ 502920 h 607498"/>
              <a:gd name="GluePoint2X" fmla="*/ 198463 w 582729"/>
              <a:gd name="GluePoint2Y" fmla="*/ 502920 h 607498"/>
              <a:gd name="GluePoint3X" fmla="*/ 218399 w 582729"/>
              <a:gd name="GluePoint3Y" fmla="*/ 522824 h 607498"/>
              <a:gd name="GluePoint4X" fmla="*/ 218399 w 582729"/>
              <a:gd name="GluePoint4Y" fmla="*/ 587453 h 607498"/>
              <a:gd name="GluePoint5X" fmla="*/ 198463 w 582729"/>
              <a:gd name="GluePoint5Y" fmla="*/ 607357 h 607498"/>
              <a:gd name="GluePoint6X" fmla="*/ 113717 w 582729"/>
              <a:gd name="GluePoint6Y" fmla="*/ 607357 h 607498"/>
              <a:gd name="GluePoint7X" fmla="*/ 93781 w 582729"/>
              <a:gd name="GluePoint7Y" fmla="*/ 587453 h 607498"/>
              <a:gd name="GluePoint8X" fmla="*/ 93781 w 582729"/>
              <a:gd name="GluePoint8Y" fmla="*/ 522824 h 607498"/>
              <a:gd name="GluePoint9X" fmla="*/ 113717 w 582729"/>
              <a:gd name="GluePoint9Y" fmla="*/ 502920 h 607498"/>
              <a:gd name="GluePoint10X" fmla="*/ 278277 w 582729"/>
              <a:gd name="GluePoint10Y" fmla="*/ 428121 h 607498"/>
              <a:gd name="GluePoint11X" fmla="*/ 362951 w 582729"/>
              <a:gd name="GluePoint11Y" fmla="*/ 428121 h 607498"/>
              <a:gd name="GluePoint12X" fmla="*/ 382888 w 582729"/>
              <a:gd name="GluePoint12Y" fmla="*/ 448036 h 607498"/>
              <a:gd name="GluePoint13X" fmla="*/ 382888 w 582729"/>
              <a:gd name="GluePoint13Y" fmla="*/ 587514 h 607498"/>
              <a:gd name="GluePoint14X" fmla="*/ 362951 w 582729"/>
              <a:gd name="GluePoint14Y" fmla="*/ 607428 h 607498"/>
              <a:gd name="GluePoint15X" fmla="*/ 278277 w 582729"/>
              <a:gd name="GluePoint15Y" fmla="*/ 607428 h 607498"/>
              <a:gd name="GluePoint16X" fmla="*/ 258340 w 582729"/>
              <a:gd name="GluePoint16Y" fmla="*/ 587514 h 607498"/>
              <a:gd name="GluePoint17X" fmla="*/ 258340 w 582729"/>
              <a:gd name="GluePoint17Y" fmla="*/ 448114 h 607498"/>
              <a:gd name="GluePoint18X" fmla="*/ 278277 w 582729"/>
              <a:gd name="GluePoint18Y" fmla="*/ 428199 h 607498"/>
              <a:gd name="GluePoint19X" fmla="*/ 442775 w 582729"/>
              <a:gd name="GluePoint19Y" fmla="*/ 378372 h 607498"/>
              <a:gd name="GluePoint20X" fmla="*/ 527570 w 582729"/>
              <a:gd name="GluePoint20Y" fmla="*/ 378372 h 607498"/>
              <a:gd name="GluePoint21X" fmla="*/ 547517 w 582729"/>
              <a:gd name="GluePoint21Y" fmla="*/ 398293 h 607498"/>
              <a:gd name="GluePoint22X" fmla="*/ 547517 w 582729"/>
              <a:gd name="GluePoint22Y" fmla="*/ 587578 h 607498"/>
              <a:gd name="GluePoint23X" fmla="*/ 527570 w 582729"/>
              <a:gd name="GluePoint23Y" fmla="*/ 607498 h 607498"/>
              <a:gd name="GluePoint24X" fmla="*/ 442775 w 582729"/>
              <a:gd name="GluePoint24Y" fmla="*/ 607498 h 607498"/>
              <a:gd name="GluePoint25X" fmla="*/ 422828 w 582729"/>
              <a:gd name="GluePoint25Y" fmla="*/ 587578 h 607498"/>
              <a:gd name="GluePoint26X" fmla="*/ 422828 w 582729"/>
              <a:gd name="GluePoint26Y" fmla="*/ 398293 h 607498"/>
              <a:gd name="GluePoint27X" fmla="*/ 442775 w 582729"/>
              <a:gd name="GluePoint27Y" fmla="*/ 378372 h 607498"/>
              <a:gd name="GluePoint28X" fmla="*/ 568808 w 582729"/>
              <a:gd name="GluePoint28Y" fmla="*/ 0 h 607498"/>
              <a:gd name="GluePoint29X" fmla="*/ 582729 w 582729"/>
              <a:gd name="GluePoint29Y" fmla="*/ 194066 h 607498"/>
              <a:gd name="GluePoint30X" fmla="*/ 526185 w 582729"/>
              <a:gd name="GluePoint30Y" fmla="*/ 166655 h 607498"/>
              <a:gd name="GluePoint31X" fmla="*/ 0 w 582729"/>
              <a:gd name="GluePoint31Y" fmla="*/ 341978 h 607498"/>
              <a:gd name="GluePoint32X" fmla="*/ 20725 w 582729"/>
              <a:gd name="GluePoint32Y" fmla="*/ 275363 h 607498"/>
              <a:gd name="GluePoint33X" fmla="*/ 462680 w 582729"/>
              <a:gd name="GluePoint33Y" fmla="*/ 135885 h 607498"/>
              <a:gd name="GluePoint34X" fmla="*/ 407386 w 582729"/>
              <a:gd name="GluePoint34Y" fmla="*/ 109099 h 6074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582729" h="607498">
                <a:moveTo>
                  <a:pt x="113717" y="502920"/>
                </a:moveTo>
                <a:lnTo>
                  <a:pt x="198463" y="502920"/>
                </a:lnTo>
                <a:cubicBezTo>
                  <a:pt x="209408" y="502920"/>
                  <a:pt x="218399" y="511818"/>
                  <a:pt x="218399" y="522824"/>
                </a:cubicBezTo>
                <a:lnTo>
                  <a:pt x="218399" y="587453"/>
                </a:lnTo>
                <a:cubicBezTo>
                  <a:pt x="218399" y="598459"/>
                  <a:pt x="209408" y="607357"/>
                  <a:pt x="198463" y="607357"/>
                </a:cubicBezTo>
                <a:lnTo>
                  <a:pt x="113717" y="607357"/>
                </a:lnTo>
                <a:cubicBezTo>
                  <a:pt x="102694" y="607357"/>
                  <a:pt x="93781" y="598459"/>
                  <a:pt x="93781" y="587453"/>
                </a:cubicBezTo>
                <a:lnTo>
                  <a:pt x="93781" y="522824"/>
                </a:lnTo>
                <a:cubicBezTo>
                  <a:pt x="93781" y="511818"/>
                  <a:pt x="102694" y="502920"/>
                  <a:pt x="113717" y="502920"/>
                </a:cubicBezTo>
                <a:close/>
                <a:moveTo>
                  <a:pt x="278277" y="428121"/>
                </a:moveTo>
                <a:lnTo>
                  <a:pt x="362951" y="428121"/>
                </a:lnTo>
                <a:cubicBezTo>
                  <a:pt x="373975" y="428121"/>
                  <a:pt x="382888" y="437102"/>
                  <a:pt x="382888" y="448036"/>
                </a:cubicBezTo>
                <a:lnTo>
                  <a:pt x="382888" y="587514"/>
                </a:lnTo>
                <a:cubicBezTo>
                  <a:pt x="382888" y="598447"/>
                  <a:pt x="373975" y="607428"/>
                  <a:pt x="362951" y="607428"/>
                </a:cubicBezTo>
                <a:lnTo>
                  <a:pt x="278277" y="607428"/>
                </a:lnTo>
                <a:cubicBezTo>
                  <a:pt x="267253" y="607428"/>
                  <a:pt x="258340" y="598447"/>
                  <a:pt x="258340" y="587514"/>
                </a:cubicBezTo>
                <a:lnTo>
                  <a:pt x="258340" y="448114"/>
                </a:lnTo>
                <a:cubicBezTo>
                  <a:pt x="258340" y="437102"/>
                  <a:pt x="267253" y="428199"/>
                  <a:pt x="278277" y="428199"/>
                </a:cubicBezTo>
                <a:close/>
                <a:moveTo>
                  <a:pt x="442775" y="378372"/>
                </a:moveTo>
                <a:lnTo>
                  <a:pt x="527570" y="378372"/>
                </a:lnTo>
                <a:cubicBezTo>
                  <a:pt x="538600" y="378372"/>
                  <a:pt x="547517" y="387278"/>
                  <a:pt x="547517" y="398293"/>
                </a:cubicBezTo>
                <a:lnTo>
                  <a:pt x="547517" y="587578"/>
                </a:lnTo>
                <a:cubicBezTo>
                  <a:pt x="547517" y="598514"/>
                  <a:pt x="538600" y="607498"/>
                  <a:pt x="527570" y="607498"/>
                </a:cubicBezTo>
                <a:lnTo>
                  <a:pt x="442775" y="607498"/>
                </a:lnTo>
                <a:cubicBezTo>
                  <a:pt x="431746" y="607498"/>
                  <a:pt x="422828" y="598514"/>
                  <a:pt x="422828" y="587578"/>
                </a:cubicBezTo>
                <a:lnTo>
                  <a:pt x="422828" y="398293"/>
                </a:lnTo>
                <a:cubicBezTo>
                  <a:pt x="422828" y="387278"/>
                  <a:pt x="431746" y="378372"/>
                  <a:pt x="442775" y="378372"/>
                </a:cubicBezTo>
                <a:close/>
                <a:moveTo>
                  <a:pt x="568808" y="0"/>
                </a:moveTo>
                <a:lnTo>
                  <a:pt x="582729" y="194066"/>
                </a:lnTo>
                <a:lnTo>
                  <a:pt x="526185" y="166655"/>
                </a:lnTo>
                <a:cubicBezTo>
                  <a:pt x="449462" y="279892"/>
                  <a:pt x="287650" y="431084"/>
                  <a:pt x="0" y="341978"/>
                </a:cubicBezTo>
                <a:lnTo>
                  <a:pt x="20725" y="275363"/>
                </a:lnTo>
                <a:cubicBezTo>
                  <a:pt x="249875" y="346429"/>
                  <a:pt x="385879" y="245062"/>
                  <a:pt x="462680" y="135885"/>
                </a:cubicBezTo>
                <a:lnTo>
                  <a:pt x="407386" y="1090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65" name="1"/>
          <p:cNvSpPr/>
          <p:nvPr/>
        </p:nvSpPr>
        <p:spPr>
          <a:xfrm>
            <a:off x="5821200" y="1815480"/>
            <a:ext cx="565164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{{detailed_content[3]}}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1"/>
          <p:cNvSpPr/>
          <p:nvPr/>
        </p:nvSpPr>
        <p:spPr>
          <a:xfrm>
            <a:off x="5188320" y="3238920"/>
            <a:ext cx="55818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{{detailed_content[2]}}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1"/>
          <p:cNvSpPr/>
          <p:nvPr/>
        </p:nvSpPr>
        <p:spPr>
          <a:xfrm>
            <a:off x="4378320" y="4655520"/>
            <a:ext cx="55933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{{detailed_content[1]}}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1"/>
          <p:cNvSpPr/>
          <p:nvPr/>
        </p:nvSpPr>
        <p:spPr>
          <a:xfrm>
            <a:off x="3019320" y="5866200"/>
            <a:ext cx="558504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121608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思源黑体 Light"/>
                <a:ea typeface="思源黑体 Light"/>
              </a:rPr>
              <a:t>{{detailed_content[0]}}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1"/>
          <p:cNvSpPr/>
          <p:nvPr/>
        </p:nvSpPr>
        <p:spPr>
          <a:xfrm>
            <a:off x="188640" y="111600"/>
            <a:ext cx="41932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{{section_title}}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图片 17" descr="E:/临时/新建文件夹/图片1.png图片1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矩形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30000">
                <a:srgbClr val="0c31b3">
                  <a:alpha val="40000"/>
                </a:srgbClr>
              </a:gs>
              <a:gs pos="80000">
                <a:srgbClr val="0c31b3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110520">
              <a:lnSpc>
                <a:spcPct val="100000"/>
              </a:lnSpc>
            </a:pPr>
            <a:endParaRPr b="0" lang="en-US" sz="430" strike="noStrike" u="none">
              <a:solidFill>
                <a:srgbClr val="ffffff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72" name="文本框 1"/>
          <p:cNvSpPr/>
          <p:nvPr/>
        </p:nvSpPr>
        <p:spPr>
          <a:xfrm>
            <a:off x="775800" y="2130480"/>
            <a:ext cx="508752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7500"/>
              </a:lnSpc>
            </a:pPr>
            <a:r>
              <a:rPr b="0" lang="zh-CN" sz="6200" strike="noStrike" u="none">
                <a:solidFill>
                  <a:srgbClr val="70c4dc"/>
                </a:solidFill>
                <a:effectLst/>
                <a:uFillTx/>
                <a:latin typeface="思源黑体 Bold"/>
                <a:ea typeface="思源黑体 Bold"/>
              </a:rPr>
              <a:t>展示完毕</a:t>
            </a:r>
            <a:endParaRPr b="0" lang="en-US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文本框 3"/>
          <p:cNvSpPr/>
          <p:nvPr/>
        </p:nvSpPr>
        <p:spPr>
          <a:xfrm>
            <a:off x="775800" y="3062520"/>
            <a:ext cx="508752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7500"/>
              </a:lnSpc>
            </a:pPr>
            <a:r>
              <a:rPr b="0" lang="zh-CN" sz="6200" strike="noStrike" u="none">
                <a:solidFill>
                  <a:schemeClr val="lt1"/>
                </a:solidFill>
                <a:effectLst/>
                <a:uFillTx/>
                <a:latin typeface="思源黑体 Bold"/>
                <a:ea typeface="思源黑体 Bold"/>
              </a:rPr>
              <a:t>感谢您的观看</a:t>
            </a:r>
            <a:endParaRPr b="0" lang="en-US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文本框 9"/>
          <p:cNvSpPr/>
          <p:nvPr/>
        </p:nvSpPr>
        <p:spPr>
          <a:xfrm>
            <a:off x="948240" y="4743360"/>
            <a:ext cx="20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思源黑体 Regular"/>
                <a:ea typeface="思源黑体 Regular"/>
              </a:rPr>
              <a:t>{{author}}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圆角矩形 10"/>
          <p:cNvSpPr/>
          <p:nvPr/>
        </p:nvSpPr>
        <p:spPr>
          <a:xfrm>
            <a:off x="912240" y="4720680"/>
            <a:ext cx="2181240" cy="42588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lt1">
                <a:alpha val="50000"/>
              </a:schemeClr>
            </a:solidFill>
          </a:ln>
          <a:effectLst>
            <a:glow rad="76320">
              <a:srgbClr val="70c4dc">
                <a:alpha val="3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  <p:sp>
        <p:nvSpPr>
          <p:cNvPr id="276" name="文本框 11"/>
          <p:cNvSpPr/>
          <p:nvPr/>
        </p:nvSpPr>
        <p:spPr>
          <a:xfrm>
            <a:off x="3501000" y="4743360"/>
            <a:ext cx="29790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思源黑体 Regular"/>
                <a:ea typeface="思源黑体 Regular"/>
              </a:rPr>
              <a:t>{{contact_info}}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圆角矩形 12"/>
          <p:cNvSpPr/>
          <p:nvPr/>
        </p:nvSpPr>
        <p:spPr>
          <a:xfrm>
            <a:off x="3465000" y="4720680"/>
            <a:ext cx="3015000" cy="42588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lt1">
                <a:alpha val="50000"/>
              </a:schemeClr>
            </a:solidFill>
          </a:ln>
          <a:effectLst>
            <a:glow rad="76320">
              <a:srgbClr val="70c4dc">
                <a:alpha val="35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江城圆体 400W"/>
            </a:endParaRPr>
          </a:p>
        </p:txBody>
      </p:sp>
    </p:spTree>
  </p:cSld>
  <mc:AlternateContent>
    <mc:Choice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rqv050h">
      <a:majorFont>
        <a:latin typeface="Arial" pitchFamily="0" charset="1"/>
        <a:ea typeface="江城圆体 400W" pitchFamily="0" charset="1"/>
        <a:cs typeface="Arial" pitchFamily="0" charset="1"/>
      </a:majorFont>
      <a:minorFont>
        <a:latin typeface="Arial" pitchFamily="0" charset="1"/>
        <a:ea typeface="江城圆体 400W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LibreOffice/25.2.4.2$Windows_X86_64 LibreOffice_project/508ff62361999404a9d3590fe47df713b5888744</Application>
  <AppVersion>15.0000</AppVersion>
  <Words>2126</Words>
  <Paragraphs>214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2020-11-21T07:38:00Z</dcterms:created>
  <dc:creator>吴志伟</dc:creator>
  <dc:description/>
  <dc:language>zh-CN</dc:language>
  <cp:lastModifiedBy/>
  <dcterms:modified xsi:type="dcterms:W3CDTF">2025-08-22T14:34:20Z</dcterms:modified>
  <cp:revision>110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25F0401AEA334AAC843B1C8592E0D6D5_13</vt:lpwstr>
  </property>
  <property fmtid="{D5CDD505-2E9C-101B-9397-08002B2CF9AE}" pid="3" name="KSOProductBuildVer">
    <vt:lpwstr>2052-12.1.0.21915</vt:lpwstr>
  </property>
  <property fmtid="{D5CDD505-2E9C-101B-9397-08002B2CF9AE}" pid="4" name="KSOTemplateUUID">
    <vt:lpwstr>v1.0_mb_15AVTNpjdpMarg8EfBnwug==</vt:lpwstr>
  </property>
  <property fmtid="{D5CDD505-2E9C-101B-9397-08002B2CF9AE}" pid="5" name="PresentationFormat">
    <vt:lpwstr>宽屏</vt:lpwstr>
  </property>
  <property fmtid="{D5CDD505-2E9C-101B-9397-08002B2CF9AE}" pid="6" name="Slides">
    <vt:i4>14</vt:i4>
  </property>
</Properties>
</file>