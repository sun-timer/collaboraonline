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  <Override PartName="/ppt/media/image1.jpeg" ContentType="image/jpeg"/>
  <Override PartName="/ppt/media/image2.png" ContentType="image/png"/>
  <Override PartName="/ppt/media/image4.jpeg" ContentType="image/jpeg"/>
  <Override PartName="/ppt/media/image3.jpeg" ContentType="image/jpe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标题幻灯片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98800" y="914400"/>
            <a:ext cx="9798840" cy="2570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zh-CN" sz="6000" spc="3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/>
                <a:ea typeface="微软雅黑"/>
              </a:rPr>
              <a:t>单击此处编辑母版标题样式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612000" y="6314400"/>
            <a:ext cx="2699640" cy="31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115880" y="6314400"/>
            <a:ext cx="3959640" cy="31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877600" y="6314400"/>
            <a:ext cx="2699640" cy="31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3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1609560"/>
              </a:tabLst>
            </a:pPr>
            <a:r>
              <a:rPr b="0" lang="zh-CN" sz="1800" spc="15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</a:rPr>
              <a:t>点击以编辑提纲文本格式</a:t>
            </a:r>
            <a:endParaRPr b="0" lang="en-US" sz="18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1609560"/>
              </a:tabLst>
            </a:pPr>
            <a:r>
              <a:rPr b="0" lang="zh-CN" sz="1600" spc="15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</a:rPr>
              <a:t>第二提纲级别</a:t>
            </a:r>
            <a:endParaRPr b="0" lang="en-US" sz="16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1609560"/>
              </a:tabLst>
            </a:pPr>
            <a:r>
              <a:rPr b="0" lang="zh-CN" sz="1400" spc="15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</a:rPr>
              <a:t>第三提纲级别</a:t>
            </a:r>
            <a:endParaRPr b="0" lang="en-US" sz="14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1609560"/>
              </a:tabLst>
            </a:pPr>
            <a:r>
              <a:rPr b="0" lang="zh-CN" sz="1400" spc="15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</a:rPr>
              <a:t>第四提纲级别</a:t>
            </a:r>
            <a:endParaRPr b="0" lang="en-US" sz="14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1609560"/>
              </a:tabLst>
            </a:pPr>
            <a:r>
              <a:rPr b="0" lang="zh-CN" sz="2000" spc="15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</a:rPr>
              <a:t>第五提纲级别</a:t>
            </a:r>
            <a:endParaRPr b="0" lang="en-US" sz="20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1609560"/>
              </a:tabLst>
            </a:pPr>
            <a:r>
              <a:rPr b="0" lang="zh-CN" sz="2000" spc="15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</a:rPr>
              <a:t>第六提纲级别</a:t>
            </a:r>
            <a:endParaRPr b="0" lang="en-US" sz="20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1609560"/>
              </a:tabLst>
            </a:pPr>
            <a:r>
              <a:rPr b="0" lang="zh-CN" sz="2000" spc="15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</a:rPr>
              <a:t>第七提纲级别</a:t>
            </a:r>
            <a:endParaRPr b="0" lang="en-US" sz="20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内容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dt" idx="4"/>
          </p:nvPr>
        </p:nvSpPr>
        <p:spPr>
          <a:xfrm>
            <a:off x="612000" y="6314400"/>
            <a:ext cx="2699640" cy="31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ftr" idx="5"/>
          </p:nvPr>
        </p:nvSpPr>
        <p:spPr>
          <a:xfrm>
            <a:off x="4115880" y="6314400"/>
            <a:ext cx="3959640" cy="31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6"/>
          </p:nvPr>
        </p:nvSpPr>
        <p:spPr>
          <a:xfrm>
            <a:off x="8877600" y="6314400"/>
            <a:ext cx="2699640" cy="31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body"/>
          </p:nvPr>
        </p:nvSpPr>
        <p:spPr>
          <a:xfrm>
            <a:off x="608400" y="774000"/>
            <a:ext cx="10972440" cy="5482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marL="228600" indent="-228600" defTabSz="914400">
              <a:lnSpc>
                <a:spcPct val="130000"/>
              </a:lnSpc>
              <a:spcAft>
                <a:spcPts val="1001"/>
              </a:spcAft>
              <a:buClr>
                <a:srgbClr val="595959"/>
              </a:buClr>
              <a:buFont typeface="Arial"/>
              <a:buChar char="●"/>
              <a:tabLst>
                <a:tab algn="l" pos="1609560"/>
              </a:tabLst>
            </a:pPr>
            <a:r>
              <a:rPr b="0" lang="zh-CN" sz="1800" spc="15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微软雅黑"/>
              </a:rPr>
              <a:t>单击此处编辑母版文本样式</a:t>
            </a:r>
            <a:endParaRPr b="0" lang="en-US" sz="18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120000"/>
              </a:lnSpc>
              <a:spcAft>
                <a:spcPts val="601"/>
              </a:spcAft>
              <a:buClr>
                <a:srgbClr val="595959"/>
              </a:buClr>
              <a:buFont typeface="Arial"/>
              <a:buChar char="●"/>
              <a:tabLst>
                <a:tab algn="l" pos="1609560"/>
              </a:tabLst>
            </a:pPr>
            <a:r>
              <a:rPr b="0" lang="zh-CN" sz="1600" spc="15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微软雅黑"/>
              </a:rPr>
              <a:t>第二级</a:t>
            </a:r>
            <a:endParaRPr b="0" lang="en-US" sz="16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20000"/>
              </a:lnSpc>
              <a:spcAft>
                <a:spcPts val="601"/>
              </a:spcAft>
              <a:buClr>
                <a:srgbClr val="595959"/>
              </a:buClr>
              <a:buFont typeface="Arial"/>
              <a:buChar char="●"/>
              <a:tabLst>
                <a:tab algn="l" pos="1609560"/>
              </a:tabLst>
            </a:pPr>
            <a:r>
              <a:rPr b="0" lang="zh-CN" sz="1600" spc="15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微软雅黑"/>
              </a:rPr>
              <a:t>第三级</a:t>
            </a:r>
            <a:endParaRPr b="0" lang="en-US" sz="16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20000"/>
              </a:lnSpc>
              <a:spcAft>
                <a:spcPts val="300"/>
              </a:spcAft>
              <a:buClr>
                <a:srgbClr val="595959"/>
              </a:buClr>
              <a:buFont typeface="Wingdings" charset="2"/>
              <a:buChar char=""/>
              <a:tabLst>
                <a:tab algn="l" pos="1609560"/>
              </a:tabLst>
            </a:pPr>
            <a:r>
              <a:rPr b="0" lang="zh-CN" sz="1400" spc="15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微软雅黑"/>
              </a:rPr>
              <a:t>第四级</a:t>
            </a:r>
            <a:endParaRPr b="0" lang="en-US" sz="14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20000"/>
              </a:lnSpc>
              <a:spcAft>
                <a:spcPts val="300"/>
              </a:spcAft>
              <a:buClr>
                <a:srgbClr val="595959"/>
              </a:buClr>
              <a:buFont typeface="Arial"/>
              <a:buChar char="•"/>
              <a:tabLst>
                <a:tab algn="l" pos="1609560"/>
              </a:tabLst>
            </a:pPr>
            <a:r>
              <a:rPr b="0" lang="zh-CN" sz="1400" spc="15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微软雅黑"/>
              </a:rPr>
              <a:t>第五级</a:t>
            </a:r>
            <a:endParaRPr b="0" lang="en-US" sz="14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末尾幻灯片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dt" idx="7"/>
          </p:nvPr>
        </p:nvSpPr>
        <p:spPr>
          <a:xfrm>
            <a:off x="612000" y="6314400"/>
            <a:ext cx="2699640" cy="31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ftr" idx="8"/>
          </p:nvPr>
        </p:nvSpPr>
        <p:spPr>
          <a:xfrm>
            <a:off x="4115880" y="6314400"/>
            <a:ext cx="3959640" cy="31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sldNum" idx="9"/>
          </p:nvPr>
        </p:nvSpPr>
        <p:spPr>
          <a:xfrm>
            <a:off x="8877600" y="6314400"/>
            <a:ext cx="2699640" cy="31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title"/>
          </p:nvPr>
        </p:nvSpPr>
        <p:spPr>
          <a:xfrm>
            <a:off x="1198800" y="2484000"/>
            <a:ext cx="9798840" cy="101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zh-CN" sz="6000" spc="3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/>
                <a:ea typeface="微软雅黑"/>
              </a:rPr>
              <a:t>单击此处编辑标题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body"/>
          </p:nvPr>
        </p:nvSpPr>
        <p:spPr>
          <a:xfrm>
            <a:off x="1198800" y="3560400"/>
            <a:ext cx="9798840" cy="47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lnSpcReduction="9999"/>
          </a:bodyPr>
          <a:p>
            <a:pPr marL="228600" indent="-228600" algn="ctr" defTabSz="914400">
              <a:lnSpc>
                <a:spcPct val="110000"/>
              </a:lnSpc>
              <a:spcAft>
                <a:spcPts val="1001"/>
              </a:spcAft>
              <a:buNone/>
              <a:tabLst>
                <a:tab algn="l" pos="0"/>
              </a:tabLst>
            </a:pPr>
            <a:r>
              <a:rPr b="0" lang="zh-CN" sz="2400" spc="201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微软雅黑"/>
              </a:rPr>
              <a:t>单击此处编辑母版文本样式</a:t>
            </a:r>
            <a:endParaRPr b="0" lang="en-US" sz="24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和内容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8840" cy="705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zh-CN" sz="3600" spc="3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/>
                <a:ea typeface="微软雅黑"/>
              </a:rPr>
              <a:t>单击此处编辑母版标题样式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8400" y="1490400"/>
            <a:ext cx="10968840" cy="4758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28600" indent="-228600" defTabSz="914400">
              <a:lnSpc>
                <a:spcPct val="130000"/>
              </a:lnSpc>
              <a:spcAft>
                <a:spcPts val="1001"/>
              </a:spcAft>
              <a:buClr>
                <a:srgbClr val="595959"/>
              </a:buClr>
              <a:buFont typeface="Arial"/>
              <a:buChar char="●"/>
              <a:tabLst>
                <a:tab algn="l" pos="1609560"/>
              </a:tabLst>
            </a:pPr>
            <a:r>
              <a:rPr b="0" lang="zh-CN" sz="1800" spc="15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微软雅黑"/>
              </a:rPr>
              <a:t>单击此处编辑母版文本样式</a:t>
            </a:r>
            <a:endParaRPr b="0" lang="en-US" sz="18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120000"/>
              </a:lnSpc>
              <a:spcAft>
                <a:spcPts val="601"/>
              </a:spcAft>
              <a:buClr>
                <a:srgbClr val="595959"/>
              </a:buClr>
              <a:buFont typeface="Arial"/>
              <a:buChar char="●"/>
              <a:tabLst>
                <a:tab algn="l" pos="1609560"/>
              </a:tabLst>
            </a:pPr>
            <a:r>
              <a:rPr b="0" lang="zh-CN" sz="1600" spc="15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微软雅黑"/>
              </a:rPr>
              <a:t>第二级</a:t>
            </a:r>
            <a:endParaRPr b="0" lang="en-US" sz="16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20000"/>
              </a:lnSpc>
              <a:spcAft>
                <a:spcPts val="601"/>
              </a:spcAft>
              <a:buClr>
                <a:srgbClr val="595959"/>
              </a:buClr>
              <a:buFont typeface="Arial"/>
              <a:buChar char="●"/>
              <a:tabLst>
                <a:tab algn="l" pos="1609560"/>
              </a:tabLst>
            </a:pPr>
            <a:r>
              <a:rPr b="0" lang="zh-CN" sz="1600" spc="15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微软雅黑"/>
              </a:rPr>
              <a:t>第三级</a:t>
            </a:r>
            <a:endParaRPr b="0" lang="en-US" sz="16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20000"/>
              </a:lnSpc>
              <a:spcAft>
                <a:spcPts val="300"/>
              </a:spcAft>
              <a:buClr>
                <a:srgbClr val="595959"/>
              </a:buClr>
              <a:buFont typeface="Wingdings" charset="2"/>
              <a:buChar char=""/>
              <a:tabLst>
                <a:tab algn="l" pos="1609560"/>
              </a:tabLst>
            </a:pPr>
            <a:r>
              <a:rPr b="0" lang="zh-CN" sz="1400" spc="15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微软雅黑"/>
              </a:rPr>
              <a:t>第四级</a:t>
            </a:r>
            <a:endParaRPr b="0" lang="en-US" sz="14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20000"/>
              </a:lnSpc>
              <a:spcAft>
                <a:spcPts val="300"/>
              </a:spcAft>
              <a:buClr>
                <a:srgbClr val="595959"/>
              </a:buClr>
              <a:buFont typeface="Arial"/>
              <a:buChar char="•"/>
              <a:tabLst>
                <a:tab algn="l" pos="1609560"/>
              </a:tabLst>
            </a:pPr>
            <a:r>
              <a:rPr b="0" lang="zh-CN" sz="1400" spc="15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微软雅黑"/>
              </a:rPr>
              <a:t>第五级</a:t>
            </a:r>
            <a:endParaRPr b="0" lang="en-US" sz="14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612000" y="6314400"/>
            <a:ext cx="2699640" cy="31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4115880" y="6314400"/>
            <a:ext cx="3959640" cy="31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8877600" y="6314400"/>
            <a:ext cx="2699640" cy="31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节标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990800" y="3848400"/>
            <a:ext cx="7768440" cy="766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zh-CN" sz="4400" spc="3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/>
                <a:ea typeface="微软雅黑"/>
              </a:rPr>
              <a:t>单击此处编辑标题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1990800" y="4615200"/>
            <a:ext cx="7768440" cy="867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 defTabSz="914400">
              <a:lnSpc>
                <a:spcPct val="130000"/>
              </a:lnSpc>
              <a:spcAft>
                <a:spcPts val="1001"/>
              </a:spcAft>
              <a:buNone/>
              <a:tabLst>
                <a:tab algn="l" pos="0"/>
              </a:tabLst>
            </a:pPr>
            <a:r>
              <a:rPr b="0" lang="zh-CN" sz="1800" spc="15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微软雅黑"/>
              </a:rPr>
              <a:t>单击此处编辑文本</a:t>
            </a:r>
            <a:endParaRPr b="0" lang="en-US" sz="18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612000" y="6314400"/>
            <a:ext cx="2699640" cy="31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4115880" y="6314400"/>
            <a:ext cx="3959640" cy="31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8877600" y="6314400"/>
            <a:ext cx="2699640" cy="31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两栏内容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8840" cy="705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zh-CN" sz="3600" spc="3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/>
                <a:ea typeface="微软雅黑"/>
              </a:rPr>
              <a:t>单击此处编辑母版标题样式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608400" y="1501200"/>
            <a:ext cx="5176440" cy="4748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28600" indent="-228600" defTabSz="914400">
              <a:lnSpc>
                <a:spcPct val="130000"/>
              </a:lnSpc>
              <a:spcAft>
                <a:spcPts val="1001"/>
              </a:spcAft>
              <a:buClr>
                <a:srgbClr val="595959"/>
              </a:buClr>
              <a:buFont typeface="Arial"/>
              <a:buChar char="●"/>
              <a:tabLst>
                <a:tab algn="l" pos="1609560"/>
              </a:tabLst>
            </a:pPr>
            <a:r>
              <a:rPr b="0" lang="zh-CN" sz="1800" spc="15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微软雅黑"/>
              </a:rPr>
              <a:t>单击此处编辑母版文本样式</a:t>
            </a:r>
            <a:endParaRPr b="0" lang="en-US" sz="18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120000"/>
              </a:lnSpc>
              <a:spcAft>
                <a:spcPts val="601"/>
              </a:spcAft>
              <a:buClr>
                <a:srgbClr val="595959"/>
              </a:buClr>
              <a:buFont typeface="Arial"/>
              <a:buChar char="●"/>
              <a:tabLst>
                <a:tab algn="l" pos="1609560"/>
              </a:tabLst>
            </a:pPr>
            <a:r>
              <a:rPr b="0" lang="zh-CN" sz="1600" spc="15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微软雅黑"/>
              </a:rPr>
              <a:t>第二级</a:t>
            </a:r>
            <a:endParaRPr b="0" lang="en-US" sz="16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20000"/>
              </a:lnSpc>
              <a:spcAft>
                <a:spcPts val="601"/>
              </a:spcAft>
              <a:buClr>
                <a:srgbClr val="595959"/>
              </a:buClr>
              <a:buFont typeface="Arial"/>
              <a:buChar char="●"/>
              <a:tabLst>
                <a:tab algn="l" pos="1609560"/>
              </a:tabLst>
            </a:pPr>
            <a:r>
              <a:rPr b="0" lang="zh-CN" sz="1600" spc="15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微软雅黑"/>
              </a:rPr>
              <a:t>第三级</a:t>
            </a:r>
            <a:endParaRPr b="0" lang="en-US" sz="16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20000"/>
              </a:lnSpc>
              <a:spcAft>
                <a:spcPts val="300"/>
              </a:spcAft>
              <a:buClr>
                <a:srgbClr val="595959"/>
              </a:buClr>
              <a:buFont typeface="Wingdings" charset="2"/>
              <a:buChar char=""/>
              <a:tabLst>
                <a:tab algn="l" pos="1609560"/>
              </a:tabLst>
            </a:pPr>
            <a:r>
              <a:rPr b="0" lang="zh-CN" sz="1400" spc="15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微软雅黑"/>
              </a:rPr>
              <a:t>第四级</a:t>
            </a:r>
            <a:endParaRPr b="0" lang="en-US" sz="14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20000"/>
              </a:lnSpc>
              <a:spcAft>
                <a:spcPts val="300"/>
              </a:spcAft>
              <a:buClr>
                <a:srgbClr val="595959"/>
              </a:buClr>
              <a:buFont typeface="Arial"/>
              <a:buChar char="•"/>
              <a:tabLst>
                <a:tab algn="l" pos="1609560"/>
              </a:tabLst>
            </a:pPr>
            <a:r>
              <a:rPr b="0" lang="zh-CN" sz="1400" spc="15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微软雅黑"/>
              </a:rPr>
              <a:t>第五级</a:t>
            </a:r>
            <a:endParaRPr b="0" lang="en-US" sz="14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411600" y="1501200"/>
            <a:ext cx="5176440" cy="4748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28600" indent="-228600" defTabSz="914400">
              <a:lnSpc>
                <a:spcPct val="130000"/>
              </a:lnSpc>
              <a:spcAft>
                <a:spcPts val="1001"/>
              </a:spcAft>
              <a:buClr>
                <a:srgbClr val="595959"/>
              </a:buClr>
              <a:buFont typeface="Arial"/>
              <a:buChar char="●"/>
              <a:tabLst>
                <a:tab algn="l" pos="1609560"/>
              </a:tabLst>
            </a:pPr>
            <a:r>
              <a:rPr b="0" lang="zh-CN" sz="1800" spc="15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微软雅黑"/>
              </a:rPr>
              <a:t>单击此处编辑母版文本样式</a:t>
            </a:r>
            <a:endParaRPr b="0" lang="en-US" sz="18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120000"/>
              </a:lnSpc>
              <a:spcAft>
                <a:spcPts val="601"/>
              </a:spcAft>
              <a:buClr>
                <a:srgbClr val="595959"/>
              </a:buClr>
              <a:buFont typeface="Arial"/>
              <a:buChar char="●"/>
              <a:tabLst>
                <a:tab algn="l" pos="1609560"/>
              </a:tabLst>
            </a:pPr>
            <a:r>
              <a:rPr b="0" lang="zh-CN" sz="1600" spc="15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微软雅黑"/>
              </a:rPr>
              <a:t>第二级</a:t>
            </a:r>
            <a:endParaRPr b="0" lang="en-US" sz="16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20000"/>
              </a:lnSpc>
              <a:spcAft>
                <a:spcPts val="601"/>
              </a:spcAft>
              <a:buClr>
                <a:srgbClr val="595959"/>
              </a:buClr>
              <a:buFont typeface="Arial"/>
              <a:buChar char="●"/>
              <a:tabLst>
                <a:tab algn="l" pos="1609560"/>
              </a:tabLst>
            </a:pPr>
            <a:r>
              <a:rPr b="0" lang="zh-CN" sz="1600" spc="15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微软雅黑"/>
              </a:rPr>
              <a:t>第三级</a:t>
            </a:r>
            <a:endParaRPr b="0" lang="en-US" sz="16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20000"/>
              </a:lnSpc>
              <a:spcAft>
                <a:spcPts val="300"/>
              </a:spcAft>
              <a:buClr>
                <a:srgbClr val="595959"/>
              </a:buClr>
              <a:buFont typeface="Wingdings" charset="2"/>
              <a:buChar char=""/>
              <a:tabLst>
                <a:tab algn="l" pos="1609560"/>
              </a:tabLst>
            </a:pPr>
            <a:r>
              <a:rPr b="0" lang="zh-CN" sz="1400" spc="15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微软雅黑"/>
              </a:rPr>
              <a:t>第四级</a:t>
            </a:r>
            <a:endParaRPr b="0" lang="en-US" sz="14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20000"/>
              </a:lnSpc>
              <a:spcAft>
                <a:spcPts val="300"/>
              </a:spcAft>
              <a:buClr>
                <a:srgbClr val="595959"/>
              </a:buClr>
              <a:buFont typeface="Arial"/>
              <a:buChar char="•"/>
              <a:tabLst>
                <a:tab algn="l" pos="1609560"/>
              </a:tabLst>
            </a:pPr>
            <a:r>
              <a:rPr b="0" lang="zh-CN" sz="1400" spc="15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微软雅黑"/>
              </a:rPr>
              <a:t>第五级</a:t>
            </a:r>
            <a:endParaRPr b="0" lang="en-US" sz="14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612000" y="6314400"/>
            <a:ext cx="2699640" cy="31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4115880" y="6314400"/>
            <a:ext cx="3959640" cy="31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8877600" y="6314400"/>
            <a:ext cx="2699640" cy="31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比较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8840" cy="705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zh-CN" sz="3600" spc="3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/>
                <a:ea typeface="微软雅黑"/>
              </a:rPr>
              <a:t>单击此处编辑母版标题样式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608400" y="1429200"/>
            <a:ext cx="5342040" cy="381240"/>
          </a:xfrm>
          <a:prstGeom prst="rect">
            <a:avLst/>
          </a:prstGeom>
          <a:noFill/>
          <a:ln w="0">
            <a:noFill/>
          </a:ln>
        </p:spPr>
        <p:txBody>
          <a:bodyPr lIns="101520" rIns="76320" tIns="38160" bIns="38160" anchor="t">
            <a:normAutofit/>
          </a:bodyPr>
          <a:p>
            <a:pPr indent="0" defTabSz="914400">
              <a:lnSpc>
                <a:spcPct val="100000"/>
              </a:lnSpc>
              <a:spcAft>
                <a:spcPts val="1001"/>
              </a:spcAft>
              <a:buNone/>
              <a:tabLst>
                <a:tab algn="l" pos="0"/>
              </a:tabLst>
            </a:pPr>
            <a:r>
              <a:rPr b="1" lang="zh-CN" sz="2000" spc="20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微软雅黑"/>
              </a:rPr>
              <a:t>单击此处编辑文本</a:t>
            </a:r>
            <a:endParaRPr b="0" lang="en-US" sz="20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608400" y="1854000"/>
            <a:ext cx="5342040" cy="4395240"/>
          </a:xfrm>
          <a:prstGeom prst="rect">
            <a:avLst/>
          </a:prstGeom>
          <a:noFill/>
          <a:ln w="0">
            <a:noFill/>
          </a:ln>
        </p:spPr>
        <p:txBody>
          <a:bodyPr lIns="101520" rIns="82440" tIns="0" bIns="0" anchor="t">
            <a:normAutofit/>
          </a:bodyPr>
          <a:p>
            <a:pPr marL="228600" indent="-228600" defTabSz="914400">
              <a:lnSpc>
                <a:spcPct val="130000"/>
              </a:lnSpc>
              <a:spcAft>
                <a:spcPts val="1001"/>
              </a:spcAft>
              <a:buClr>
                <a:srgbClr val="595959"/>
              </a:buClr>
              <a:buFont typeface="Arial"/>
              <a:buChar char="●"/>
              <a:tabLst>
                <a:tab algn="l" pos="1609560"/>
              </a:tabLst>
            </a:pPr>
            <a:r>
              <a:rPr b="0" lang="zh-CN" sz="1800" spc="15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微软雅黑"/>
              </a:rPr>
              <a:t>单击此处编辑母版文本样式</a:t>
            </a:r>
            <a:endParaRPr b="0" lang="en-US" sz="18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120000"/>
              </a:lnSpc>
              <a:spcAft>
                <a:spcPts val="601"/>
              </a:spcAft>
              <a:buClr>
                <a:srgbClr val="595959"/>
              </a:buClr>
              <a:buFont typeface="Arial"/>
              <a:buChar char="●"/>
              <a:tabLst>
                <a:tab algn="l" pos="1609560"/>
              </a:tabLst>
            </a:pPr>
            <a:r>
              <a:rPr b="0" lang="zh-CN" sz="1600" spc="15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微软雅黑"/>
              </a:rPr>
              <a:t>第二级</a:t>
            </a:r>
            <a:endParaRPr b="0" lang="en-US" sz="16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20000"/>
              </a:lnSpc>
              <a:spcAft>
                <a:spcPts val="601"/>
              </a:spcAft>
              <a:buClr>
                <a:srgbClr val="595959"/>
              </a:buClr>
              <a:buFont typeface="Arial"/>
              <a:buChar char="●"/>
              <a:tabLst>
                <a:tab algn="l" pos="1609560"/>
              </a:tabLst>
            </a:pPr>
            <a:r>
              <a:rPr b="0" lang="zh-CN" sz="1600" spc="15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微软雅黑"/>
              </a:rPr>
              <a:t>第三级</a:t>
            </a:r>
            <a:endParaRPr b="0" lang="en-US" sz="16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20000"/>
              </a:lnSpc>
              <a:spcAft>
                <a:spcPts val="300"/>
              </a:spcAft>
              <a:buClr>
                <a:srgbClr val="595959"/>
              </a:buClr>
              <a:buFont typeface="Wingdings" charset="2"/>
              <a:buChar char=""/>
              <a:tabLst>
                <a:tab algn="l" pos="1609560"/>
              </a:tabLst>
            </a:pPr>
            <a:r>
              <a:rPr b="0" lang="zh-CN" sz="1400" spc="15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微软雅黑"/>
              </a:rPr>
              <a:t>第四级</a:t>
            </a:r>
            <a:endParaRPr b="0" lang="en-US" sz="14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20000"/>
              </a:lnSpc>
              <a:spcAft>
                <a:spcPts val="300"/>
              </a:spcAft>
              <a:buClr>
                <a:srgbClr val="595959"/>
              </a:buClr>
              <a:buFont typeface="Arial"/>
              <a:buChar char="•"/>
              <a:tabLst>
                <a:tab algn="l" pos="1609560"/>
              </a:tabLst>
            </a:pPr>
            <a:r>
              <a:rPr b="0" lang="zh-CN" sz="1400" spc="15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微软雅黑"/>
              </a:rPr>
              <a:t>第五级</a:t>
            </a:r>
            <a:endParaRPr b="0" lang="en-US" sz="14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235920" y="1421640"/>
            <a:ext cx="5342040" cy="381240"/>
          </a:xfrm>
          <a:prstGeom prst="rect">
            <a:avLst/>
          </a:prstGeom>
          <a:noFill/>
          <a:ln w="0">
            <a:noFill/>
          </a:ln>
        </p:spPr>
        <p:txBody>
          <a:bodyPr lIns="101520" rIns="76320" tIns="38160" bIns="38160" anchor="t">
            <a:normAutofit/>
          </a:bodyPr>
          <a:p>
            <a:pPr indent="0" defTabSz="914400">
              <a:lnSpc>
                <a:spcPct val="100000"/>
              </a:lnSpc>
              <a:spcAft>
                <a:spcPts val="1001"/>
              </a:spcAft>
              <a:buNone/>
              <a:tabLst>
                <a:tab algn="l" pos="0"/>
              </a:tabLst>
            </a:pPr>
            <a:r>
              <a:rPr b="1" lang="zh-CN" sz="2000" spc="201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微软雅黑"/>
              </a:rPr>
              <a:t>单击此处编辑文本</a:t>
            </a:r>
            <a:endParaRPr b="0" lang="en-US" sz="20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6235920" y="1854000"/>
            <a:ext cx="5342040" cy="4395240"/>
          </a:xfrm>
          <a:prstGeom prst="rect">
            <a:avLst/>
          </a:prstGeom>
          <a:noFill/>
          <a:ln w="0">
            <a:noFill/>
          </a:ln>
        </p:spPr>
        <p:txBody>
          <a:bodyPr lIns="101520" rIns="82440" tIns="0" bIns="0" anchor="t">
            <a:normAutofit/>
          </a:bodyPr>
          <a:p>
            <a:pPr marL="228600" indent="-228600" defTabSz="914400">
              <a:lnSpc>
                <a:spcPct val="130000"/>
              </a:lnSpc>
              <a:spcAft>
                <a:spcPts val="1001"/>
              </a:spcAft>
              <a:buClr>
                <a:srgbClr val="595959"/>
              </a:buClr>
              <a:buFont typeface="Arial"/>
              <a:buChar char="●"/>
              <a:tabLst>
                <a:tab algn="l" pos="1609560"/>
              </a:tabLst>
            </a:pPr>
            <a:r>
              <a:rPr b="0" lang="zh-CN" sz="1800" spc="15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微软雅黑"/>
              </a:rPr>
              <a:t>单击此处编辑母版文本样式</a:t>
            </a:r>
            <a:endParaRPr b="0" lang="en-US" sz="18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120000"/>
              </a:lnSpc>
              <a:spcAft>
                <a:spcPts val="601"/>
              </a:spcAft>
              <a:buClr>
                <a:srgbClr val="595959"/>
              </a:buClr>
              <a:buFont typeface="Arial"/>
              <a:buChar char="●"/>
              <a:tabLst>
                <a:tab algn="l" pos="1609560"/>
              </a:tabLst>
            </a:pPr>
            <a:r>
              <a:rPr b="0" lang="zh-CN" sz="1600" spc="15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微软雅黑"/>
              </a:rPr>
              <a:t>第二级</a:t>
            </a:r>
            <a:endParaRPr b="0" lang="en-US" sz="16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20000"/>
              </a:lnSpc>
              <a:spcAft>
                <a:spcPts val="601"/>
              </a:spcAft>
              <a:buClr>
                <a:srgbClr val="595959"/>
              </a:buClr>
              <a:buFont typeface="Arial"/>
              <a:buChar char="●"/>
              <a:tabLst>
                <a:tab algn="l" pos="1609560"/>
              </a:tabLst>
            </a:pPr>
            <a:r>
              <a:rPr b="0" lang="zh-CN" sz="1600" spc="15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微软雅黑"/>
              </a:rPr>
              <a:t>第三级</a:t>
            </a:r>
            <a:endParaRPr b="0" lang="en-US" sz="16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20000"/>
              </a:lnSpc>
              <a:spcAft>
                <a:spcPts val="300"/>
              </a:spcAft>
              <a:buClr>
                <a:srgbClr val="595959"/>
              </a:buClr>
              <a:buFont typeface="Wingdings" charset="2"/>
              <a:buChar char=""/>
              <a:tabLst>
                <a:tab algn="l" pos="1609560"/>
              </a:tabLst>
            </a:pPr>
            <a:r>
              <a:rPr b="0" lang="zh-CN" sz="1400" spc="15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微软雅黑"/>
              </a:rPr>
              <a:t>第四级</a:t>
            </a:r>
            <a:endParaRPr b="0" lang="en-US" sz="14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20000"/>
              </a:lnSpc>
              <a:spcAft>
                <a:spcPts val="300"/>
              </a:spcAft>
              <a:buClr>
                <a:srgbClr val="595959"/>
              </a:buClr>
              <a:buFont typeface="Arial"/>
              <a:buChar char="•"/>
              <a:tabLst>
                <a:tab algn="l" pos="1609560"/>
              </a:tabLst>
            </a:pPr>
            <a:r>
              <a:rPr b="0" lang="zh-CN" sz="1400" spc="15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微软雅黑"/>
              </a:rPr>
              <a:t>第五级</a:t>
            </a:r>
            <a:endParaRPr b="0" lang="en-US" sz="14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612000" y="6314400"/>
            <a:ext cx="2699640" cy="31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4115880" y="6314400"/>
            <a:ext cx="3959640" cy="31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8877600" y="6314400"/>
            <a:ext cx="2699640" cy="31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仅标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8840" cy="705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zh-CN" sz="3600" spc="3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/>
                <a:ea typeface="微软雅黑"/>
              </a:rPr>
              <a:t>单击此处编辑母版标题样式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612000" y="6314400"/>
            <a:ext cx="2699640" cy="31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4115880" y="6314400"/>
            <a:ext cx="3959640" cy="31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8877600" y="6314400"/>
            <a:ext cx="2699640" cy="31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空白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612000" y="6314400"/>
            <a:ext cx="2699640" cy="31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4115880" y="6314400"/>
            <a:ext cx="3959640" cy="31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8877600" y="6314400"/>
            <a:ext cx="2699640" cy="31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图片与标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body"/>
          </p:nvPr>
        </p:nvSpPr>
        <p:spPr>
          <a:xfrm>
            <a:off x="608400" y="1555200"/>
            <a:ext cx="5232600" cy="460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32000" indent="-324000">
              <a:lnSpc>
                <a:spcPct val="13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1609560"/>
              </a:tabLst>
            </a:pPr>
            <a:r>
              <a:rPr b="0" lang="zh-CN" sz="1600" spc="15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</a:rPr>
              <a:t>点击以编辑提纲文本格式</a:t>
            </a:r>
            <a:endParaRPr b="0" lang="en-US" sz="16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1609560"/>
              </a:tabLst>
            </a:pPr>
            <a:r>
              <a:rPr b="0" lang="zh-CN" sz="1600" spc="15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</a:rPr>
              <a:t>第二提纲级别</a:t>
            </a:r>
            <a:endParaRPr b="0" lang="en-US" sz="16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1609560"/>
              </a:tabLst>
            </a:pPr>
            <a:r>
              <a:rPr b="0" lang="zh-CN" sz="1600" spc="15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</a:rPr>
              <a:t>第三提纲级别</a:t>
            </a:r>
            <a:endParaRPr b="0" lang="en-US" sz="16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1609560"/>
              </a:tabLst>
            </a:pPr>
            <a:r>
              <a:rPr b="0" lang="zh-CN" sz="1600" spc="15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</a:rPr>
              <a:t>第四提纲级别</a:t>
            </a:r>
            <a:endParaRPr b="0" lang="en-US" sz="16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1609560"/>
              </a:tabLst>
            </a:pPr>
            <a:r>
              <a:rPr b="0" lang="zh-CN" sz="1600" spc="15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</a:rPr>
              <a:t>第五提纲级别</a:t>
            </a:r>
            <a:endParaRPr b="0" lang="en-US" sz="16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1609560"/>
              </a:tabLst>
            </a:pPr>
            <a:r>
              <a:rPr b="0" lang="zh-CN" sz="1600" spc="15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</a:rPr>
              <a:t>第六提纲级别</a:t>
            </a:r>
            <a:endParaRPr b="0" lang="en-US" sz="16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1609560"/>
              </a:tabLst>
            </a:pPr>
            <a:r>
              <a:rPr b="0" lang="zh-CN" sz="1600" spc="15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</a:rPr>
              <a:t>第七提纲级别</a:t>
            </a:r>
            <a:endParaRPr b="0" lang="en-US" sz="16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6350400" y="1555200"/>
            <a:ext cx="5226840" cy="460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28600" indent="-228600" defTabSz="914400">
              <a:lnSpc>
                <a:spcPct val="130000"/>
              </a:lnSpc>
              <a:spcAft>
                <a:spcPts val="1001"/>
              </a:spcAft>
              <a:buNone/>
              <a:tabLst>
                <a:tab algn="l" pos="0"/>
              </a:tabLst>
            </a:pPr>
            <a:r>
              <a:rPr b="0" lang="zh-CN" sz="1600" spc="15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微软雅黑"/>
              </a:rPr>
              <a:t>单击此处编辑母版文本样式</a:t>
            </a:r>
            <a:endParaRPr b="0" lang="en-US" sz="16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28"/>
          </p:nvPr>
        </p:nvSpPr>
        <p:spPr>
          <a:xfrm>
            <a:off x="612000" y="6314400"/>
            <a:ext cx="2699640" cy="31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ftr" idx="29"/>
          </p:nvPr>
        </p:nvSpPr>
        <p:spPr>
          <a:xfrm>
            <a:off x="4115880" y="6314400"/>
            <a:ext cx="3959640" cy="31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sldNum" idx="30"/>
          </p:nvPr>
        </p:nvSpPr>
        <p:spPr>
          <a:xfrm>
            <a:off x="8877600" y="6314400"/>
            <a:ext cx="2699640" cy="31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8840" cy="705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7160" bIns="47160" anchor="ctr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zh-CN" sz="3600" spc="3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/>
                <a:ea typeface="微软雅黑"/>
              </a:rPr>
              <a:t>单击此处编辑母版标题样式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竖排标题与文本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0234800" y="914400"/>
            <a:ext cx="1043640" cy="5028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vert="eaVert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zh-CN" sz="2800" spc="3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/>
                <a:ea typeface="微软雅黑"/>
              </a:rPr>
              <a:t>单击此处编辑标题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914400" y="914400"/>
            <a:ext cx="9168840" cy="5028840"/>
          </a:xfrm>
          <a:prstGeom prst="rect">
            <a:avLst/>
          </a:prstGeom>
          <a:noFill/>
          <a:ln w="0">
            <a:noFill/>
          </a:ln>
        </p:spPr>
        <p:txBody>
          <a:bodyPr lIns="46800" rIns="46800" tIns="46800" bIns="46800" anchor="t" vert="eaVert">
            <a:noAutofit/>
          </a:bodyPr>
          <a:p>
            <a:pPr marL="228600" indent="-228600" defTabSz="914400">
              <a:lnSpc>
                <a:spcPct val="130000"/>
              </a:lnSpc>
              <a:spcAft>
                <a:spcPts val="1001"/>
              </a:spcAft>
              <a:buClr>
                <a:srgbClr val="595959"/>
              </a:buClr>
              <a:buFont typeface="Arial"/>
              <a:buChar char="●"/>
              <a:tabLst>
                <a:tab algn="l" pos="1609560"/>
              </a:tabLst>
            </a:pPr>
            <a:r>
              <a:rPr b="0" lang="zh-CN" sz="1800" spc="30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微软雅黑"/>
              </a:rPr>
              <a:t>单击此处编辑母版文本样式</a:t>
            </a:r>
            <a:endParaRPr b="0" lang="en-US" sz="18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120000"/>
              </a:lnSpc>
              <a:spcAft>
                <a:spcPts val="601"/>
              </a:spcAft>
              <a:buClr>
                <a:srgbClr val="595959"/>
              </a:buClr>
              <a:buFont typeface="Arial"/>
              <a:buChar char="●"/>
              <a:tabLst>
                <a:tab algn="l" pos="1609560"/>
              </a:tabLst>
            </a:pPr>
            <a:r>
              <a:rPr b="0" lang="zh-CN" sz="1600" spc="30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微软雅黑"/>
              </a:rPr>
              <a:t>第二级</a:t>
            </a:r>
            <a:endParaRPr b="0" lang="en-US" sz="16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20000"/>
              </a:lnSpc>
              <a:spcAft>
                <a:spcPts val="601"/>
              </a:spcAft>
              <a:buClr>
                <a:srgbClr val="595959"/>
              </a:buClr>
              <a:buFont typeface="Arial"/>
              <a:buChar char="●"/>
              <a:tabLst>
                <a:tab algn="l" pos="1609560"/>
              </a:tabLst>
            </a:pPr>
            <a:r>
              <a:rPr b="0" lang="zh-CN" sz="1600" spc="30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微软雅黑"/>
              </a:rPr>
              <a:t>第三级</a:t>
            </a:r>
            <a:endParaRPr b="0" lang="en-US" sz="16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20000"/>
              </a:lnSpc>
              <a:spcAft>
                <a:spcPts val="300"/>
              </a:spcAft>
              <a:buClr>
                <a:srgbClr val="595959"/>
              </a:buClr>
              <a:buFont typeface="Wingdings" charset="2"/>
              <a:buChar char=""/>
              <a:tabLst>
                <a:tab algn="l" pos="1609560"/>
              </a:tabLst>
            </a:pPr>
            <a:r>
              <a:rPr b="0" lang="zh-CN" sz="1400" spc="30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微软雅黑"/>
              </a:rPr>
              <a:t>第四级</a:t>
            </a:r>
            <a:endParaRPr b="0" lang="en-US" sz="14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20000"/>
              </a:lnSpc>
              <a:spcAft>
                <a:spcPts val="300"/>
              </a:spcAft>
              <a:buClr>
                <a:srgbClr val="595959"/>
              </a:buClr>
              <a:buFont typeface="Arial"/>
              <a:buChar char="•"/>
              <a:tabLst>
                <a:tab algn="l" pos="1609560"/>
              </a:tabLst>
            </a:pPr>
            <a:r>
              <a:rPr b="0" lang="zh-CN" sz="1400" spc="300" strike="noStrike" u="non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微软雅黑"/>
              </a:rPr>
              <a:t>第五级</a:t>
            </a:r>
            <a:endParaRPr b="0" lang="en-US" sz="1400" spc="150" strike="noStrike" u="non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dt" idx="31"/>
          </p:nvPr>
        </p:nvSpPr>
        <p:spPr>
          <a:xfrm>
            <a:off x="612000" y="6314400"/>
            <a:ext cx="2699640" cy="31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ftr" idx="32"/>
          </p:nvPr>
        </p:nvSpPr>
        <p:spPr>
          <a:xfrm>
            <a:off x="4115880" y="6314400"/>
            <a:ext cx="3959640" cy="31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33"/>
          </p:nvPr>
        </p:nvSpPr>
        <p:spPr>
          <a:xfrm>
            <a:off x="8877600" y="6314400"/>
            <a:ext cx="2699640" cy="31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9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3.jpe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3.jpeg"/><Relationship Id="rId3" Type="http://schemas.openxmlformats.org/officeDocument/2006/relationships/image" Target="../media/image3.jpeg"/><Relationship Id="rId4" Type="http://schemas.openxmlformats.org/officeDocument/2006/relationships/image" Target="../media/image3.jpeg"/><Relationship Id="rId5" Type="http://schemas.openxmlformats.org/officeDocument/2006/relationships/image" Target="../media/image3.jpeg"/><Relationship Id="rId6" Type="http://schemas.openxmlformats.org/officeDocument/2006/relationships/image" Target="../media/image3.jpeg"/><Relationship Id="rId7" Type="http://schemas.openxmlformats.org/officeDocument/2006/relationships/image" Target="../media/image3.jpeg"/><Relationship Id="rId8" Type="http://schemas.openxmlformats.org/officeDocument/2006/relationships/image" Target="../media/image3.jpeg"/><Relationship Id="rId9" Type="http://schemas.openxmlformats.org/officeDocument/2006/relationships/image" Target="../media/image3.jpeg"/><Relationship Id="rId10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3.jpe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3.jpe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图片 12" descr="E:/AI工具/AI Office/PPT模版/png/压缩/bg.jpgbg"/>
          <p:cNvPicPr/>
          <p:nvPr/>
        </p:nvPicPr>
        <p:blipFill>
          <a:blip r:embed="rId1"/>
          <a:srcRect l="0" t="6" r="0" b="6"/>
          <a:stretch/>
        </p:blipFill>
        <p:spPr>
          <a:xfrm>
            <a:off x="0" y="1800"/>
            <a:ext cx="12191760" cy="6855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" name="图片 19" descr="E:/AI工具/AI Office/PPT模版/png/压缩/c72d1003a38ffda3b017e71dda05305c7a96b82138a82-WMIvuF.pngc72d1003a38ffda3b017e71dda05305c7a96b82138a82-WMIvuF"/>
          <p:cNvPicPr/>
          <p:nvPr/>
        </p:nvPicPr>
        <p:blipFill>
          <a:blip r:embed="rId2">
            <a:alphaModFix amt="90000"/>
          </a:blip>
          <a:srcRect l="6" t="0" r="6" b="0"/>
          <a:stretch/>
        </p:blipFill>
        <p:spPr>
          <a:xfrm>
            <a:off x="6911280" y="747360"/>
            <a:ext cx="3833280" cy="536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文本框 3"/>
          <p:cNvSpPr/>
          <p:nvPr/>
        </p:nvSpPr>
        <p:spPr>
          <a:xfrm>
            <a:off x="6245280" y="1532880"/>
            <a:ext cx="5544360" cy="58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文本框 4"/>
          <p:cNvSpPr/>
          <p:nvPr/>
        </p:nvSpPr>
        <p:spPr>
          <a:xfrm>
            <a:off x="6469920" y="3038040"/>
            <a:ext cx="507960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000" strike="noStrike" u="none">
                <a:solidFill>
                  <a:srgbClr val="333333"/>
                </a:solidFill>
                <a:effectLst/>
                <a:uFillTx/>
                <a:latin typeface="微软雅黑"/>
                <a:ea typeface="微软雅黑"/>
              </a:rPr>
              <a:t>{{subtitle}}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文本框 5"/>
          <p:cNvSpPr/>
          <p:nvPr/>
        </p:nvSpPr>
        <p:spPr>
          <a:xfrm>
            <a:off x="7273440" y="4763160"/>
            <a:ext cx="16977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rPr>
              <a:t>{{author}}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文本框 6"/>
          <p:cNvSpPr/>
          <p:nvPr/>
        </p:nvSpPr>
        <p:spPr>
          <a:xfrm>
            <a:off x="9574200" y="4762800"/>
            <a:ext cx="2305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rPr>
              <a:t>{{date}}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2" name="直接连接符 15"/>
          <p:cNvCxnSpPr/>
          <p:nvPr/>
        </p:nvCxnSpPr>
        <p:spPr>
          <a:xfrm>
            <a:off x="6585480" y="2326320"/>
            <a:ext cx="4863600" cy="360"/>
          </a:xfrm>
          <a:prstGeom prst="straightConnector1">
            <a:avLst/>
          </a:prstGeom>
          <a:ln>
            <a:solidFill>
              <a:schemeClr val="lt1">
                <a:alpha val="82000"/>
              </a:schemeClr>
            </a:solidFill>
          </a:ln>
        </p:spPr>
      </p:cxnSp>
      <p:cxnSp>
        <p:nvCxnSpPr>
          <p:cNvPr id="63" name="直接连接符 16"/>
          <p:cNvCxnSpPr/>
          <p:nvPr/>
        </p:nvCxnSpPr>
        <p:spPr>
          <a:xfrm>
            <a:off x="6585480" y="3598200"/>
            <a:ext cx="4863600" cy="360"/>
          </a:xfrm>
          <a:prstGeom prst="straightConnector1">
            <a:avLst/>
          </a:prstGeom>
          <a:ln>
            <a:solidFill>
              <a:schemeClr val="lt1">
                <a:alpha val="82000"/>
              </a:schemeClr>
            </a:solidFill>
          </a:ln>
        </p:spPr>
      </p:cxnSp>
      <p:pic>
        <p:nvPicPr>
          <p:cNvPr id="64" name="图片 31" descr="E:/AI工具/AI Office/PPT模版/png/压缩/ren2_.jpgren2_"/>
          <p:cNvPicPr/>
          <p:nvPr/>
        </p:nvPicPr>
        <p:blipFill>
          <a:blip r:embed="rId3"/>
          <a:srcRect l="0" t="9" r="0" b="9"/>
          <a:stretch/>
        </p:blipFill>
        <p:spPr>
          <a:xfrm rot="300000">
            <a:off x="1977840" y="1044360"/>
            <a:ext cx="3357000" cy="4475880"/>
          </a:xfrm>
          <a:prstGeom prst="rect">
            <a:avLst/>
          </a:prstGeom>
          <a:noFill/>
          <a:ln w="57150">
            <a:solidFill>
              <a:srgbClr val="ffffff"/>
            </a:solidFill>
            <a:miter/>
          </a:ln>
        </p:spPr>
      </p:pic>
      <p:pic>
        <p:nvPicPr>
          <p:cNvPr id="65" name="图片 26" descr="E:/AI工具/AI Office/PPT模版/png/压缩/ren_.jpgren_"/>
          <p:cNvPicPr/>
          <p:nvPr/>
        </p:nvPicPr>
        <p:blipFill>
          <a:blip r:embed="rId4"/>
          <a:srcRect l="14" t="0" r="14" b="0"/>
          <a:stretch/>
        </p:blipFill>
        <p:spPr>
          <a:xfrm flipH="1" rot="21180000">
            <a:off x="1303200" y="1057680"/>
            <a:ext cx="3560040" cy="4747680"/>
          </a:xfrm>
          <a:prstGeom prst="rect">
            <a:avLst/>
          </a:prstGeom>
          <a:noFill/>
          <a:ln w="98425">
            <a:solidFill>
              <a:srgbClr val="ffffff"/>
            </a:solidFill>
            <a:miter/>
          </a:ln>
        </p:spPr>
      </p:pic>
      <p:pic>
        <p:nvPicPr>
          <p:cNvPr id="66" name="图片 29" descr="bc6ab406da4fedea34e7e52d1c73cf8f0ca7a61412864-sPfPio"/>
          <p:cNvPicPr/>
          <p:nvPr/>
        </p:nvPicPr>
        <p:blipFill>
          <a:blip r:embed="rId5"/>
          <a:stretch/>
        </p:blipFill>
        <p:spPr>
          <a:xfrm>
            <a:off x="567720" y="654840"/>
            <a:ext cx="1082160" cy="1082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" name="图片 33" descr="E:/AI工具/AI Office/PPT模版/png/Frame.pngFrame"/>
          <p:cNvPicPr/>
          <p:nvPr/>
        </p:nvPicPr>
        <p:blipFill>
          <a:blip r:embed="rId6"/>
          <a:srcRect l="0" t="68" r="0" b="68"/>
          <a:stretch/>
        </p:blipFill>
        <p:spPr>
          <a:xfrm flipH="1">
            <a:off x="6819120" y="4735080"/>
            <a:ext cx="425160" cy="425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图片 34" descr="E:/AI工具/AI Office/PPT模版/png/时间.png时间"/>
          <p:cNvPicPr/>
          <p:nvPr/>
        </p:nvPicPr>
        <p:blipFill>
          <a:blip r:embed="rId7"/>
          <a:srcRect l="0" t="68" r="0" b="68"/>
          <a:stretch/>
        </p:blipFill>
        <p:spPr>
          <a:xfrm flipH="1">
            <a:off x="9123120" y="4744800"/>
            <a:ext cx="412560" cy="412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图片 12" descr="E:/AI工具/AI Office/PPT模版/png/压缩/bg.jpgbg"/>
          <p:cNvPicPr/>
          <p:nvPr/>
        </p:nvPicPr>
        <p:blipFill>
          <a:blip r:embed="rId1"/>
          <a:srcRect l="0" t="6" r="0" b="6"/>
          <a:stretch/>
        </p:blipFill>
        <p:spPr>
          <a:xfrm>
            <a:off x="0" y="1800"/>
            <a:ext cx="12191760" cy="6855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" name="图片 28" descr="a15cf53da4a91358ad5d94d756e7e91240bb20a62449ce-VEu0VM"/>
          <p:cNvPicPr/>
          <p:nvPr/>
        </p:nvPicPr>
        <p:blipFill>
          <a:blip r:embed="rId2">
            <a:alphaModFix amt="34000"/>
          </a:blip>
          <a:stretch/>
        </p:blipFill>
        <p:spPr>
          <a:xfrm flipH="1">
            <a:off x="6782040" y="1242000"/>
            <a:ext cx="4415400" cy="437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标题 1"/>
          <p:cNvSpPr/>
          <p:nvPr/>
        </p:nvSpPr>
        <p:spPr>
          <a:xfrm>
            <a:off x="1372680" y="2578320"/>
            <a:ext cx="3327120" cy="83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zh-CN" sz="54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目 录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标题 1"/>
          <p:cNvSpPr/>
          <p:nvPr/>
        </p:nvSpPr>
        <p:spPr>
          <a:xfrm>
            <a:off x="1677600" y="3640680"/>
            <a:ext cx="2717280" cy="49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200" strike="noStrike" u="none">
                <a:solidFill>
                  <a:schemeClr val="dk1">
                    <a:alpha val="50000"/>
                  </a:schemeClr>
                </a:solidFill>
                <a:effectLst/>
                <a:uFillTx/>
                <a:latin typeface="微软雅黑"/>
                <a:ea typeface="微软雅黑"/>
              </a:rPr>
              <a:t>CONTENT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3" name="直接连接符 7"/>
          <p:cNvCxnSpPr/>
          <p:nvPr/>
        </p:nvCxnSpPr>
        <p:spPr>
          <a:xfrm>
            <a:off x="6585480" y="1472400"/>
            <a:ext cx="5153400" cy="360"/>
          </a:xfrm>
          <a:prstGeom prst="straightConnector1">
            <a:avLst/>
          </a:prstGeom>
          <a:ln w="9525">
            <a:solidFill>
              <a:srgbClr val="ffffff"/>
            </a:solidFill>
          </a:ln>
        </p:spPr>
      </p:cxnSp>
      <p:cxnSp>
        <p:nvCxnSpPr>
          <p:cNvPr id="74" name="直接连接符 8"/>
          <p:cNvCxnSpPr/>
          <p:nvPr/>
        </p:nvCxnSpPr>
        <p:spPr>
          <a:xfrm>
            <a:off x="6585480" y="2025360"/>
            <a:ext cx="5153400" cy="360"/>
          </a:xfrm>
          <a:prstGeom prst="straightConnector1">
            <a:avLst/>
          </a:prstGeom>
          <a:ln w="9525">
            <a:solidFill>
              <a:srgbClr val="ffffff"/>
            </a:solidFill>
          </a:ln>
        </p:spPr>
      </p:cxnSp>
      <p:cxnSp>
        <p:nvCxnSpPr>
          <p:cNvPr id="75" name="直接连接符 9"/>
          <p:cNvCxnSpPr/>
          <p:nvPr/>
        </p:nvCxnSpPr>
        <p:spPr>
          <a:xfrm>
            <a:off x="6585480" y="2578680"/>
            <a:ext cx="5153400" cy="360"/>
          </a:xfrm>
          <a:prstGeom prst="straightConnector1">
            <a:avLst/>
          </a:prstGeom>
          <a:ln w="9525">
            <a:solidFill>
              <a:srgbClr val="ffffff"/>
            </a:solidFill>
          </a:ln>
        </p:spPr>
      </p:cxnSp>
      <p:cxnSp>
        <p:nvCxnSpPr>
          <p:cNvPr id="76" name="直接连接符 10"/>
          <p:cNvCxnSpPr/>
          <p:nvPr/>
        </p:nvCxnSpPr>
        <p:spPr>
          <a:xfrm>
            <a:off x="6585480" y="3131640"/>
            <a:ext cx="5153400" cy="360"/>
          </a:xfrm>
          <a:prstGeom prst="straightConnector1">
            <a:avLst/>
          </a:prstGeom>
          <a:ln w="9525">
            <a:solidFill>
              <a:srgbClr val="ffffff"/>
            </a:solidFill>
          </a:ln>
        </p:spPr>
      </p:cxnSp>
      <p:cxnSp>
        <p:nvCxnSpPr>
          <p:cNvPr id="77" name="直接连接符 11"/>
          <p:cNvCxnSpPr/>
          <p:nvPr/>
        </p:nvCxnSpPr>
        <p:spPr>
          <a:xfrm>
            <a:off x="6585480" y="3684600"/>
            <a:ext cx="5153400" cy="360"/>
          </a:xfrm>
          <a:prstGeom prst="straightConnector1">
            <a:avLst/>
          </a:prstGeom>
          <a:ln w="9525">
            <a:solidFill>
              <a:srgbClr val="ffffff"/>
            </a:solidFill>
          </a:ln>
        </p:spPr>
      </p:cxnSp>
      <p:cxnSp>
        <p:nvCxnSpPr>
          <p:cNvPr id="78" name="直接连接符 13"/>
          <p:cNvCxnSpPr/>
          <p:nvPr/>
        </p:nvCxnSpPr>
        <p:spPr>
          <a:xfrm>
            <a:off x="6585480" y="4237920"/>
            <a:ext cx="5153400" cy="360"/>
          </a:xfrm>
          <a:prstGeom prst="straightConnector1">
            <a:avLst/>
          </a:prstGeom>
          <a:ln w="9525">
            <a:solidFill>
              <a:srgbClr val="ffffff"/>
            </a:solidFill>
          </a:ln>
        </p:spPr>
      </p:cxnSp>
      <p:cxnSp>
        <p:nvCxnSpPr>
          <p:cNvPr id="79" name="直接连接符 14"/>
          <p:cNvCxnSpPr/>
          <p:nvPr/>
        </p:nvCxnSpPr>
        <p:spPr>
          <a:xfrm>
            <a:off x="6585480" y="4790880"/>
            <a:ext cx="5153400" cy="360"/>
          </a:xfrm>
          <a:prstGeom prst="straightConnector1">
            <a:avLst/>
          </a:prstGeom>
          <a:ln w="9525">
            <a:solidFill>
              <a:srgbClr val="ffffff"/>
            </a:solidFill>
          </a:ln>
        </p:spPr>
      </p:cxnSp>
      <p:cxnSp>
        <p:nvCxnSpPr>
          <p:cNvPr id="80" name="直接连接符 17"/>
          <p:cNvCxnSpPr/>
          <p:nvPr/>
        </p:nvCxnSpPr>
        <p:spPr>
          <a:xfrm>
            <a:off x="6585480" y="5343840"/>
            <a:ext cx="5153400" cy="360"/>
          </a:xfrm>
          <a:prstGeom prst="straightConnector1">
            <a:avLst/>
          </a:prstGeom>
          <a:ln w="9525">
            <a:solidFill>
              <a:srgbClr val="ffffff"/>
            </a:solidFill>
          </a:ln>
        </p:spPr>
      </p:cxnSp>
      <p:sp>
        <p:nvSpPr>
          <p:cNvPr id="81" name="文本框 22"/>
          <p:cNvSpPr/>
          <p:nvPr/>
        </p:nvSpPr>
        <p:spPr>
          <a:xfrm>
            <a:off x="6585480" y="996480"/>
            <a:ext cx="51526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rPr>
              <a:t>{{toc_content}}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2" name="直接连接符 23"/>
          <p:cNvCxnSpPr/>
          <p:nvPr/>
        </p:nvCxnSpPr>
        <p:spPr>
          <a:xfrm>
            <a:off x="6585480" y="5897160"/>
            <a:ext cx="5153400" cy="360"/>
          </a:xfrm>
          <a:prstGeom prst="straightConnector1">
            <a:avLst/>
          </a:prstGeom>
          <a:ln w="9525">
            <a:solidFill>
              <a:srgbClr val="ffffff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图片 12" descr="E:/AI工具/AI Office/PPT模版/png/压缩/bg.jpgbg"/>
          <p:cNvPicPr/>
          <p:nvPr/>
        </p:nvPicPr>
        <p:blipFill>
          <a:blip r:embed="rId1"/>
          <a:srcRect l="0" t="6" r="0" b="6"/>
          <a:stretch/>
        </p:blipFill>
        <p:spPr>
          <a:xfrm>
            <a:off x="0" y="1800"/>
            <a:ext cx="12191760" cy="685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标题 1"/>
          <p:cNvSpPr/>
          <p:nvPr/>
        </p:nvSpPr>
        <p:spPr>
          <a:xfrm flipH="1">
            <a:off x="7379280" y="2779920"/>
            <a:ext cx="3530160" cy="285120"/>
          </a:xfrm>
          <a:prstGeom prst="rect">
            <a:avLst/>
          </a:prstGeom>
          <a:gradFill rotWithShape="0">
            <a:gsLst>
              <a:gs pos="0">
                <a:srgbClr val="fba7e1"/>
              </a:gs>
              <a:gs pos="100000">
                <a:srgbClr val="cbeff6"/>
              </a:gs>
            </a:gsLst>
            <a:lin ang="10800000"/>
          </a:gra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1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85" name="标题 1"/>
          <p:cNvSpPr/>
          <p:nvPr/>
        </p:nvSpPr>
        <p:spPr>
          <a:xfrm>
            <a:off x="6356880" y="1988280"/>
            <a:ext cx="2994840" cy="122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 defTabSz="914400">
              <a:lnSpc>
                <a:spcPct val="110000"/>
              </a:lnSpc>
            </a:pPr>
            <a:r>
              <a:rPr b="0" lang="en-US" sz="72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Part</a:t>
            </a:r>
            <a:endParaRPr b="0" lang="en-US" sz="7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标题 1"/>
          <p:cNvSpPr/>
          <p:nvPr/>
        </p:nvSpPr>
        <p:spPr>
          <a:xfrm>
            <a:off x="8860320" y="828720"/>
            <a:ext cx="2034360" cy="23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 defTabSz="914400">
              <a:lnSpc>
                <a:spcPct val="110000"/>
              </a:lnSpc>
            </a:pPr>
            <a:r>
              <a:rPr b="0" lang="en-US" sz="72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{{section_number}}</a:t>
            </a:r>
            <a:endParaRPr b="0" lang="en-US" sz="7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文本框 38"/>
          <p:cNvSpPr/>
          <p:nvPr/>
        </p:nvSpPr>
        <p:spPr>
          <a:xfrm>
            <a:off x="6744240" y="3340080"/>
            <a:ext cx="4914720" cy="58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微软雅黑 Light"/>
                <a:ea typeface="微软雅黑 Light"/>
              </a:rPr>
              <a:t>{{section_title}}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" name="图片 40" descr="E:/AI工具/AI Office/PPT模版/png/压缩/ren2_.jpgren2_"/>
          <p:cNvPicPr/>
          <p:nvPr/>
        </p:nvPicPr>
        <p:blipFill>
          <a:blip r:embed="rId2"/>
          <a:srcRect l="0" t="9" r="0" b="9"/>
          <a:stretch/>
        </p:blipFill>
        <p:spPr>
          <a:xfrm rot="300000">
            <a:off x="1530720" y="1190520"/>
            <a:ext cx="3357000" cy="4475880"/>
          </a:xfrm>
          <a:prstGeom prst="rect">
            <a:avLst/>
          </a:prstGeom>
          <a:noFill/>
          <a:ln w="57150">
            <a:solidFill>
              <a:srgbClr val="ffffff"/>
            </a:solidFill>
            <a:miter/>
          </a:ln>
        </p:spPr>
      </p:pic>
      <p:pic>
        <p:nvPicPr>
          <p:cNvPr id="89" name="图片 41" descr="bc6ab406da4fedea34e7e52d1c73cf8f0ca7a61412864-sPfPio"/>
          <p:cNvPicPr/>
          <p:nvPr/>
        </p:nvPicPr>
        <p:blipFill>
          <a:blip r:embed="rId3"/>
          <a:stretch/>
        </p:blipFill>
        <p:spPr>
          <a:xfrm>
            <a:off x="1212840" y="654840"/>
            <a:ext cx="1082160" cy="1082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文本框 43"/>
          <p:cNvSpPr/>
          <p:nvPr/>
        </p:nvSpPr>
        <p:spPr>
          <a:xfrm>
            <a:off x="6744240" y="4198680"/>
            <a:ext cx="4914720" cy="4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微软雅黑 Light"/>
                <a:ea typeface="微软雅黑 Light"/>
              </a:rPr>
              <a:t>{{section_overview}}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图片 12" descr="E:/AI工具/AI Office/PPT模版/png/压缩/bg.jpgbg"/>
          <p:cNvPicPr/>
          <p:nvPr/>
        </p:nvPicPr>
        <p:blipFill>
          <a:blip r:embed="rId1"/>
          <a:srcRect l="0" t="6" r="0" b="6"/>
          <a:stretch/>
        </p:blipFill>
        <p:spPr>
          <a:xfrm>
            <a:off x="0" y="1800"/>
            <a:ext cx="12191760" cy="685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标题 1"/>
          <p:cNvSpPr/>
          <p:nvPr/>
        </p:nvSpPr>
        <p:spPr>
          <a:xfrm>
            <a:off x="810720" y="236880"/>
            <a:ext cx="777960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{{section_title}}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3" name="直接连接符 8"/>
          <p:cNvCxnSpPr/>
          <p:nvPr/>
        </p:nvCxnSpPr>
        <p:spPr>
          <a:xfrm>
            <a:off x="0" y="895320"/>
            <a:ext cx="5465520" cy="360"/>
          </a:xfrm>
          <a:prstGeom prst="straightConnector1">
            <a:avLst/>
          </a:prstGeom>
          <a:ln w="22225">
            <a:solidFill>
              <a:srgbClr val="ffffff"/>
            </a:solidFill>
          </a:ln>
        </p:spPr>
      </p:cxnSp>
      <p:grpSp>
        <p:nvGrpSpPr>
          <p:cNvPr id="94" name="组合 4"/>
          <p:cNvGrpSpPr/>
          <p:nvPr/>
        </p:nvGrpSpPr>
        <p:grpSpPr>
          <a:xfrm>
            <a:off x="299520" y="470520"/>
            <a:ext cx="297000" cy="297000"/>
            <a:chOff x="299520" y="470520"/>
            <a:chExt cx="297000" cy="297000"/>
          </a:xfrm>
        </p:grpSpPr>
        <p:sp>
          <p:nvSpPr>
            <p:cNvPr id="95" name="标题 1"/>
            <p:cNvSpPr/>
            <p:nvPr/>
          </p:nvSpPr>
          <p:spPr>
            <a:xfrm flipH="1">
              <a:off x="299160" y="470520"/>
              <a:ext cx="297000" cy="297000"/>
            </a:xfrm>
            <a:prstGeom prst="rect">
              <a:avLst/>
            </a:pr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cxnSp>
          <p:nvCxnSpPr>
            <p:cNvPr id="96" name="标题 1"/>
            <p:cNvCxnSpPr/>
            <p:nvPr/>
          </p:nvCxnSpPr>
          <p:spPr>
            <a:xfrm>
              <a:off x="392400" y="618840"/>
              <a:ext cx="111960" cy="360"/>
            </a:xfrm>
            <a:prstGeom prst="straightConnector1">
              <a:avLst/>
            </a:prstGeom>
            <a:ln w="11430">
              <a:solidFill>
                <a:srgbClr val="ffffff"/>
              </a:solidFill>
              <a:miter/>
            </a:ln>
          </p:spPr>
        </p:cxnSp>
        <p:sp>
          <p:nvSpPr>
            <p:cNvPr id="97" name="标题 1"/>
            <p:cNvSpPr/>
            <p:nvPr/>
          </p:nvSpPr>
          <p:spPr>
            <a:xfrm rot="18900000">
              <a:off x="418680" y="579960"/>
              <a:ext cx="77760" cy="77760"/>
            </a:xfrm>
            <a:custGeom>
              <a:avLst/>
              <a:gdLst>
                <a:gd name="textAreaLeft" fmla="*/ 0 w 77760"/>
                <a:gd name="textAreaRight" fmla="*/ 78120 w 77760"/>
                <a:gd name="textAreaTop" fmla="*/ 0 h 77760"/>
                <a:gd name="textAreaBottom" fmla="*/ 78120 h 77760"/>
              </a:gdLst>
              <a:ahLst/>
              <a:cxnLst/>
              <a:rect l="textAreaLeft" t="textAreaTop" r="textAreaRight" b="textAreaBottom"/>
              <a:pathLst>
                <a:path w="252248" h="252248">
                  <a:moveTo>
                    <a:pt x="252248" y="0"/>
                  </a:moveTo>
                  <a:lnTo>
                    <a:pt x="252248" y="252248"/>
                  </a:lnTo>
                  <a:lnTo>
                    <a:pt x="0" y="252248"/>
                  </a:lnTo>
                </a:path>
              </a:pathLst>
            </a:custGeom>
            <a:noFill/>
            <a:ln w="1143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8880" bIns="38880"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</p:grpSp>
      <p:grpSp>
        <p:nvGrpSpPr>
          <p:cNvPr id="98" name="组合 5"/>
          <p:cNvGrpSpPr/>
          <p:nvPr/>
        </p:nvGrpSpPr>
        <p:grpSpPr>
          <a:xfrm>
            <a:off x="10694520" y="585000"/>
            <a:ext cx="913680" cy="95760"/>
            <a:chOff x="10694520" y="585000"/>
            <a:chExt cx="913680" cy="95760"/>
          </a:xfrm>
        </p:grpSpPr>
        <p:sp>
          <p:nvSpPr>
            <p:cNvPr id="99" name="标题 1"/>
            <p:cNvSpPr/>
            <p:nvPr/>
          </p:nvSpPr>
          <p:spPr>
            <a:xfrm flipH="1">
              <a:off x="10694520" y="585000"/>
              <a:ext cx="89280" cy="89280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1680" bIns="31680"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sp>
          <p:nvSpPr>
            <p:cNvPr id="100" name="标题 1"/>
            <p:cNvSpPr/>
            <p:nvPr/>
          </p:nvSpPr>
          <p:spPr>
            <a:xfrm flipH="1">
              <a:off x="10904760" y="591480"/>
              <a:ext cx="703080" cy="89280"/>
            </a:xfrm>
            <a:custGeom>
              <a:avLst/>
              <a:gdLst>
                <a:gd name="textAreaLeft" fmla="*/ -360 w 703080"/>
                <a:gd name="textAreaRight" fmla="*/ 703080 w 70308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422763" h="53800">
                  <a:moveTo>
                    <a:pt x="26900" y="0"/>
                  </a:moveTo>
                  <a:cubicBezTo>
                    <a:pt x="12044" y="0"/>
                    <a:pt x="0" y="12044"/>
                    <a:pt x="0" y="26900"/>
                  </a:cubicBezTo>
                  <a:cubicBezTo>
                    <a:pt x="0" y="41756"/>
                    <a:pt x="12044" y="53800"/>
                    <a:pt x="26900" y="53800"/>
                  </a:cubicBezTo>
                  <a:cubicBezTo>
                    <a:pt x="41756" y="53800"/>
                    <a:pt x="53800" y="41756"/>
                    <a:pt x="53800" y="26900"/>
                  </a:cubicBezTo>
                  <a:cubicBezTo>
                    <a:pt x="53800" y="12044"/>
                    <a:pt x="41756" y="0"/>
                    <a:pt x="26900" y="0"/>
                  </a:cubicBezTo>
                  <a:close/>
                  <a:moveTo>
                    <a:pt x="149888" y="0"/>
                  </a:moveTo>
                  <a:cubicBezTo>
                    <a:pt x="135032" y="0"/>
                    <a:pt x="122988" y="12044"/>
                    <a:pt x="122988" y="26900"/>
                  </a:cubicBezTo>
                  <a:cubicBezTo>
                    <a:pt x="122988" y="41756"/>
                    <a:pt x="135032" y="53800"/>
                    <a:pt x="149888" y="53800"/>
                  </a:cubicBezTo>
                  <a:cubicBezTo>
                    <a:pt x="164744" y="53800"/>
                    <a:pt x="176788" y="41756"/>
                    <a:pt x="176788" y="26900"/>
                  </a:cubicBezTo>
                  <a:cubicBezTo>
                    <a:pt x="176788" y="12044"/>
                    <a:pt x="164744" y="0"/>
                    <a:pt x="149888" y="0"/>
                  </a:cubicBezTo>
                  <a:close/>
                  <a:moveTo>
                    <a:pt x="272875" y="0"/>
                  </a:moveTo>
                  <a:cubicBezTo>
                    <a:pt x="258019" y="0"/>
                    <a:pt x="245975" y="12044"/>
                    <a:pt x="245975" y="26900"/>
                  </a:cubicBezTo>
                  <a:cubicBezTo>
                    <a:pt x="245975" y="41756"/>
                    <a:pt x="258019" y="53800"/>
                    <a:pt x="272875" y="53800"/>
                  </a:cubicBezTo>
                  <a:cubicBezTo>
                    <a:pt x="287731" y="53800"/>
                    <a:pt x="299775" y="41756"/>
                    <a:pt x="299775" y="26900"/>
                  </a:cubicBezTo>
                  <a:cubicBezTo>
                    <a:pt x="299775" y="12044"/>
                    <a:pt x="287731" y="0"/>
                    <a:pt x="272875" y="0"/>
                  </a:cubicBezTo>
                  <a:close/>
                  <a:moveTo>
                    <a:pt x="395863" y="0"/>
                  </a:moveTo>
                  <a:cubicBezTo>
                    <a:pt x="381007" y="0"/>
                    <a:pt x="368963" y="12044"/>
                    <a:pt x="368963" y="26900"/>
                  </a:cubicBezTo>
                  <a:cubicBezTo>
                    <a:pt x="368963" y="41756"/>
                    <a:pt x="381007" y="53800"/>
                    <a:pt x="395863" y="53800"/>
                  </a:cubicBezTo>
                  <a:cubicBezTo>
                    <a:pt x="410719" y="53800"/>
                    <a:pt x="422763" y="41756"/>
                    <a:pt x="422763" y="26900"/>
                  </a:cubicBezTo>
                  <a:cubicBezTo>
                    <a:pt x="422763" y="12044"/>
                    <a:pt x="410719" y="0"/>
                    <a:pt x="395863" y="0"/>
                  </a:cubicBezTo>
                  <a:close/>
                </a:path>
              </a:pathLst>
            </a:custGeom>
            <a:solidFill>
              <a:schemeClr val="dk1">
                <a:alpha val="22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4640" bIns="44640"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</p:grpSp>
      <p:sp>
        <p:nvSpPr>
          <p:cNvPr id="101" name="标题 1"/>
          <p:cNvSpPr/>
          <p:nvPr/>
        </p:nvSpPr>
        <p:spPr>
          <a:xfrm>
            <a:off x="3629520" y="2441880"/>
            <a:ext cx="795240" cy="45360"/>
          </a:xfrm>
          <a:custGeom>
            <a:avLst/>
            <a:gdLst>
              <a:gd name="textAreaLeft" fmla="*/ 0 w 795240"/>
              <a:gd name="textAreaRight" fmla="*/ 795600 w 795240"/>
              <a:gd name="textAreaTop" fmla="*/ 0 h 45360"/>
              <a:gd name="textAreaBottom" fmla="*/ 45720 h 45360"/>
            </a:gdLst>
            <a:ahLst/>
            <a:cxnLst/>
            <a:rect l="textAreaLeft" t="textAreaTop" r="textAreaRight" b="textAreaBottom"/>
            <a:pathLst>
              <a:path w="795455" h="45782">
                <a:moveTo>
                  <a:pt x="772564" y="0"/>
                </a:moveTo>
                <a:cubicBezTo>
                  <a:pt x="785206" y="0"/>
                  <a:pt x="795455" y="10249"/>
                  <a:pt x="795455" y="22891"/>
                </a:cubicBezTo>
                <a:cubicBezTo>
                  <a:pt x="795455" y="35533"/>
                  <a:pt x="785206" y="45782"/>
                  <a:pt x="772564" y="45782"/>
                </a:cubicBezTo>
                <a:cubicBezTo>
                  <a:pt x="759922" y="45782"/>
                  <a:pt x="749673" y="35533"/>
                  <a:pt x="749673" y="22891"/>
                </a:cubicBezTo>
                <a:cubicBezTo>
                  <a:pt x="749673" y="10249"/>
                  <a:pt x="759922" y="0"/>
                  <a:pt x="772564" y="0"/>
                </a:cubicBezTo>
                <a:close/>
                <a:moveTo>
                  <a:pt x="646665" y="0"/>
                </a:moveTo>
                <a:cubicBezTo>
                  <a:pt x="659307" y="0"/>
                  <a:pt x="669556" y="10249"/>
                  <a:pt x="669556" y="22891"/>
                </a:cubicBezTo>
                <a:cubicBezTo>
                  <a:pt x="669556" y="35533"/>
                  <a:pt x="659307" y="45782"/>
                  <a:pt x="646665" y="45782"/>
                </a:cubicBezTo>
                <a:cubicBezTo>
                  <a:pt x="634023" y="45782"/>
                  <a:pt x="623774" y="35533"/>
                  <a:pt x="623774" y="22891"/>
                </a:cubicBezTo>
                <a:cubicBezTo>
                  <a:pt x="623774" y="10249"/>
                  <a:pt x="634023" y="0"/>
                  <a:pt x="646665" y="0"/>
                </a:cubicBezTo>
                <a:close/>
                <a:moveTo>
                  <a:pt x="520766" y="0"/>
                </a:moveTo>
                <a:cubicBezTo>
                  <a:pt x="533408" y="0"/>
                  <a:pt x="543657" y="10249"/>
                  <a:pt x="543657" y="22891"/>
                </a:cubicBezTo>
                <a:cubicBezTo>
                  <a:pt x="543657" y="35533"/>
                  <a:pt x="533408" y="45782"/>
                  <a:pt x="520766" y="45782"/>
                </a:cubicBezTo>
                <a:cubicBezTo>
                  <a:pt x="508124" y="45782"/>
                  <a:pt x="497875" y="35533"/>
                  <a:pt x="497875" y="22891"/>
                </a:cubicBezTo>
                <a:cubicBezTo>
                  <a:pt x="497875" y="10249"/>
                  <a:pt x="508124" y="0"/>
                  <a:pt x="520766" y="0"/>
                </a:cubicBezTo>
                <a:close/>
                <a:moveTo>
                  <a:pt x="400589" y="0"/>
                </a:moveTo>
                <a:cubicBezTo>
                  <a:pt x="413231" y="0"/>
                  <a:pt x="423480" y="10249"/>
                  <a:pt x="423480" y="22891"/>
                </a:cubicBezTo>
                <a:cubicBezTo>
                  <a:pt x="423480" y="35533"/>
                  <a:pt x="413231" y="45782"/>
                  <a:pt x="400589" y="45782"/>
                </a:cubicBezTo>
                <a:cubicBezTo>
                  <a:pt x="387947" y="45782"/>
                  <a:pt x="377698" y="35533"/>
                  <a:pt x="377698" y="22891"/>
                </a:cubicBezTo>
                <a:cubicBezTo>
                  <a:pt x="377698" y="10249"/>
                  <a:pt x="387947" y="0"/>
                  <a:pt x="400589" y="0"/>
                </a:cubicBezTo>
                <a:close/>
                <a:moveTo>
                  <a:pt x="274690" y="0"/>
                </a:moveTo>
                <a:cubicBezTo>
                  <a:pt x="287332" y="0"/>
                  <a:pt x="297581" y="10249"/>
                  <a:pt x="297581" y="22891"/>
                </a:cubicBezTo>
                <a:cubicBezTo>
                  <a:pt x="297581" y="35533"/>
                  <a:pt x="287332" y="45782"/>
                  <a:pt x="274690" y="45782"/>
                </a:cubicBezTo>
                <a:cubicBezTo>
                  <a:pt x="262048" y="45782"/>
                  <a:pt x="251799" y="35533"/>
                  <a:pt x="251799" y="22891"/>
                </a:cubicBezTo>
                <a:cubicBezTo>
                  <a:pt x="251799" y="10249"/>
                  <a:pt x="262048" y="0"/>
                  <a:pt x="274690" y="0"/>
                </a:cubicBezTo>
                <a:close/>
                <a:moveTo>
                  <a:pt x="148790" y="0"/>
                </a:moveTo>
                <a:cubicBezTo>
                  <a:pt x="161432" y="0"/>
                  <a:pt x="171681" y="10249"/>
                  <a:pt x="171681" y="22891"/>
                </a:cubicBezTo>
                <a:cubicBezTo>
                  <a:pt x="171681" y="35533"/>
                  <a:pt x="161432" y="45782"/>
                  <a:pt x="148790" y="45782"/>
                </a:cubicBezTo>
                <a:cubicBezTo>
                  <a:pt x="136148" y="45782"/>
                  <a:pt x="125899" y="35533"/>
                  <a:pt x="125899" y="22891"/>
                </a:cubicBezTo>
                <a:cubicBezTo>
                  <a:pt x="125899" y="10249"/>
                  <a:pt x="136148" y="0"/>
                  <a:pt x="148790" y="0"/>
                </a:cubicBezTo>
                <a:close/>
                <a:moveTo>
                  <a:pt x="22891" y="0"/>
                </a:moveTo>
                <a:cubicBezTo>
                  <a:pt x="35533" y="0"/>
                  <a:pt x="45782" y="10249"/>
                  <a:pt x="45782" y="22891"/>
                </a:cubicBezTo>
                <a:cubicBezTo>
                  <a:pt x="45782" y="35533"/>
                  <a:pt x="35533" y="45782"/>
                  <a:pt x="22891" y="45782"/>
                </a:cubicBezTo>
                <a:cubicBezTo>
                  <a:pt x="10249" y="45782"/>
                  <a:pt x="0" y="35533"/>
                  <a:pt x="0" y="22891"/>
                </a:cubicBezTo>
                <a:cubicBezTo>
                  <a:pt x="0" y="10249"/>
                  <a:pt x="10249" y="0"/>
                  <a:pt x="22891" y="0"/>
                </a:cubicBezTo>
                <a:close/>
              </a:path>
            </a:pathLst>
          </a:custGeom>
          <a:solidFill>
            <a:schemeClr val="dk1">
              <a:alpha val="2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2680" bIns="2268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102" name="标题 1"/>
          <p:cNvSpPr/>
          <p:nvPr/>
        </p:nvSpPr>
        <p:spPr>
          <a:xfrm>
            <a:off x="7695360" y="2441880"/>
            <a:ext cx="795240" cy="45360"/>
          </a:xfrm>
          <a:custGeom>
            <a:avLst/>
            <a:gdLst>
              <a:gd name="textAreaLeft" fmla="*/ 0 w 795240"/>
              <a:gd name="textAreaRight" fmla="*/ 795600 w 795240"/>
              <a:gd name="textAreaTop" fmla="*/ 0 h 45360"/>
              <a:gd name="textAreaBottom" fmla="*/ 45720 h 45360"/>
            </a:gdLst>
            <a:ahLst/>
            <a:cxnLst/>
            <a:rect l="textAreaLeft" t="textAreaTop" r="textAreaRight" b="textAreaBottom"/>
            <a:pathLst>
              <a:path w="795455" h="45782">
                <a:moveTo>
                  <a:pt x="772564" y="0"/>
                </a:moveTo>
                <a:cubicBezTo>
                  <a:pt x="785207" y="0"/>
                  <a:pt x="795455" y="10249"/>
                  <a:pt x="795455" y="22891"/>
                </a:cubicBezTo>
                <a:cubicBezTo>
                  <a:pt x="795455" y="35533"/>
                  <a:pt x="785207" y="45782"/>
                  <a:pt x="772564" y="45782"/>
                </a:cubicBezTo>
                <a:cubicBezTo>
                  <a:pt x="759922" y="45782"/>
                  <a:pt x="749673" y="35533"/>
                  <a:pt x="749673" y="22891"/>
                </a:cubicBezTo>
                <a:cubicBezTo>
                  <a:pt x="749673" y="10249"/>
                  <a:pt x="759922" y="0"/>
                  <a:pt x="772564" y="0"/>
                </a:cubicBezTo>
                <a:close/>
                <a:moveTo>
                  <a:pt x="646665" y="0"/>
                </a:moveTo>
                <a:cubicBezTo>
                  <a:pt x="659308" y="0"/>
                  <a:pt x="669556" y="10249"/>
                  <a:pt x="669556" y="22891"/>
                </a:cubicBezTo>
                <a:cubicBezTo>
                  <a:pt x="669556" y="35533"/>
                  <a:pt x="659308" y="45782"/>
                  <a:pt x="646665" y="45782"/>
                </a:cubicBezTo>
                <a:cubicBezTo>
                  <a:pt x="634023" y="45782"/>
                  <a:pt x="623774" y="35533"/>
                  <a:pt x="623774" y="22891"/>
                </a:cubicBezTo>
                <a:cubicBezTo>
                  <a:pt x="623774" y="10249"/>
                  <a:pt x="634023" y="0"/>
                  <a:pt x="646665" y="0"/>
                </a:cubicBezTo>
                <a:close/>
                <a:moveTo>
                  <a:pt x="520766" y="0"/>
                </a:moveTo>
                <a:cubicBezTo>
                  <a:pt x="533409" y="0"/>
                  <a:pt x="543657" y="10249"/>
                  <a:pt x="543657" y="22891"/>
                </a:cubicBezTo>
                <a:cubicBezTo>
                  <a:pt x="543657" y="35533"/>
                  <a:pt x="533409" y="45782"/>
                  <a:pt x="520766" y="45782"/>
                </a:cubicBezTo>
                <a:cubicBezTo>
                  <a:pt x="508124" y="45782"/>
                  <a:pt x="497875" y="35533"/>
                  <a:pt x="497875" y="22891"/>
                </a:cubicBezTo>
                <a:cubicBezTo>
                  <a:pt x="497875" y="10249"/>
                  <a:pt x="508124" y="0"/>
                  <a:pt x="520766" y="0"/>
                </a:cubicBezTo>
                <a:close/>
                <a:moveTo>
                  <a:pt x="394866" y="0"/>
                </a:moveTo>
                <a:cubicBezTo>
                  <a:pt x="407509" y="0"/>
                  <a:pt x="417757" y="10249"/>
                  <a:pt x="417757" y="22891"/>
                </a:cubicBezTo>
                <a:cubicBezTo>
                  <a:pt x="417757" y="35533"/>
                  <a:pt x="407509" y="45782"/>
                  <a:pt x="394866" y="45782"/>
                </a:cubicBezTo>
                <a:cubicBezTo>
                  <a:pt x="382224" y="45782"/>
                  <a:pt x="371975" y="35533"/>
                  <a:pt x="371975" y="22891"/>
                </a:cubicBezTo>
                <a:cubicBezTo>
                  <a:pt x="371975" y="10249"/>
                  <a:pt x="382224" y="0"/>
                  <a:pt x="394866" y="0"/>
                </a:cubicBezTo>
                <a:close/>
                <a:moveTo>
                  <a:pt x="274690" y="0"/>
                </a:moveTo>
                <a:cubicBezTo>
                  <a:pt x="287333" y="0"/>
                  <a:pt x="297581" y="10249"/>
                  <a:pt x="297581" y="22891"/>
                </a:cubicBezTo>
                <a:cubicBezTo>
                  <a:pt x="297581" y="35533"/>
                  <a:pt x="287333" y="45782"/>
                  <a:pt x="274690" y="45782"/>
                </a:cubicBezTo>
                <a:cubicBezTo>
                  <a:pt x="262048" y="45782"/>
                  <a:pt x="251799" y="35533"/>
                  <a:pt x="251799" y="22891"/>
                </a:cubicBezTo>
                <a:cubicBezTo>
                  <a:pt x="251799" y="10249"/>
                  <a:pt x="262048" y="0"/>
                  <a:pt x="274690" y="0"/>
                </a:cubicBezTo>
                <a:close/>
                <a:moveTo>
                  <a:pt x="148790" y="0"/>
                </a:moveTo>
                <a:cubicBezTo>
                  <a:pt x="161433" y="0"/>
                  <a:pt x="171681" y="10249"/>
                  <a:pt x="171681" y="22891"/>
                </a:cubicBezTo>
                <a:cubicBezTo>
                  <a:pt x="171681" y="35533"/>
                  <a:pt x="161433" y="45782"/>
                  <a:pt x="148790" y="45782"/>
                </a:cubicBezTo>
                <a:cubicBezTo>
                  <a:pt x="136148" y="45782"/>
                  <a:pt x="125899" y="35533"/>
                  <a:pt x="125899" y="22891"/>
                </a:cubicBezTo>
                <a:cubicBezTo>
                  <a:pt x="125899" y="10249"/>
                  <a:pt x="136148" y="0"/>
                  <a:pt x="148790" y="0"/>
                </a:cubicBezTo>
                <a:close/>
                <a:moveTo>
                  <a:pt x="22891" y="0"/>
                </a:moveTo>
                <a:cubicBezTo>
                  <a:pt x="35534" y="0"/>
                  <a:pt x="45782" y="10249"/>
                  <a:pt x="45782" y="22891"/>
                </a:cubicBezTo>
                <a:cubicBezTo>
                  <a:pt x="45782" y="35533"/>
                  <a:pt x="35534" y="45782"/>
                  <a:pt x="22891" y="45782"/>
                </a:cubicBezTo>
                <a:cubicBezTo>
                  <a:pt x="10249" y="45782"/>
                  <a:pt x="0" y="35533"/>
                  <a:pt x="0" y="22891"/>
                </a:cubicBezTo>
                <a:cubicBezTo>
                  <a:pt x="0" y="10249"/>
                  <a:pt x="10249" y="0"/>
                  <a:pt x="22891" y="0"/>
                </a:cubicBezTo>
                <a:close/>
              </a:path>
            </a:pathLst>
          </a:custGeom>
          <a:solidFill>
            <a:schemeClr val="dk1">
              <a:alpha val="2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2680" bIns="2268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103" name="标题 1"/>
          <p:cNvSpPr/>
          <p:nvPr/>
        </p:nvSpPr>
        <p:spPr>
          <a:xfrm>
            <a:off x="1742760" y="1960920"/>
            <a:ext cx="1007640" cy="1007640"/>
          </a:xfrm>
          <a:custGeom>
            <a:avLst/>
            <a:gdLst>
              <a:gd name="textAreaLeft" fmla="*/ 0 w 1007640"/>
              <a:gd name="textAreaRight" fmla="*/ 1008000 w 1007640"/>
              <a:gd name="textAreaTop" fmla="*/ 0 h 1007640"/>
              <a:gd name="textAreaBottom" fmla="*/ 1008000 h 1007640"/>
            </a:gdLst>
            <a:ahLst/>
            <a:cxnLst/>
            <a:rect l="textAreaLeft" t="textAreaTop" r="textAreaRight" b="textAreaBottom"/>
            <a:pathLst>
              <a:path w="723900" h="723900">
                <a:moveTo>
                  <a:pt x="723900" y="361950"/>
                </a:moveTo>
                <a:cubicBezTo>
                  <a:pt x="723900" y="561849"/>
                  <a:pt x="561849" y="723900"/>
                  <a:pt x="361950" y="723900"/>
                </a:cubicBezTo>
                <a:cubicBezTo>
                  <a:pt x="162051" y="723900"/>
                  <a:pt x="0" y="561849"/>
                  <a:pt x="0" y="361950"/>
                </a:cubicBezTo>
                <a:cubicBezTo>
                  <a:pt x="0" y="162051"/>
                  <a:pt x="162051" y="0"/>
                  <a:pt x="361950" y="0"/>
                </a:cubicBezTo>
                <a:cubicBezTo>
                  <a:pt x="561849" y="0"/>
                  <a:pt x="723900" y="162051"/>
                  <a:pt x="723900" y="361950"/>
                </a:cubicBezTo>
                <a:close/>
              </a:path>
            </a:pathLst>
          </a:custGeom>
          <a:solidFill>
            <a:srgbClr val="307bec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104" name="标题 1"/>
          <p:cNvSpPr/>
          <p:nvPr/>
        </p:nvSpPr>
        <p:spPr>
          <a:xfrm>
            <a:off x="1832760" y="2050920"/>
            <a:ext cx="827640" cy="827640"/>
          </a:xfrm>
          <a:custGeom>
            <a:avLst/>
            <a:gdLst>
              <a:gd name="textAreaLeft" fmla="*/ 0 w 827640"/>
              <a:gd name="textAreaRight" fmla="*/ 828000 w 827640"/>
              <a:gd name="textAreaTop" fmla="*/ 0 h 827640"/>
              <a:gd name="textAreaBottom" fmla="*/ 828000 h 827640"/>
            </a:gdLst>
            <a:ahLst/>
            <a:cxnLst/>
            <a:rect l="textAreaLeft" t="textAreaTop" r="textAreaRight" b="textAreaBottom"/>
            <a:pathLst>
              <a:path w="723900" h="723900">
                <a:moveTo>
                  <a:pt x="723900" y="361950"/>
                </a:moveTo>
                <a:cubicBezTo>
                  <a:pt x="723900" y="561849"/>
                  <a:pt x="561849" y="723900"/>
                  <a:pt x="361950" y="723900"/>
                </a:cubicBezTo>
                <a:cubicBezTo>
                  <a:pt x="162051" y="723900"/>
                  <a:pt x="0" y="561849"/>
                  <a:pt x="0" y="361950"/>
                </a:cubicBezTo>
                <a:cubicBezTo>
                  <a:pt x="0" y="162051"/>
                  <a:pt x="162051" y="0"/>
                  <a:pt x="361950" y="0"/>
                </a:cubicBezTo>
                <a:cubicBezTo>
                  <a:pt x="561849" y="0"/>
                  <a:pt x="723900" y="162051"/>
                  <a:pt x="723900" y="361950"/>
                </a:cubicBezTo>
                <a:close/>
              </a:path>
            </a:pathLst>
          </a:custGeom>
          <a:solidFill>
            <a:srgbClr val="40a0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105" name="标题 1"/>
          <p:cNvSpPr/>
          <p:nvPr/>
        </p:nvSpPr>
        <p:spPr>
          <a:xfrm>
            <a:off x="2048760" y="2266920"/>
            <a:ext cx="395640" cy="395640"/>
          </a:xfrm>
          <a:custGeom>
            <a:avLst/>
            <a:gdLst>
              <a:gd name="textAreaLeft" fmla="*/ 0 w 395640"/>
              <a:gd name="textAreaRight" fmla="*/ 396000 w 395640"/>
              <a:gd name="textAreaTop" fmla="*/ 0 h 395640"/>
              <a:gd name="textAreaBottom" fmla="*/ 396000 h 395640"/>
            </a:gdLst>
            <a:ahLst/>
            <a:cxnLst/>
            <a:rect l="textAreaLeft" t="textAreaTop" r="textAreaRight" b="textAreaBottom"/>
            <a:pathLst>
              <a:path w="720000" h="720000">
                <a:moveTo>
                  <a:pt x="438553" y="189601"/>
                </a:moveTo>
                <a:cubicBezTo>
                  <a:pt x="463230" y="189601"/>
                  <a:pt x="486344" y="199073"/>
                  <a:pt x="503636" y="216365"/>
                </a:cubicBezTo>
                <a:cubicBezTo>
                  <a:pt x="539523" y="252252"/>
                  <a:pt x="539523" y="310557"/>
                  <a:pt x="503636" y="346445"/>
                </a:cubicBezTo>
                <a:lnTo>
                  <a:pt x="362260" y="487907"/>
                </a:lnTo>
                <a:cubicBezTo>
                  <a:pt x="342622" y="507545"/>
                  <a:pt x="266503" y="522665"/>
                  <a:pt x="191861" y="528226"/>
                </a:cubicBezTo>
                <a:cubicBezTo>
                  <a:pt x="197336" y="453584"/>
                  <a:pt x="212456" y="377465"/>
                  <a:pt x="232180" y="357827"/>
                </a:cubicBezTo>
                <a:lnTo>
                  <a:pt x="373556" y="216452"/>
                </a:lnTo>
                <a:cubicBezTo>
                  <a:pt x="390761" y="199073"/>
                  <a:pt x="413875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02666" y="141636"/>
                  <a:pt x="366778" y="155278"/>
                  <a:pt x="339581" y="182476"/>
                </a:cubicBezTo>
                <a:lnTo>
                  <a:pt x="198205" y="323852"/>
                </a:lnTo>
                <a:cubicBezTo>
                  <a:pt x="143723" y="378335"/>
                  <a:pt x="141637" y="578364"/>
                  <a:pt x="141637" y="578364"/>
                </a:cubicBezTo>
                <a:cubicBezTo>
                  <a:pt x="141637" y="578364"/>
                  <a:pt x="341753" y="576278"/>
                  <a:pt x="396149" y="521796"/>
                </a:cubicBezTo>
                <a:lnTo>
                  <a:pt x="537524" y="380420"/>
                </a:lnTo>
                <a:cubicBezTo>
                  <a:pt x="592007" y="325938"/>
                  <a:pt x="592007" y="236872"/>
                  <a:pt x="537524" y="182476"/>
                </a:cubicBezTo>
                <a:cubicBezTo>
                  <a:pt x="510327" y="155191"/>
                  <a:pt x="474440" y="141636"/>
                  <a:pt x="438553" y="141636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1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106" name="标题 1"/>
          <p:cNvSpPr/>
          <p:nvPr/>
        </p:nvSpPr>
        <p:spPr>
          <a:xfrm>
            <a:off x="5585760" y="1960920"/>
            <a:ext cx="1007640" cy="1007640"/>
          </a:xfrm>
          <a:custGeom>
            <a:avLst/>
            <a:gdLst>
              <a:gd name="textAreaLeft" fmla="*/ 0 w 1007640"/>
              <a:gd name="textAreaRight" fmla="*/ 1008000 w 1007640"/>
              <a:gd name="textAreaTop" fmla="*/ 0 h 1007640"/>
              <a:gd name="textAreaBottom" fmla="*/ 1008000 h 1007640"/>
            </a:gdLst>
            <a:ahLst/>
            <a:cxnLst/>
            <a:rect l="textAreaLeft" t="textAreaTop" r="textAreaRight" b="textAreaBottom"/>
            <a:pathLst>
              <a:path w="723900" h="723900">
                <a:moveTo>
                  <a:pt x="723900" y="361950"/>
                </a:moveTo>
                <a:cubicBezTo>
                  <a:pt x="723900" y="561849"/>
                  <a:pt x="561849" y="723900"/>
                  <a:pt x="361950" y="723900"/>
                </a:cubicBezTo>
                <a:cubicBezTo>
                  <a:pt x="162051" y="723900"/>
                  <a:pt x="0" y="561849"/>
                  <a:pt x="0" y="361950"/>
                </a:cubicBezTo>
                <a:cubicBezTo>
                  <a:pt x="0" y="162051"/>
                  <a:pt x="162051" y="0"/>
                  <a:pt x="361950" y="0"/>
                </a:cubicBezTo>
                <a:cubicBezTo>
                  <a:pt x="561849" y="0"/>
                  <a:pt x="723900" y="162051"/>
                  <a:pt x="723900" y="361950"/>
                </a:cubicBezTo>
                <a:close/>
              </a:path>
            </a:pathLst>
          </a:custGeom>
          <a:solidFill>
            <a:srgbClr val="f98de4">
              <a:alpha val="19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107" name="标题 1"/>
          <p:cNvSpPr/>
          <p:nvPr/>
        </p:nvSpPr>
        <p:spPr>
          <a:xfrm>
            <a:off x="5675760" y="2050920"/>
            <a:ext cx="827640" cy="827640"/>
          </a:xfrm>
          <a:custGeom>
            <a:avLst/>
            <a:gdLst>
              <a:gd name="textAreaLeft" fmla="*/ 0 w 827640"/>
              <a:gd name="textAreaRight" fmla="*/ 828000 w 827640"/>
              <a:gd name="textAreaTop" fmla="*/ 0 h 827640"/>
              <a:gd name="textAreaBottom" fmla="*/ 828000 h 827640"/>
            </a:gdLst>
            <a:ahLst/>
            <a:cxnLst/>
            <a:rect l="textAreaLeft" t="textAreaTop" r="textAreaRight" b="textAreaBottom"/>
            <a:pathLst>
              <a:path w="723900" h="723900">
                <a:moveTo>
                  <a:pt x="723900" y="361950"/>
                </a:moveTo>
                <a:cubicBezTo>
                  <a:pt x="723900" y="561849"/>
                  <a:pt x="561849" y="723900"/>
                  <a:pt x="361950" y="723900"/>
                </a:cubicBezTo>
                <a:cubicBezTo>
                  <a:pt x="162051" y="723900"/>
                  <a:pt x="0" y="561849"/>
                  <a:pt x="0" y="361950"/>
                </a:cubicBezTo>
                <a:cubicBezTo>
                  <a:pt x="0" y="162051"/>
                  <a:pt x="162051" y="0"/>
                  <a:pt x="361950" y="0"/>
                </a:cubicBezTo>
                <a:cubicBezTo>
                  <a:pt x="561849" y="0"/>
                  <a:pt x="723900" y="162051"/>
                  <a:pt x="723900" y="361950"/>
                </a:cubicBezTo>
                <a:close/>
              </a:path>
            </a:pathLst>
          </a:custGeom>
          <a:solidFill>
            <a:srgbClr val="f98de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108" name="标题 1"/>
          <p:cNvSpPr/>
          <p:nvPr/>
        </p:nvSpPr>
        <p:spPr>
          <a:xfrm>
            <a:off x="5891760" y="2266920"/>
            <a:ext cx="395640" cy="395640"/>
          </a:xfrm>
          <a:custGeom>
            <a:avLst/>
            <a:gdLst>
              <a:gd name="textAreaLeft" fmla="*/ 0 w 395640"/>
              <a:gd name="textAreaRight" fmla="*/ 396000 w 395640"/>
              <a:gd name="textAreaTop" fmla="*/ 0 h 395640"/>
              <a:gd name="textAreaBottom" fmla="*/ 396000 h 395640"/>
            </a:gdLst>
            <a:ahLst/>
            <a:cxnLst/>
            <a:rect l="textAreaLeft" t="textAreaTop" r="textAreaRight" b="textAreaBottom"/>
            <a:pathLst>
              <a:path w="719895" h="720000">
                <a:moveTo>
                  <a:pt x="579031" y="554022"/>
                </a:moveTo>
                <a:cubicBezTo>
                  <a:pt x="585456" y="554022"/>
                  <a:pt x="591880" y="556471"/>
                  <a:pt x="596778" y="561368"/>
                </a:cubicBezTo>
                <a:lnTo>
                  <a:pt x="712550" y="677140"/>
                </a:lnTo>
                <a:cubicBezTo>
                  <a:pt x="722344" y="686935"/>
                  <a:pt x="722344" y="702840"/>
                  <a:pt x="712550" y="712634"/>
                </a:cubicBezTo>
                <a:cubicBezTo>
                  <a:pt x="707778" y="717573"/>
                  <a:pt x="701333" y="720000"/>
                  <a:pt x="694887" y="720000"/>
                </a:cubicBezTo>
                <a:cubicBezTo>
                  <a:pt x="688441" y="720000"/>
                  <a:pt x="681995" y="717573"/>
                  <a:pt x="677140" y="712634"/>
                </a:cubicBezTo>
                <a:lnTo>
                  <a:pt x="561284" y="596861"/>
                </a:lnTo>
                <a:cubicBezTo>
                  <a:pt x="551490" y="587067"/>
                  <a:pt x="551490" y="571162"/>
                  <a:pt x="561284" y="561368"/>
                </a:cubicBezTo>
                <a:cubicBezTo>
                  <a:pt x="566181" y="556471"/>
                  <a:pt x="572606" y="554022"/>
                  <a:pt x="579031" y="554022"/>
                </a:cubicBezTo>
                <a:close/>
                <a:moveTo>
                  <a:pt x="301109" y="0"/>
                </a:moveTo>
                <a:cubicBezTo>
                  <a:pt x="467443" y="0"/>
                  <a:pt x="602219" y="134859"/>
                  <a:pt x="602219" y="301109"/>
                </a:cubicBezTo>
                <a:cubicBezTo>
                  <a:pt x="602219" y="467443"/>
                  <a:pt x="467443" y="602219"/>
                  <a:pt x="301109" y="602219"/>
                </a:cubicBezTo>
                <a:cubicBezTo>
                  <a:pt x="134775" y="602219"/>
                  <a:pt x="0" y="467443"/>
                  <a:pt x="0" y="301109"/>
                </a:cubicBezTo>
                <a:cubicBezTo>
                  <a:pt x="0" y="134775"/>
                  <a:pt x="134775" y="0"/>
                  <a:pt x="301109" y="0"/>
                </a:cubicBezTo>
                <a:close/>
              </a:path>
            </a:pathLst>
          </a:cu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1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109" name="标题 1"/>
          <p:cNvSpPr/>
          <p:nvPr/>
        </p:nvSpPr>
        <p:spPr>
          <a:xfrm>
            <a:off x="9428400" y="1960920"/>
            <a:ext cx="1007640" cy="1007640"/>
          </a:xfrm>
          <a:custGeom>
            <a:avLst/>
            <a:gdLst>
              <a:gd name="textAreaLeft" fmla="*/ 0 w 1007640"/>
              <a:gd name="textAreaRight" fmla="*/ 1008000 w 1007640"/>
              <a:gd name="textAreaTop" fmla="*/ 0 h 1007640"/>
              <a:gd name="textAreaBottom" fmla="*/ 1008000 h 1007640"/>
            </a:gdLst>
            <a:ahLst/>
            <a:cxnLst/>
            <a:rect l="textAreaLeft" t="textAreaTop" r="textAreaRight" b="textAreaBottom"/>
            <a:pathLst>
              <a:path w="723900" h="723900">
                <a:moveTo>
                  <a:pt x="723900" y="361950"/>
                </a:moveTo>
                <a:cubicBezTo>
                  <a:pt x="723900" y="561849"/>
                  <a:pt x="561849" y="723900"/>
                  <a:pt x="361950" y="723900"/>
                </a:cubicBezTo>
                <a:cubicBezTo>
                  <a:pt x="162051" y="723900"/>
                  <a:pt x="0" y="561849"/>
                  <a:pt x="0" y="361950"/>
                </a:cubicBezTo>
                <a:cubicBezTo>
                  <a:pt x="0" y="162051"/>
                  <a:pt x="162051" y="0"/>
                  <a:pt x="361950" y="0"/>
                </a:cubicBezTo>
                <a:cubicBezTo>
                  <a:pt x="561849" y="0"/>
                  <a:pt x="723900" y="162051"/>
                  <a:pt x="723900" y="361950"/>
                </a:cubicBezTo>
                <a:close/>
              </a:path>
            </a:pathLst>
          </a:custGeom>
          <a:solidFill>
            <a:srgbClr val="44ca9c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110" name="标题 1"/>
          <p:cNvSpPr/>
          <p:nvPr/>
        </p:nvSpPr>
        <p:spPr>
          <a:xfrm>
            <a:off x="9518400" y="2050920"/>
            <a:ext cx="827640" cy="827640"/>
          </a:xfrm>
          <a:custGeom>
            <a:avLst/>
            <a:gdLst>
              <a:gd name="textAreaLeft" fmla="*/ 0 w 827640"/>
              <a:gd name="textAreaRight" fmla="*/ 828000 w 827640"/>
              <a:gd name="textAreaTop" fmla="*/ 0 h 827640"/>
              <a:gd name="textAreaBottom" fmla="*/ 828000 h 827640"/>
            </a:gdLst>
            <a:ahLst/>
            <a:cxnLst/>
            <a:rect l="textAreaLeft" t="textAreaTop" r="textAreaRight" b="textAreaBottom"/>
            <a:pathLst>
              <a:path w="723900" h="723900">
                <a:moveTo>
                  <a:pt x="723900" y="361950"/>
                </a:moveTo>
                <a:cubicBezTo>
                  <a:pt x="723900" y="561849"/>
                  <a:pt x="561849" y="723900"/>
                  <a:pt x="361950" y="723900"/>
                </a:cubicBezTo>
                <a:cubicBezTo>
                  <a:pt x="162051" y="723900"/>
                  <a:pt x="0" y="561849"/>
                  <a:pt x="0" y="361950"/>
                </a:cubicBezTo>
                <a:cubicBezTo>
                  <a:pt x="0" y="162051"/>
                  <a:pt x="162051" y="0"/>
                  <a:pt x="361950" y="0"/>
                </a:cubicBezTo>
                <a:cubicBezTo>
                  <a:pt x="561849" y="0"/>
                  <a:pt x="723900" y="162051"/>
                  <a:pt x="723900" y="361950"/>
                </a:cubicBezTo>
                <a:close/>
              </a:path>
            </a:pathLst>
          </a:custGeom>
          <a:solidFill>
            <a:srgbClr val="44ca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111" name="标题 1"/>
          <p:cNvSpPr/>
          <p:nvPr/>
        </p:nvSpPr>
        <p:spPr>
          <a:xfrm>
            <a:off x="9734400" y="2278080"/>
            <a:ext cx="395640" cy="372960"/>
          </a:xfrm>
          <a:custGeom>
            <a:avLst/>
            <a:gdLst>
              <a:gd name="textAreaLeft" fmla="*/ 0 w 395640"/>
              <a:gd name="textAreaRight" fmla="*/ 396000 w 395640"/>
              <a:gd name="textAreaTop" fmla="*/ 0 h 372960"/>
              <a:gd name="textAreaBottom" fmla="*/ 373320 h 372960"/>
            </a:gdLst>
            <a:ahLst/>
            <a:cxnLst/>
            <a:rect l="textAreaLeft" t="textAreaTop" r="textAreaRight" b="textAreaBottom"/>
            <a:pathLst>
              <a:path w="763907" h="720000">
                <a:moveTo>
                  <a:pt x="565749" y="529546"/>
                </a:moveTo>
                <a:cubicBezTo>
                  <a:pt x="573025" y="529546"/>
                  <a:pt x="580302" y="532319"/>
                  <a:pt x="585849" y="537865"/>
                </a:cubicBezTo>
                <a:lnTo>
                  <a:pt x="698960" y="650977"/>
                </a:lnTo>
                <a:cubicBezTo>
                  <a:pt x="710054" y="662070"/>
                  <a:pt x="710054" y="680084"/>
                  <a:pt x="698960" y="691178"/>
                </a:cubicBezTo>
                <a:cubicBezTo>
                  <a:pt x="693461" y="696677"/>
                  <a:pt x="686161" y="699521"/>
                  <a:pt x="678860" y="699521"/>
                </a:cubicBezTo>
                <a:cubicBezTo>
                  <a:pt x="671560" y="699521"/>
                  <a:pt x="664259" y="696771"/>
                  <a:pt x="658760" y="691178"/>
                </a:cubicBezTo>
                <a:lnTo>
                  <a:pt x="545648" y="578066"/>
                </a:lnTo>
                <a:cubicBezTo>
                  <a:pt x="534555" y="566973"/>
                  <a:pt x="534555" y="548959"/>
                  <a:pt x="545648" y="537865"/>
                </a:cubicBezTo>
                <a:cubicBezTo>
                  <a:pt x="551195" y="532319"/>
                  <a:pt x="558471" y="529546"/>
                  <a:pt x="565749" y="529546"/>
                </a:cubicBezTo>
                <a:close/>
                <a:moveTo>
                  <a:pt x="565749" y="359807"/>
                </a:moveTo>
                <a:lnTo>
                  <a:pt x="735464" y="359807"/>
                </a:lnTo>
                <a:cubicBezTo>
                  <a:pt x="751202" y="359807"/>
                  <a:pt x="763907" y="372512"/>
                  <a:pt x="763907" y="388251"/>
                </a:cubicBezTo>
                <a:cubicBezTo>
                  <a:pt x="763907" y="403990"/>
                  <a:pt x="751107" y="416695"/>
                  <a:pt x="735464" y="416695"/>
                </a:cubicBezTo>
                <a:lnTo>
                  <a:pt x="565749" y="416695"/>
                </a:lnTo>
                <a:cubicBezTo>
                  <a:pt x="550010" y="416695"/>
                  <a:pt x="537305" y="403990"/>
                  <a:pt x="537305" y="388251"/>
                </a:cubicBezTo>
                <a:cubicBezTo>
                  <a:pt x="537305" y="372512"/>
                  <a:pt x="550010" y="359807"/>
                  <a:pt x="565749" y="359807"/>
                </a:cubicBezTo>
                <a:close/>
                <a:moveTo>
                  <a:pt x="678860" y="77005"/>
                </a:moveTo>
                <a:cubicBezTo>
                  <a:pt x="686137" y="77005"/>
                  <a:pt x="693414" y="79778"/>
                  <a:pt x="698960" y="85325"/>
                </a:cubicBezTo>
                <a:cubicBezTo>
                  <a:pt x="710054" y="96418"/>
                  <a:pt x="710054" y="114432"/>
                  <a:pt x="698960" y="125525"/>
                </a:cubicBezTo>
                <a:lnTo>
                  <a:pt x="585849" y="238636"/>
                </a:lnTo>
                <a:cubicBezTo>
                  <a:pt x="580350" y="244231"/>
                  <a:pt x="573049" y="246980"/>
                  <a:pt x="565749" y="246980"/>
                </a:cubicBezTo>
                <a:cubicBezTo>
                  <a:pt x="558448" y="246980"/>
                  <a:pt x="551147" y="244231"/>
                  <a:pt x="545648" y="238636"/>
                </a:cubicBezTo>
                <a:cubicBezTo>
                  <a:pt x="534555" y="227543"/>
                  <a:pt x="534555" y="209529"/>
                  <a:pt x="545648" y="198436"/>
                </a:cubicBezTo>
                <a:lnTo>
                  <a:pt x="658760" y="85325"/>
                </a:lnTo>
                <a:cubicBezTo>
                  <a:pt x="664306" y="79778"/>
                  <a:pt x="671583" y="77005"/>
                  <a:pt x="678860" y="77005"/>
                </a:cubicBezTo>
                <a:close/>
                <a:moveTo>
                  <a:pt x="362802" y="5"/>
                </a:moveTo>
                <a:cubicBezTo>
                  <a:pt x="383186" y="183"/>
                  <a:pt x="403524" y="5682"/>
                  <a:pt x="422012" y="16490"/>
                </a:cubicBezTo>
                <a:cubicBezTo>
                  <a:pt x="458989" y="38108"/>
                  <a:pt x="481080" y="76601"/>
                  <a:pt x="481080" y="119457"/>
                </a:cubicBezTo>
                <a:lnTo>
                  <a:pt x="481080" y="600631"/>
                </a:lnTo>
                <a:cubicBezTo>
                  <a:pt x="481080" y="643486"/>
                  <a:pt x="458989" y="681980"/>
                  <a:pt x="422012" y="703598"/>
                </a:cubicBezTo>
                <a:cubicBezTo>
                  <a:pt x="403240" y="714501"/>
                  <a:pt x="382475" y="720000"/>
                  <a:pt x="361806" y="720000"/>
                </a:cubicBezTo>
                <a:cubicBezTo>
                  <a:pt x="341706" y="720000"/>
                  <a:pt x="321700" y="714881"/>
                  <a:pt x="303306" y="704546"/>
                </a:cubicBezTo>
                <a:lnTo>
                  <a:pt x="60870" y="568300"/>
                </a:lnTo>
                <a:cubicBezTo>
                  <a:pt x="23324" y="547157"/>
                  <a:pt x="0" y="507336"/>
                  <a:pt x="0" y="464291"/>
                </a:cubicBezTo>
                <a:lnTo>
                  <a:pt x="0" y="255702"/>
                </a:lnTo>
                <a:cubicBezTo>
                  <a:pt x="0" y="212657"/>
                  <a:pt x="23324" y="172742"/>
                  <a:pt x="60870" y="151693"/>
                </a:cubicBezTo>
                <a:lnTo>
                  <a:pt x="303306" y="15447"/>
                </a:lnTo>
                <a:cubicBezTo>
                  <a:pt x="321984" y="4970"/>
                  <a:pt x="342417" y="-173"/>
                  <a:pt x="362802" y="5"/>
                </a:cubicBezTo>
                <a:close/>
              </a:path>
            </a:pathLst>
          </a:cu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1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112" name="标题 1"/>
          <p:cNvSpPr/>
          <p:nvPr/>
        </p:nvSpPr>
        <p:spPr>
          <a:xfrm>
            <a:off x="660240" y="3308760"/>
            <a:ext cx="3172320" cy="3189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30000"/>
              </a:lnSpc>
            </a:pPr>
            <a:r>
              <a:rPr b="1" lang="en-US" sz="1600" strike="noStrike" u="none">
                <a:solidFill>
                  <a:srgbClr val="307bec"/>
                </a:solidFill>
                <a:effectLst/>
                <a:uFillTx/>
                <a:latin typeface="微软雅黑"/>
                <a:ea typeface="微软雅黑"/>
              </a:rPr>
              <a:t>{{content_points[0]}}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标题 1"/>
          <p:cNvSpPr/>
          <p:nvPr/>
        </p:nvSpPr>
        <p:spPr>
          <a:xfrm>
            <a:off x="660240" y="3869640"/>
            <a:ext cx="317232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50000"/>
              </a:lnSpc>
            </a:pPr>
            <a:r>
              <a:rPr b="0" lang="en-US" sz="1400" strike="noStrike" u="none">
                <a:solidFill>
                  <a:srgbClr val="262626"/>
                </a:solidFill>
                <a:effectLst/>
                <a:uFillTx/>
                <a:latin typeface="微软雅黑"/>
                <a:ea typeface="微软雅黑"/>
              </a:rPr>
              <a:t>{{detailed_content[0]}}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标题 1"/>
          <p:cNvSpPr/>
          <p:nvPr/>
        </p:nvSpPr>
        <p:spPr>
          <a:xfrm>
            <a:off x="4503240" y="3308760"/>
            <a:ext cx="3172320" cy="3189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30000"/>
              </a:lnSpc>
            </a:pPr>
            <a:r>
              <a:rPr b="0" lang="en-US" sz="1600" strike="noStrike" u="none">
                <a:solidFill>
                  <a:srgbClr val="ce34dc"/>
                </a:solidFill>
                <a:effectLst/>
                <a:uFillTx/>
                <a:latin typeface="思源黑体 CN Bold"/>
                <a:ea typeface="思源黑体 CN Bold"/>
              </a:rPr>
              <a:t>{{content_points[1]}}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标题 1"/>
          <p:cNvSpPr/>
          <p:nvPr/>
        </p:nvSpPr>
        <p:spPr>
          <a:xfrm>
            <a:off x="4503240" y="3869640"/>
            <a:ext cx="317232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50000"/>
              </a:lnSpc>
            </a:pPr>
            <a:r>
              <a:rPr b="0" lang="en-US" sz="1400" strike="noStrike" u="none">
                <a:solidFill>
                  <a:srgbClr val="262626"/>
                </a:solidFill>
                <a:effectLst/>
                <a:uFillTx/>
                <a:latin typeface="微软雅黑"/>
                <a:ea typeface="微软雅黑"/>
              </a:rPr>
              <a:t>{{detailed_content[1]}}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标题 1"/>
          <p:cNvSpPr/>
          <p:nvPr/>
        </p:nvSpPr>
        <p:spPr>
          <a:xfrm>
            <a:off x="8346240" y="3308760"/>
            <a:ext cx="3172320" cy="3189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30000"/>
              </a:lnSpc>
            </a:pPr>
            <a:r>
              <a:rPr b="0" lang="en-US" sz="1600" strike="noStrike" u="none">
                <a:solidFill>
                  <a:srgbClr val="34885d"/>
                </a:solidFill>
                <a:effectLst/>
                <a:uFillTx/>
                <a:latin typeface="思源黑体 CN Bold"/>
                <a:ea typeface="思源黑体 CN Bold"/>
              </a:rPr>
              <a:t>{{content_points[2]}}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标题 1"/>
          <p:cNvSpPr/>
          <p:nvPr/>
        </p:nvSpPr>
        <p:spPr>
          <a:xfrm>
            <a:off x="8346240" y="3869640"/>
            <a:ext cx="317232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50000"/>
              </a:lnSpc>
            </a:pPr>
            <a:r>
              <a:rPr b="0" lang="en-US" sz="1400" strike="noStrike" u="none">
                <a:solidFill>
                  <a:srgbClr val="262626"/>
                </a:solidFill>
                <a:effectLst/>
                <a:uFillTx/>
                <a:latin typeface="微软雅黑"/>
                <a:ea typeface="微软雅黑"/>
              </a:rPr>
              <a:t>{{detailed_content[2]}}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文本框 1"/>
          <p:cNvSpPr/>
          <p:nvPr/>
        </p:nvSpPr>
        <p:spPr>
          <a:xfrm>
            <a:off x="810720" y="1019880"/>
            <a:ext cx="10797120" cy="49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图片 12" descr="E:/AI工具/AI Office/PPT模版/png/压缩/bg.jpgbg"/>
          <p:cNvPicPr/>
          <p:nvPr/>
        </p:nvPicPr>
        <p:blipFill>
          <a:blip r:embed="rId1"/>
          <a:srcRect l="0" t="6" r="0" b="6"/>
          <a:stretch/>
        </p:blipFill>
        <p:spPr>
          <a:xfrm>
            <a:off x="0" y="1800"/>
            <a:ext cx="12191760" cy="685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标题 1"/>
          <p:cNvSpPr/>
          <p:nvPr/>
        </p:nvSpPr>
        <p:spPr>
          <a:xfrm>
            <a:off x="810720" y="236880"/>
            <a:ext cx="777960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{{section_title}}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1" name="直接连接符 8"/>
          <p:cNvCxnSpPr/>
          <p:nvPr/>
        </p:nvCxnSpPr>
        <p:spPr>
          <a:xfrm>
            <a:off x="0" y="895320"/>
            <a:ext cx="5465520" cy="360"/>
          </a:xfrm>
          <a:prstGeom prst="straightConnector1">
            <a:avLst/>
          </a:prstGeom>
          <a:ln w="22225">
            <a:solidFill>
              <a:srgbClr val="ffffff"/>
            </a:solidFill>
          </a:ln>
        </p:spPr>
      </p:cxnSp>
      <p:grpSp>
        <p:nvGrpSpPr>
          <p:cNvPr id="122" name="组合 4"/>
          <p:cNvGrpSpPr/>
          <p:nvPr/>
        </p:nvGrpSpPr>
        <p:grpSpPr>
          <a:xfrm>
            <a:off x="299520" y="470520"/>
            <a:ext cx="297000" cy="297000"/>
            <a:chOff x="299520" y="470520"/>
            <a:chExt cx="297000" cy="297000"/>
          </a:xfrm>
        </p:grpSpPr>
        <p:sp>
          <p:nvSpPr>
            <p:cNvPr id="123" name="标题 1"/>
            <p:cNvSpPr/>
            <p:nvPr/>
          </p:nvSpPr>
          <p:spPr>
            <a:xfrm flipH="1">
              <a:off x="299160" y="470520"/>
              <a:ext cx="297000" cy="297000"/>
            </a:xfrm>
            <a:prstGeom prst="rect">
              <a:avLst/>
            </a:pr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cxnSp>
          <p:nvCxnSpPr>
            <p:cNvPr id="124" name="标题 1"/>
            <p:cNvCxnSpPr/>
            <p:nvPr/>
          </p:nvCxnSpPr>
          <p:spPr>
            <a:xfrm>
              <a:off x="392400" y="618840"/>
              <a:ext cx="111960" cy="360"/>
            </a:xfrm>
            <a:prstGeom prst="straightConnector1">
              <a:avLst/>
            </a:prstGeom>
            <a:ln w="11430">
              <a:solidFill>
                <a:srgbClr val="ffffff"/>
              </a:solidFill>
              <a:miter/>
            </a:ln>
          </p:spPr>
        </p:cxnSp>
        <p:sp>
          <p:nvSpPr>
            <p:cNvPr id="125" name="标题 1"/>
            <p:cNvSpPr/>
            <p:nvPr/>
          </p:nvSpPr>
          <p:spPr>
            <a:xfrm rot="18900000">
              <a:off x="418680" y="579960"/>
              <a:ext cx="77760" cy="77760"/>
            </a:xfrm>
            <a:custGeom>
              <a:avLst/>
              <a:gdLst>
                <a:gd name="textAreaLeft" fmla="*/ 0 w 77760"/>
                <a:gd name="textAreaRight" fmla="*/ 78120 w 77760"/>
                <a:gd name="textAreaTop" fmla="*/ 0 h 77760"/>
                <a:gd name="textAreaBottom" fmla="*/ 78120 h 77760"/>
              </a:gdLst>
              <a:ahLst/>
              <a:cxnLst/>
              <a:rect l="textAreaLeft" t="textAreaTop" r="textAreaRight" b="textAreaBottom"/>
              <a:pathLst>
                <a:path w="252248" h="252248">
                  <a:moveTo>
                    <a:pt x="252248" y="0"/>
                  </a:moveTo>
                  <a:lnTo>
                    <a:pt x="252248" y="252248"/>
                  </a:lnTo>
                  <a:lnTo>
                    <a:pt x="0" y="252248"/>
                  </a:lnTo>
                </a:path>
              </a:pathLst>
            </a:custGeom>
            <a:noFill/>
            <a:ln w="1143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8880" bIns="38880"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</p:grpSp>
      <p:pic>
        <p:nvPicPr>
          <p:cNvPr id="126" name="图片 31" descr="E:/AI工具/AI Office/PPT模版/png/压缩/ren2_.jpgren2_"/>
          <p:cNvPicPr/>
          <p:nvPr/>
        </p:nvPicPr>
        <p:blipFill>
          <a:blip r:embed="rId2"/>
          <a:srcRect l="0" t="9" r="0" b="9"/>
          <a:stretch/>
        </p:blipFill>
        <p:spPr>
          <a:xfrm rot="300000">
            <a:off x="1909440" y="1942920"/>
            <a:ext cx="2876040" cy="3835800"/>
          </a:xfrm>
          <a:prstGeom prst="rect">
            <a:avLst/>
          </a:prstGeom>
          <a:noFill/>
          <a:ln w="57150">
            <a:solidFill>
              <a:srgbClr val="ffffff"/>
            </a:solidFill>
            <a:miter/>
          </a:ln>
        </p:spPr>
      </p:pic>
      <p:pic>
        <p:nvPicPr>
          <p:cNvPr id="127" name="图片 6" descr="E:/AI工具/AI Office/PPT模版/png/压缩/ren_.jpgren_"/>
          <p:cNvPicPr/>
          <p:nvPr/>
        </p:nvPicPr>
        <p:blipFill>
          <a:blip r:embed="rId3"/>
          <a:srcRect l="14" t="0" r="14" b="0"/>
          <a:stretch/>
        </p:blipFill>
        <p:spPr>
          <a:xfrm flipH="1" rot="21180000">
            <a:off x="1325880" y="1966680"/>
            <a:ext cx="3050280" cy="4068000"/>
          </a:xfrm>
          <a:prstGeom prst="rect">
            <a:avLst/>
          </a:prstGeom>
          <a:noFill/>
          <a:ln w="98425">
            <a:solidFill>
              <a:srgbClr val="ffffff"/>
            </a:solidFill>
            <a:miter/>
          </a:ln>
        </p:spPr>
      </p:pic>
      <p:pic>
        <p:nvPicPr>
          <p:cNvPr id="128" name="图片 29" descr="bc6ab406da4fedea34e7e52d1c73cf8f0ca7a61412864-sPfPio"/>
          <p:cNvPicPr/>
          <p:nvPr/>
        </p:nvPicPr>
        <p:blipFill>
          <a:blip r:embed="rId4"/>
          <a:stretch/>
        </p:blipFill>
        <p:spPr>
          <a:xfrm>
            <a:off x="722160" y="1706400"/>
            <a:ext cx="872280" cy="8722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29" name="标题 1"/>
          <p:cNvCxnSpPr/>
          <p:nvPr/>
        </p:nvCxnSpPr>
        <p:spPr>
          <a:xfrm>
            <a:off x="6654600" y="3213720"/>
            <a:ext cx="4667760" cy="360"/>
          </a:xfrm>
          <a:prstGeom prst="straightConnector1">
            <a:avLst/>
          </a:prstGeom>
          <a:ln cap="sq" w="12700">
            <a:solidFill>
              <a:srgbClr val="ffffff"/>
            </a:solidFill>
            <a:miter/>
          </a:ln>
        </p:spPr>
      </p:cxnSp>
      <p:sp>
        <p:nvSpPr>
          <p:cNvPr id="130" name="标题 1"/>
          <p:cNvSpPr/>
          <p:nvPr/>
        </p:nvSpPr>
        <p:spPr>
          <a:xfrm>
            <a:off x="6647400" y="1868760"/>
            <a:ext cx="616320" cy="52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6000"/>
              </a:lnSpc>
            </a:pPr>
            <a:r>
              <a:rPr b="1" lang="en-US" sz="3200" strike="noStrike" u="none">
                <a:solidFill>
                  <a:srgbClr val="3199ea"/>
                </a:solidFill>
                <a:effectLst/>
                <a:uFillTx/>
                <a:latin typeface="微软雅黑"/>
                <a:ea typeface="微软雅黑"/>
              </a:rPr>
              <a:t>01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1" name="标题 1"/>
          <p:cNvCxnSpPr/>
          <p:nvPr/>
        </p:nvCxnSpPr>
        <p:spPr>
          <a:xfrm>
            <a:off x="6654600" y="4735080"/>
            <a:ext cx="4667760" cy="360"/>
          </a:xfrm>
          <a:prstGeom prst="straightConnector1">
            <a:avLst/>
          </a:prstGeom>
          <a:ln cap="sq" w="12700">
            <a:solidFill>
              <a:srgbClr val="ffffff"/>
            </a:solidFill>
            <a:miter/>
          </a:ln>
        </p:spPr>
      </p:cxnSp>
      <p:sp>
        <p:nvSpPr>
          <p:cNvPr id="132" name="标题 1"/>
          <p:cNvSpPr/>
          <p:nvPr/>
        </p:nvSpPr>
        <p:spPr>
          <a:xfrm>
            <a:off x="6647400" y="3443040"/>
            <a:ext cx="616320" cy="52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6000"/>
              </a:lnSpc>
            </a:pPr>
            <a:r>
              <a:rPr b="1" lang="en-US" sz="3200" strike="noStrike" u="none">
                <a:solidFill>
                  <a:srgbClr val="d663e3"/>
                </a:solidFill>
                <a:effectLst/>
                <a:uFillTx/>
                <a:latin typeface="微软雅黑"/>
                <a:ea typeface="微软雅黑"/>
              </a:rPr>
              <a:t>02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3" name="标题 1"/>
          <p:cNvCxnSpPr/>
          <p:nvPr/>
        </p:nvCxnSpPr>
        <p:spPr>
          <a:xfrm>
            <a:off x="6654600" y="6244920"/>
            <a:ext cx="4667760" cy="360"/>
          </a:xfrm>
          <a:prstGeom prst="straightConnector1">
            <a:avLst/>
          </a:prstGeom>
          <a:ln cap="sq" w="12700">
            <a:solidFill>
              <a:srgbClr val="ffffff"/>
            </a:solidFill>
            <a:miter/>
          </a:ln>
        </p:spPr>
      </p:cxnSp>
      <p:sp>
        <p:nvSpPr>
          <p:cNvPr id="134" name="标题 1"/>
          <p:cNvSpPr/>
          <p:nvPr/>
        </p:nvSpPr>
        <p:spPr>
          <a:xfrm>
            <a:off x="6647400" y="4964040"/>
            <a:ext cx="616320" cy="52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6000"/>
              </a:lnSpc>
            </a:pPr>
            <a:r>
              <a:rPr b="1" lang="en-US" sz="3200" strike="noStrike" u="none">
                <a:solidFill>
                  <a:srgbClr val="3bb1a5"/>
                </a:solidFill>
                <a:effectLst/>
                <a:uFillTx/>
                <a:latin typeface="微软雅黑"/>
                <a:ea typeface="微软雅黑"/>
              </a:rPr>
              <a:t>03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标题 1"/>
          <p:cNvSpPr/>
          <p:nvPr/>
        </p:nvSpPr>
        <p:spPr>
          <a:xfrm>
            <a:off x="7288560" y="1945800"/>
            <a:ext cx="45345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defTabSz="914400">
              <a:lnSpc>
                <a:spcPct val="130000"/>
              </a:lnSpc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{{content_points[0]}}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标题 1"/>
          <p:cNvSpPr/>
          <p:nvPr/>
        </p:nvSpPr>
        <p:spPr>
          <a:xfrm>
            <a:off x="6657480" y="2374560"/>
            <a:ext cx="5166000" cy="20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900" strike="noStrike" u="none">
                <a:solidFill>
                  <a:schemeClr val="dk1">
                    <a:alpha val="70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{{detailed_content[0]}}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标题 1"/>
          <p:cNvSpPr/>
          <p:nvPr/>
        </p:nvSpPr>
        <p:spPr>
          <a:xfrm>
            <a:off x="7288560" y="3526200"/>
            <a:ext cx="45345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defTabSz="914400">
              <a:lnSpc>
                <a:spcPct val="130000"/>
              </a:lnSpc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{{content_points[1]}}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标题 1"/>
          <p:cNvSpPr/>
          <p:nvPr/>
        </p:nvSpPr>
        <p:spPr>
          <a:xfrm>
            <a:off x="6657840" y="3959640"/>
            <a:ext cx="5165640" cy="20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900" strike="noStrike" u="none">
                <a:solidFill>
                  <a:schemeClr val="dk1">
                    <a:alpha val="70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{{detailed_content[1]}}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标题 1"/>
          <p:cNvSpPr/>
          <p:nvPr/>
        </p:nvSpPr>
        <p:spPr>
          <a:xfrm>
            <a:off x="7288560" y="5036040"/>
            <a:ext cx="45345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defTabSz="914400">
              <a:lnSpc>
                <a:spcPct val="130000"/>
              </a:lnSpc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{{content_points[2]}}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标题 1"/>
          <p:cNvSpPr/>
          <p:nvPr/>
        </p:nvSpPr>
        <p:spPr>
          <a:xfrm>
            <a:off x="6657840" y="5469840"/>
            <a:ext cx="5165640" cy="20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900" strike="noStrike" u="none">
                <a:solidFill>
                  <a:schemeClr val="dk1">
                    <a:alpha val="70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{{detailed_content[2]}}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1" name="组合 1"/>
          <p:cNvGrpSpPr/>
          <p:nvPr/>
        </p:nvGrpSpPr>
        <p:grpSpPr>
          <a:xfrm>
            <a:off x="10694520" y="585000"/>
            <a:ext cx="913680" cy="95760"/>
            <a:chOff x="10694520" y="585000"/>
            <a:chExt cx="913680" cy="95760"/>
          </a:xfrm>
        </p:grpSpPr>
        <p:sp>
          <p:nvSpPr>
            <p:cNvPr id="142" name="标题 1"/>
            <p:cNvSpPr/>
            <p:nvPr/>
          </p:nvSpPr>
          <p:spPr>
            <a:xfrm flipH="1">
              <a:off x="10694520" y="585000"/>
              <a:ext cx="89280" cy="89280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1680" bIns="31680"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sp>
          <p:nvSpPr>
            <p:cNvPr id="143" name="标题 1"/>
            <p:cNvSpPr/>
            <p:nvPr/>
          </p:nvSpPr>
          <p:spPr>
            <a:xfrm flipH="1">
              <a:off x="10904760" y="591480"/>
              <a:ext cx="703080" cy="89280"/>
            </a:xfrm>
            <a:custGeom>
              <a:avLst/>
              <a:gdLst>
                <a:gd name="textAreaLeft" fmla="*/ -360 w 703080"/>
                <a:gd name="textAreaRight" fmla="*/ 703080 w 70308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422763" h="53800">
                  <a:moveTo>
                    <a:pt x="26900" y="0"/>
                  </a:moveTo>
                  <a:cubicBezTo>
                    <a:pt x="12044" y="0"/>
                    <a:pt x="0" y="12044"/>
                    <a:pt x="0" y="26900"/>
                  </a:cubicBezTo>
                  <a:cubicBezTo>
                    <a:pt x="0" y="41756"/>
                    <a:pt x="12044" y="53800"/>
                    <a:pt x="26900" y="53800"/>
                  </a:cubicBezTo>
                  <a:cubicBezTo>
                    <a:pt x="41756" y="53800"/>
                    <a:pt x="53800" y="41756"/>
                    <a:pt x="53800" y="26900"/>
                  </a:cubicBezTo>
                  <a:cubicBezTo>
                    <a:pt x="53800" y="12044"/>
                    <a:pt x="41756" y="0"/>
                    <a:pt x="26900" y="0"/>
                  </a:cubicBezTo>
                  <a:close/>
                  <a:moveTo>
                    <a:pt x="149888" y="0"/>
                  </a:moveTo>
                  <a:cubicBezTo>
                    <a:pt x="135032" y="0"/>
                    <a:pt x="122988" y="12044"/>
                    <a:pt x="122988" y="26900"/>
                  </a:cubicBezTo>
                  <a:cubicBezTo>
                    <a:pt x="122988" y="41756"/>
                    <a:pt x="135032" y="53800"/>
                    <a:pt x="149888" y="53800"/>
                  </a:cubicBezTo>
                  <a:cubicBezTo>
                    <a:pt x="164744" y="53800"/>
                    <a:pt x="176788" y="41756"/>
                    <a:pt x="176788" y="26900"/>
                  </a:cubicBezTo>
                  <a:cubicBezTo>
                    <a:pt x="176788" y="12044"/>
                    <a:pt x="164744" y="0"/>
                    <a:pt x="149888" y="0"/>
                  </a:cubicBezTo>
                  <a:close/>
                  <a:moveTo>
                    <a:pt x="272875" y="0"/>
                  </a:moveTo>
                  <a:cubicBezTo>
                    <a:pt x="258019" y="0"/>
                    <a:pt x="245975" y="12044"/>
                    <a:pt x="245975" y="26900"/>
                  </a:cubicBezTo>
                  <a:cubicBezTo>
                    <a:pt x="245975" y="41756"/>
                    <a:pt x="258019" y="53800"/>
                    <a:pt x="272875" y="53800"/>
                  </a:cubicBezTo>
                  <a:cubicBezTo>
                    <a:pt x="287731" y="53800"/>
                    <a:pt x="299775" y="41756"/>
                    <a:pt x="299775" y="26900"/>
                  </a:cubicBezTo>
                  <a:cubicBezTo>
                    <a:pt x="299775" y="12044"/>
                    <a:pt x="287731" y="0"/>
                    <a:pt x="272875" y="0"/>
                  </a:cubicBezTo>
                  <a:close/>
                  <a:moveTo>
                    <a:pt x="395863" y="0"/>
                  </a:moveTo>
                  <a:cubicBezTo>
                    <a:pt x="381007" y="0"/>
                    <a:pt x="368963" y="12044"/>
                    <a:pt x="368963" y="26900"/>
                  </a:cubicBezTo>
                  <a:cubicBezTo>
                    <a:pt x="368963" y="41756"/>
                    <a:pt x="381007" y="53800"/>
                    <a:pt x="395863" y="53800"/>
                  </a:cubicBezTo>
                  <a:cubicBezTo>
                    <a:pt x="410719" y="53800"/>
                    <a:pt x="422763" y="41756"/>
                    <a:pt x="422763" y="26900"/>
                  </a:cubicBezTo>
                  <a:cubicBezTo>
                    <a:pt x="422763" y="12044"/>
                    <a:pt x="410719" y="0"/>
                    <a:pt x="395863" y="0"/>
                  </a:cubicBezTo>
                  <a:close/>
                </a:path>
              </a:pathLst>
            </a:custGeom>
            <a:solidFill>
              <a:schemeClr val="dk1">
                <a:alpha val="22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4640" bIns="44640"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</p:grpSp>
      <p:sp>
        <p:nvSpPr>
          <p:cNvPr id="144" name="文本框 11"/>
          <p:cNvSpPr/>
          <p:nvPr/>
        </p:nvSpPr>
        <p:spPr>
          <a:xfrm>
            <a:off x="810720" y="1019880"/>
            <a:ext cx="10797120" cy="49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图片 12" descr="E:/AI工具/AI Office/PPT模版/png/压缩/bg.jpgbg"/>
          <p:cNvPicPr/>
          <p:nvPr/>
        </p:nvPicPr>
        <p:blipFill>
          <a:blip r:embed="rId1"/>
          <a:srcRect l="0" t="6" r="0" b="6"/>
          <a:stretch/>
        </p:blipFill>
        <p:spPr>
          <a:xfrm>
            <a:off x="0" y="1800"/>
            <a:ext cx="12191760" cy="685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" name="标题 1"/>
          <p:cNvSpPr/>
          <p:nvPr/>
        </p:nvSpPr>
        <p:spPr>
          <a:xfrm>
            <a:off x="810720" y="236880"/>
            <a:ext cx="777960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{{section_title}}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7" name="直接连接符 8"/>
          <p:cNvCxnSpPr/>
          <p:nvPr/>
        </p:nvCxnSpPr>
        <p:spPr>
          <a:xfrm>
            <a:off x="0" y="895320"/>
            <a:ext cx="5465520" cy="360"/>
          </a:xfrm>
          <a:prstGeom prst="straightConnector1">
            <a:avLst/>
          </a:prstGeom>
          <a:ln w="22225">
            <a:solidFill>
              <a:srgbClr val="ffffff"/>
            </a:solidFill>
          </a:ln>
        </p:spPr>
      </p:cxnSp>
      <p:grpSp>
        <p:nvGrpSpPr>
          <p:cNvPr id="148" name="组合 4"/>
          <p:cNvGrpSpPr/>
          <p:nvPr/>
        </p:nvGrpSpPr>
        <p:grpSpPr>
          <a:xfrm>
            <a:off x="299520" y="470520"/>
            <a:ext cx="297000" cy="297000"/>
            <a:chOff x="299520" y="470520"/>
            <a:chExt cx="297000" cy="297000"/>
          </a:xfrm>
        </p:grpSpPr>
        <p:sp>
          <p:nvSpPr>
            <p:cNvPr id="149" name="标题 1"/>
            <p:cNvSpPr/>
            <p:nvPr/>
          </p:nvSpPr>
          <p:spPr>
            <a:xfrm flipH="1">
              <a:off x="299160" y="470520"/>
              <a:ext cx="297000" cy="297000"/>
            </a:xfrm>
            <a:prstGeom prst="rect">
              <a:avLst/>
            </a:pr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cxnSp>
          <p:nvCxnSpPr>
            <p:cNvPr id="150" name="标题 1"/>
            <p:cNvCxnSpPr/>
            <p:nvPr/>
          </p:nvCxnSpPr>
          <p:spPr>
            <a:xfrm>
              <a:off x="392400" y="618840"/>
              <a:ext cx="111960" cy="360"/>
            </a:xfrm>
            <a:prstGeom prst="straightConnector1">
              <a:avLst/>
            </a:prstGeom>
            <a:ln w="11430">
              <a:solidFill>
                <a:srgbClr val="ffffff"/>
              </a:solidFill>
              <a:miter/>
            </a:ln>
          </p:spPr>
        </p:cxnSp>
        <p:sp>
          <p:nvSpPr>
            <p:cNvPr id="151" name="标题 1"/>
            <p:cNvSpPr/>
            <p:nvPr/>
          </p:nvSpPr>
          <p:spPr>
            <a:xfrm rot="18900000">
              <a:off x="418680" y="579960"/>
              <a:ext cx="77760" cy="77760"/>
            </a:xfrm>
            <a:custGeom>
              <a:avLst/>
              <a:gdLst>
                <a:gd name="textAreaLeft" fmla="*/ 0 w 77760"/>
                <a:gd name="textAreaRight" fmla="*/ 78120 w 77760"/>
                <a:gd name="textAreaTop" fmla="*/ 0 h 77760"/>
                <a:gd name="textAreaBottom" fmla="*/ 78120 h 77760"/>
              </a:gdLst>
              <a:ahLst/>
              <a:cxnLst/>
              <a:rect l="textAreaLeft" t="textAreaTop" r="textAreaRight" b="textAreaBottom"/>
              <a:pathLst>
                <a:path w="252248" h="252248">
                  <a:moveTo>
                    <a:pt x="252248" y="0"/>
                  </a:moveTo>
                  <a:lnTo>
                    <a:pt x="252248" y="252248"/>
                  </a:lnTo>
                  <a:lnTo>
                    <a:pt x="0" y="252248"/>
                  </a:lnTo>
                </a:path>
              </a:pathLst>
            </a:custGeom>
            <a:noFill/>
            <a:ln w="1143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8880" bIns="38880"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</p:grpSp>
      <p:sp>
        <p:nvSpPr>
          <p:cNvPr id="152" name="标题 1"/>
          <p:cNvSpPr/>
          <p:nvPr/>
        </p:nvSpPr>
        <p:spPr>
          <a:xfrm rot="10800000">
            <a:off x="1899720" y="3881880"/>
            <a:ext cx="2495880" cy="2151360"/>
          </a:xfrm>
          <a:prstGeom prst="triangle">
            <a:avLst>
              <a:gd name="adj" fmla="val 50000"/>
            </a:avLst>
          </a:prstGeom>
          <a:solidFill>
            <a:srgbClr val="93dfd9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1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153" name="标题 1"/>
          <p:cNvSpPr/>
          <p:nvPr/>
        </p:nvSpPr>
        <p:spPr>
          <a:xfrm flipV="1" rot="10800000">
            <a:off x="3253680" y="3910320"/>
            <a:ext cx="2495880" cy="2151360"/>
          </a:xfrm>
          <a:prstGeom prst="triangle">
            <a:avLst>
              <a:gd name="adj" fmla="val 50000"/>
            </a:avLst>
          </a:prstGeom>
          <a:solidFill>
            <a:srgbClr val="fabfc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1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154" name="标题 1"/>
          <p:cNvSpPr/>
          <p:nvPr/>
        </p:nvSpPr>
        <p:spPr>
          <a:xfrm flipV="1" rot="10800000">
            <a:off x="543240" y="3910320"/>
            <a:ext cx="2495880" cy="2151360"/>
          </a:xfrm>
          <a:prstGeom prst="triangle">
            <a:avLst>
              <a:gd name="adj" fmla="val 50000"/>
            </a:avLst>
          </a:prstGeom>
          <a:solidFill>
            <a:srgbClr val="ebb7f8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1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155" name="标题 1"/>
          <p:cNvSpPr/>
          <p:nvPr/>
        </p:nvSpPr>
        <p:spPr>
          <a:xfrm flipV="1" rot="10800000">
            <a:off x="1899720" y="1615320"/>
            <a:ext cx="2495880" cy="2151360"/>
          </a:xfrm>
          <a:prstGeom prst="triangle">
            <a:avLst>
              <a:gd name="adj" fmla="val 50000"/>
            </a:avLst>
          </a:prstGeom>
          <a:solidFill>
            <a:srgbClr val="8dc6f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1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156" name="标题 1"/>
          <p:cNvSpPr/>
          <p:nvPr/>
        </p:nvSpPr>
        <p:spPr>
          <a:xfrm>
            <a:off x="2871000" y="2687760"/>
            <a:ext cx="552960" cy="520920"/>
          </a:xfrm>
          <a:custGeom>
            <a:avLst/>
            <a:gdLst>
              <a:gd name="textAreaLeft" fmla="*/ 0 w 552960"/>
              <a:gd name="textAreaRight" fmla="*/ 553320 w 552960"/>
              <a:gd name="textAreaTop" fmla="*/ 0 h 520920"/>
              <a:gd name="textAreaBottom" fmla="*/ 521280 h 520920"/>
            </a:gdLst>
            <a:ahLst/>
            <a:cxnLst/>
            <a:rect l="textAreaLeft" t="textAreaTop" r="textAreaRight" b="textAreaBottom"/>
            <a:pathLst>
              <a:path w="763907" h="720000">
                <a:moveTo>
                  <a:pt x="565749" y="529546"/>
                </a:moveTo>
                <a:cubicBezTo>
                  <a:pt x="573025" y="529546"/>
                  <a:pt x="580302" y="532319"/>
                  <a:pt x="585849" y="537865"/>
                </a:cubicBezTo>
                <a:lnTo>
                  <a:pt x="698960" y="650977"/>
                </a:lnTo>
                <a:cubicBezTo>
                  <a:pt x="710054" y="662070"/>
                  <a:pt x="710054" y="680084"/>
                  <a:pt x="698960" y="691178"/>
                </a:cubicBezTo>
                <a:cubicBezTo>
                  <a:pt x="693461" y="696677"/>
                  <a:pt x="686161" y="699521"/>
                  <a:pt x="678860" y="699521"/>
                </a:cubicBezTo>
                <a:cubicBezTo>
                  <a:pt x="671560" y="699521"/>
                  <a:pt x="664259" y="696771"/>
                  <a:pt x="658760" y="691178"/>
                </a:cubicBezTo>
                <a:lnTo>
                  <a:pt x="545648" y="578066"/>
                </a:lnTo>
                <a:cubicBezTo>
                  <a:pt x="534555" y="566973"/>
                  <a:pt x="534555" y="548959"/>
                  <a:pt x="545648" y="537865"/>
                </a:cubicBezTo>
                <a:cubicBezTo>
                  <a:pt x="551195" y="532319"/>
                  <a:pt x="558471" y="529546"/>
                  <a:pt x="565749" y="529546"/>
                </a:cubicBezTo>
                <a:close/>
                <a:moveTo>
                  <a:pt x="565749" y="359807"/>
                </a:moveTo>
                <a:lnTo>
                  <a:pt x="735464" y="359807"/>
                </a:lnTo>
                <a:cubicBezTo>
                  <a:pt x="751202" y="359807"/>
                  <a:pt x="763907" y="372512"/>
                  <a:pt x="763907" y="388251"/>
                </a:cubicBezTo>
                <a:cubicBezTo>
                  <a:pt x="763907" y="403990"/>
                  <a:pt x="751107" y="416695"/>
                  <a:pt x="735464" y="416695"/>
                </a:cubicBezTo>
                <a:lnTo>
                  <a:pt x="565749" y="416695"/>
                </a:lnTo>
                <a:cubicBezTo>
                  <a:pt x="550010" y="416695"/>
                  <a:pt x="537305" y="403990"/>
                  <a:pt x="537305" y="388251"/>
                </a:cubicBezTo>
                <a:cubicBezTo>
                  <a:pt x="537305" y="372512"/>
                  <a:pt x="550010" y="359807"/>
                  <a:pt x="565749" y="359807"/>
                </a:cubicBezTo>
                <a:close/>
                <a:moveTo>
                  <a:pt x="678860" y="77005"/>
                </a:moveTo>
                <a:cubicBezTo>
                  <a:pt x="686137" y="77005"/>
                  <a:pt x="693414" y="79778"/>
                  <a:pt x="698960" y="85325"/>
                </a:cubicBezTo>
                <a:cubicBezTo>
                  <a:pt x="710054" y="96418"/>
                  <a:pt x="710054" y="114432"/>
                  <a:pt x="698960" y="125525"/>
                </a:cubicBezTo>
                <a:lnTo>
                  <a:pt x="585849" y="238636"/>
                </a:lnTo>
                <a:cubicBezTo>
                  <a:pt x="580350" y="244231"/>
                  <a:pt x="573049" y="246980"/>
                  <a:pt x="565749" y="246980"/>
                </a:cubicBezTo>
                <a:cubicBezTo>
                  <a:pt x="558448" y="246980"/>
                  <a:pt x="551147" y="244231"/>
                  <a:pt x="545648" y="238636"/>
                </a:cubicBezTo>
                <a:cubicBezTo>
                  <a:pt x="534555" y="227543"/>
                  <a:pt x="534555" y="209529"/>
                  <a:pt x="545648" y="198436"/>
                </a:cubicBezTo>
                <a:lnTo>
                  <a:pt x="658760" y="85325"/>
                </a:lnTo>
                <a:cubicBezTo>
                  <a:pt x="664306" y="79778"/>
                  <a:pt x="671583" y="77005"/>
                  <a:pt x="678860" y="77005"/>
                </a:cubicBezTo>
                <a:close/>
                <a:moveTo>
                  <a:pt x="362802" y="5"/>
                </a:moveTo>
                <a:cubicBezTo>
                  <a:pt x="383186" y="183"/>
                  <a:pt x="403524" y="5682"/>
                  <a:pt x="422012" y="16490"/>
                </a:cubicBezTo>
                <a:cubicBezTo>
                  <a:pt x="458989" y="38108"/>
                  <a:pt x="481080" y="76601"/>
                  <a:pt x="481080" y="119457"/>
                </a:cubicBezTo>
                <a:lnTo>
                  <a:pt x="481080" y="600631"/>
                </a:lnTo>
                <a:cubicBezTo>
                  <a:pt x="481080" y="643486"/>
                  <a:pt x="458989" y="681980"/>
                  <a:pt x="422012" y="703598"/>
                </a:cubicBezTo>
                <a:cubicBezTo>
                  <a:pt x="403240" y="714501"/>
                  <a:pt x="382475" y="720000"/>
                  <a:pt x="361806" y="720000"/>
                </a:cubicBezTo>
                <a:cubicBezTo>
                  <a:pt x="341706" y="720000"/>
                  <a:pt x="321700" y="714881"/>
                  <a:pt x="303306" y="704546"/>
                </a:cubicBezTo>
                <a:lnTo>
                  <a:pt x="60870" y="568300"/>
                </a:lnTo>
                <a:cubicBezTo>
                  <a:pt x="23324" y="547157"/>
                  <a:pt x="0" y="507336"/>
                  <a:pt x="0" y="464291"/>
                </a:cubicBezTo>
                <a:lnTo>
                  <a:pt x="0" y="255702"/>
                </a:lnTo>
                <a:cubicBezTo>
                  <a:pt x="0" y="212657"/>
                  <a:pt x="23324" y="172742"/>
                  <a:pt x="60870" y="151693"/>
                </a:cubicBezTo>
                <a:lnTo>
                  <a:pt x="303306" y="15447"/>
                </a:lnTo>
                <a:cubicBezTo>
                  <a:pt x="321984" y="4970"/>
                  <a:pt x="342417" y="-173"/>
                  <a:pt x="362802" y="5"/>
                </a:cubicBezTo>
                <a:close/>
              </a:path>
            </a:pathLst>
          </a:custGeom>
          <a:solidFill>
            <a:schemeClr val="bg1"/>
          </a:solidFill>
          <a:ln w="1860">
            <a:solidFill>
              <a:srgbClr val="4874cb">
                <a:lumMod val="20000"/>
                <a:lumOff val="80000"/>
              </a:srgbClr>
            </a:solidFill>
            <a:miter/>
          </a:ln>
          <a:effectLst>
            <a:outerShdw algn="tl" blurRad="50760" dir="2700000" dist="37674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1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157" name="标题 1"/>
          <p:cNvSpPr/>
          <p:nvPr/>
        </p:nvSpPr>
        <p:spPr>
          <a:xfrm>
            <a:off x="2908440" y="4451040"/>
            <a:ext cx="506160" cy="506160"/>
          </a:xfrm>
          <a:custGeom>
            <a:avLst/>
            <a:gdLst>
              <a:gd name="textAreaLeft" fmla="*/ 0 w 506160"/>
              <a:gd name="textAreaRight" fmla="*/ 506520 w 506160"/>
              <a:gd name="textAreaTop" fmla="*/ 0 h 506160"/>
              <a:gd name="textAreaBottom" fmla="*/ 506520 h 506160"/>
            </a:gdLst>
            <a:ahLst/>
            <a:cxnLst/>
            <a:rect l="textAreaLeft" t="textAreaTop" r="textAreaRight" b="textAreaBottom"/>
            <a:pathLst>
              <a:path w="719895" h="720000">
                <a:moveTo>
                  <a:pt x="579031" y="554022"/>
                </a:moveTo>
                <a:cubicBezTo>
                  <a:pt x="585456" y="554022"/>
                  <a:pt x="591880" y="556471"/>
                  <a:pt x="596778" y="561368"/>
                </a:cubicBezTo>
                <a:lnTo>
                  <a:pt x="712550" y="677140"/>
                </a:lnTo>
                <a:cubicBezTo>
                  <a:pt x="722344" y="686935"/>
                  <a:pt x="722344" y="702840"/>
                  <a:pt x="712550" y="712634"/>
                </a:cubicBezTo>
                <a:cubicBezTo>
                  <a:pt x="707778" y="717573"/>
                  <a:pt x="701333" y="720000"/>
                  <a:pt x="694887" y="720000"/>
                </a:cubicBezTo>
                <a:cubicBezTo>
                  <a:pt x="688441" y="720000"/>
                  <a:pt x="681995" y="717573"/>
                  <a:pt x="677140" y="712634"/>
                </a:cubicBezTo>
                <a:lnTo>
                  <a:pt x="561284" y="596861"/>
                </a:lnTo>
                <a:cubicBezTo>
                  <a:pt x="551490" y="587067"/>
                  <a:pt x="551490" y="571162"/>
                  <a:pt x="561284" y="561368"/>
                </a:cubicBezTo>
                <a:cubicBezTo>
                  <a:pt x="566181" y="556471"/>
                  <a:pt x="572606" y="554022"/>
                  <a:pt x="579031" y="554022"/>
                </a:cubicBezTo>
                <a:close/>
                <a:moveTo>
                  <a:pt x="301109" y="0"/>
                </a:moveTo>
                <a:cubicBezTo>
                  <a:pt x="467443" y="0"/>
                  <a:pt x="602219" y="134859"/>
                  <a:pt x="602219" y="301109"/>
                </a:cubicBezTo>
                <a:cubicBezTo>
                  <a:pt x="602219" y="467443"/>
                  <a:pt x="467443" y="602219"/>
                  <a:pt x="301109" y="602219"/>
                </a:cubicBezTo>
                <a:cubicBezTo>
                  <a:pt x="134775" y="602219"/>
                  <a:pt x="0" y="467443"/>
                  <a:pt x="0" y="301109"/>
                </a:cubicBezTo>
                <a:cubicBezTo>
                  <a:pt x="0" y="134775"/>
                  <a:pt x="134775" y="0"/>
                  <a:pt x="301109" y="0"/>
                </a:cubicBezTo>
                <a:close/>
              </a:path>
            </a:pathLst>
          </a:custGeom>
          <a:solidFill>
            <a:schemeClr val="bg1"/>
          </a:solidFill>
          <a:ln w="1860">
            <a:solidFill>
              <a:srgbClr val="4874cb">
                <a:lumMod val="20000"/>
                <a:lumOff val="80000"/>
              </a:srgbClr>
            </a:solidFill>
            <a:miter/>
          </a:ln>
          <a:effectLst>
            <a:outerShdw algn="tl" blurRad="50760" dir="2700000" dist="37674" rotWithShape="0">
              <a:schemeClr val="accent3">
                <a:alpha val="40000"/>
              </a:scheme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1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158" name="标题 1"/>
          <p:cNvSpPr/>
          <p:nvPr/>
        </p:nvSpPr>
        <p:spPr>
          <a:xfrm>
            <a:off x="1476000" y="5015880"/>
            <a:ext cx="560520" cy="508320"/>
          </a:xfrm>
          <a:custGeom>
            <a:avLst/>
            <a:gdLst>
              <a:gd name="textAreaLeft" fmla="*/ 0 w 560520"/>
              <a:gd name="textAreaRight" fmla="*/ 560880 w 560520"/>
              <a:gd name="textAreaTop" fmla="*/ 0 h 508320"/>
              <a:gd name="textAreaBottom" fmla="*/ 508680 h 508320"/>
            </a:gdLst>
            <a:ahLst/>
            <a:cxnLst/>
            <a:rect l="textAreaLeft" t="textAreaTop" r="textAreaRight" b="textAreaBottom"/>
            <a:pathLst>
              <a:path w="794163" h="720001">
                <a:moveTo>
                  <a:pt x="31770" y="656460"/>
                </a:moveTo>
                <a:lnTo>
                  <a:pt x="762297" y="656460"/>
                </a:lnTo>
                <a:cubicBezTo>
                  <a:pt x="779904" y="656460"/>
                  <a:pt x="794067" y="670622"/>
                  <a:pt x="794163" y="688230"/>
                </a:cubicBezTo>
                <a:cubicBezTo>
                  <a:pt x="794163" y="705742"/>
                  <a:pt x="779904" y="720001"/>
                  <a:pt x="762392" y="720001"/>
                </a:cubicBezTo>
                <a:lnTo>
                  <a:pt x="31770" y="720001"/>
                </a:lnTo>
                <a:cubicBezTo>
                  <a:pt x="14258" y="720001"/>
                  <a:pt x="0" y="705742"/>
                  <a:pt x="0" y="688230"/>
                </a:cubicBezTo>
                <a:cubicBezTo>
                  <a:pt x="0" y="670718"/>
                  <a:pt x="14258" y="656460"/>
                  <a:pt x="31770" y="656460"/>
                </a:cubicBezTo>
                <a:close/>
                <a:moveTo>
                  <a:pt x="613493" y="317608"/>
                </a:moveTo>
                <a:lnTo>
                  <a:pt x="710048" y="317608"/>
                </a:lnTo>
                <a:cubicBezTo>
                  <a:pt x="741818" y="317608"/>
                  <a:pt x="767655" y="343445"/>
                  <a:pt x="767655" y="375216"/>
                </a:cubicBezTo>
                <a:lnTo>
                  <a:pt x="767655" y="524689"/>
                </a:lnTo>
                <a:cubicBezTo>
                  <a:pt x="767655" y="556364"/>
                  <a:pt x="741723" y="582297"/>
                  <a:pt x="710048" y="582297"/>
                </a:cubicBezTo>
                <a:lnTo>
                  <a:pt x="613493" y="582297"/>
                </a:lnTo>
                <a:cubicBezTo>
                  <a:pt x="581818" y="582297"/>
                  <a:pt x="555885" y="556364"/>
                  <a:pt x="555885" y="524689"/>
                </a:cubicBezTo>
                <a:lnTo>
                  <a:pt x="555885" y="375216"/>
                </a:lnTo>
                <a:cubicBezTo>
                  <a:pt x="555885" y="343349"/>
                  <a:pt x="581722" y="317608"/>
                  <a:pt x="613493" y="317608"/>
                </a:cubicBezTo>
                <a:close/>
                <a:moveTo>
                  <a:pt x="84019" y="211770"/>
                </a:moveTo>
                <a:lnTo>
                  <a:pt x="180574" y="211770"/>
                </a:lnTo>
                <a:cubicBezTo>
                  <a:pt x="212440" y="211770"/>
                  <a:pt x="238182" y="237512"/>
                  <a:pt x="238182" y="269282"/>
                </a:cubicBezTo>
                <a:lnTo>
                  <a:pt x="238182" y="524785"/>
                </a:lnTo>
                <a:cubicBezTo>
                  <a:pt x="238182" y="556460"/>
                  <a:pt x="212248" y="582393"/>
                  <a:pt x="180574" y="582393"/>
                </a:cubicBezTo>
                <a:lnTo>
                  <a:pt x="84019" y="582393"/>
                </a:lnTo>
                <a:cubicBezTo>
                  <a:pt x="52344" y="582393"/>
                  <a:pt x="26411" y="556460"/>
                  <a:pt x="26411" y="524785"/>
                </a:cubicBezTo>
                <a:lnTo>
                  <a:pt x="26411" y="269378"/>
                </a:lnTo>
                <a:cubicBezTo>
                  <a:pt x="26411" y="237512"/>
                  <a:pt x="52248" y="211770"/>
                  <a:pt x="84019" y="211770"/>
                </a:cubicBezTo>
                <a:close/>
                <a:moveTo>
                  <a:pt x="348708" y="0"/>
                </a:moveTo>
                <a:lnTo>
                  <a:pt x="445359" y="0"/>
                </a:lnTo>
                <a:cubicBezTo>
                  <a:pt x="477129" y="0"/>
                  <a:pt x="502871" y="25741"/>
                  <a:pt x="502871" y="57607"/>
                </a:cubicBezTo>
                <a:lnTo>
                  <a:pt x="502871" y="524785"/>
                </a:lnTo>
                <a:cubicBezTo>
                  <a:pt x="502871" y="556460"/>
                  <a:pt x="476937" y="582393"/>
                  <a:pt x="445263" y="582393"/>
                </a:cubicBezTo>
                <a:lnTo>
                  <a:pt x="348708" y="582393"/>
                </a:lnTo>
                <a:cubicBezTo>
                  <a:pt x="317033" y="582393"/>
                  <a:pt x="291100" y="556460"/>
                  <a:pt x="291100" y="524785"/>
                </a:cubicBezTo>
                <a:lnTo>
                  <a:pt x="291100" y="57607"/>
                </a:lnTo>
                <a:cubicBezTo>
                  <a:pt x="291100" y="25741"/>
                  <a:pt x="316937" y="0"/>
                  <a:pt x="348708" y="0"/>
                </a:cubicBezTo>
                <a:close/>
              </a:path>
            </a:pathLst>
          </a:custGeom>
          <a:solidFill>
            <a:schemeClr val="bg1"/>
          </a:solidFill>
          <a:ln w="1860">
            <a:solidFill>
              <a:srgbClr val="4874cb">
                <a:lumMod val="20000"/>
                <a:lumOff val="80000"/>
              </a:srgbClr>
            </a:solidFill>
            <a:miter/>
          </a:ln>
          <a:effectLst>
            <a:outerShdw algn="tl" blurRad="50760" dir="2700000" dist="37674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1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159" name="标题 1"/>
          <p:cNvSpPr/>
          <p:nvPr/>
        </p:nvSpPr>
        <p:spPr>
          <a:xfrm>
            <a:off x="4277880" y="5037480"/>
            <a:ext cx="447120" cy="464760"/>
          </a:xfrm>
          <a:custGeom>
            <a:avLst/>
            <a:gdLst>
              <a:gd name="textAreaLeft" fmla="*/ 0 w 447120"/>
              <a:gd name="textAreaRight" fmla="*/ 447480 w 447120"/>
              <a:gd name="textAreaTop" fmla="*/ 0 h 464760"/>
              <a:gd name="textAreaBottom" fmla="*/ 465120 h 464760"/>
            </a:gdLst>
            <a:ahLst/>
            <a:cxnLst/>
            <a:rect l="textAreaLeft" t="textAreaTop" r="textAreaRight" b="textAreaBottom"/>
            <a:pathLst>
              <a:path w="692417" h="720001">
                <a:moveTo>
                  <a:pt x="198153" y="663680"/>
                </a:moveTo>
                <a:lnTo>
                  <a:pt x="239787" y="663680"/>
                </a:lnTo>
                <a:lnTo>
                  <a:pt x="295235" y="663680"/>
                </a:lnTo>
                <a:lnTo>
                  <a:pt x="397182" y="663680"/>
                </a:lnTo>
                <a:lnTo>
                  <a:pt x="452630" y="663680"/>
                </a:lnTo>
                <a:lnTo>
                  <a:pt x="494264" y="663680"/>
                </a:lnTo>
                <a:cubicBezTo>
                  <a:pt x="509847" y="663680"/>
                  <a:pt x="522425" y="676259"/>
                  <a:pt x="522425" y="691841"/>
                </a:cubicBezTo>
                <a:cubicBezTo>
                  <a:pt x="522425" y="707423"/>
                  <a:pt x="509753" y="720001"/>
                  <a:pt x="494264" y="720001"/>
                </a:cubicBezTo>
                <a:lnTo>
                  <a:pt x="452630" y="720001"/>
                </a:lnTo>
                <a:lnTo>
                  <a:pt x="397182" y="720001"/>
                </a:lnTo>
                <a:lnTo>
                  <a:pt x="295235" y="720001"/>
                </a:lnTo>
                <a:lnTo>
                  <a:pt x="239787" y="720001"/>
                </a:lnTo>
                <a:lnTo>
                  <a:pt x="198153" y="720001"/>
                </a:lnTo>
                <a:cubicBezTo>
                  <a:pt x="182571" y="720001"/>
                  <a:pt x="169992" y="707423"/>
                  <a:pt x="169992" y="691841"/>
                </a:cubicBezTo>
                <a:cubicBezTo>
                  <a:pt x="169992" y="676259"/>
                  <a:pt x="182571" y="663680"/>
                  <a:pt x="198153" y="663680"/>
                </a:cubicBezTo>
                <a:close/>
                <a:moveTo>
                  <a:pt x="154400" y="572143"/>
                </a:moveTo>
                <a:lnTo>
                  <a:pt x="154241" y="572597"/>
                </a:lnTo>
                <a:lnTo>
                  <a:pt x="160423" y="572597"/>
                </a:lnTo>
                <a:close/>
                <a:moveTo>
                  <a:pt x="346215" y="0"/>
                </a:moveTo>
                <a:cubicBezTo>
                  <a:pt x="384232" y="0"/>
                  <a:pt x="421122" y="7510"/>
                  <a:pt x="456041" y="22341"/>
                </a:cubicBezTo>
                <a:cubicBezTo>
                  <a:pt x="489646" y="36609"/>
                  <a:pt x="519872" y="57072"/>
                  <a:pt x="545873" y="82980"/>
                </a:cubicBezTo>
                <a:cubicBezTo>
                  <a:pt x="571875" y="108981"/>
                  <a:pt x="592245" y="139207"/>
                  <a:pt x="606513" y="172812"/>
                </a:cubicBezTo>
                <a:cubicBezTo>
                  <a:pt x="621344" y="207637"/>
                  <a:pt x="628853" y="244621"/>
                  <a:pt x="628853" y="282638"/>
                </a:cubicBezTo>
                <a:lnTo>
                  <a:pt x="628853" y="493091"/>
                </a:lnTo>
                <a:lnTo>
                  <a:pt x="687990" y="585551"/>
                </a:lnTo>
                <a:cubicBezTo>
                  <a:pt x="693528" y="594187"/>
                  <a:pt x="693904" y="605263"/>
                  <a:pt x="688929" y="614275"/>
                </a:cubicBezTo>
                <a:cubicBezTo>
                  <a:pt x="684048" y="623286"/>
                  <a:pt x="674567" y="628918"/>
                  <a:pt x="664336" y="628918"/>
                </a:cubicBezTo>
                <a:lnTo>
                  <a:pt x="28189" y="628918"/>
                </a:lnTo>
                <a:cubicBezTo>
                  <a:pt x="17958" y="628918"/>
                  <a:pt x="8571" y="623380"/>
                  <a:pt x="3596" y="614462"/>
                </a:cubicBezTo>
                <a:cubicBezTo>
                  <a:pt x="-1380" y="605545"/>
                  <a:pt x="-1192" y="594656"/>
                  <a:pt x="4159" y="585927"/>
                </a:cubicBezTo>
                <a:lnTo>
                  <a:pt x="63578" y="489336"/>
                </a:lnTo>
                <a:lnTo>
                  <a:pt x="63578" y="282638"/>
                </a:lnTo>
                <a:cubicBezTo>
                  <a:pt x="63578" y="244621"/>
                  <a:pt x="71087" y="207731"/>
                  <a:pt x="85919" y="172812"/>
                </a:cubicBezTo>
                <a:cubicBezTo>
                  <a:pt x="100186" y="139207"/>
                  <a:pt x="120650" y="108981"/>
                  <a:pt x="146558" y="82980"/>
                </a:cubicBezTo>
                <a:cubicBezTo>
                  <a:pt x="172465" y="56978"/>
                  <a:pt x="202785" y="36609"/>
                  <a:pt x="236389" y="22341"/>
                </a:cubicBezTo>
                <a:cubicBezTo>
                  <a:pt x="271214" y="7510"/>
                  <a:pt x="308199" y="0"/>
                  <a:pt x="346215" y="0"/>
                </a:cubicBezTo>
                <a:close/>
              </a:path>
            </a:pathLst>
          </a:custGeom>
          <a:solidFill>
            <a:schemeClr val="bg1"/>
          </a:solidFill>
          <a:ln w="1860">
            <a:solidFill>
              <a:srgbClr val="4874cb">
                <a:lumMod val="20000"/>
                <a:lumOff val="80000"/>
              </a:srgbClr>
            </a:solidFill>
            <a:miter/>
          </a:ln>
          <a:effectLst>
            <a:outerShdw algn="tl" blurRad="50760" dir="2700000" dist="37674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1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160" name="标题 1"/>
          <p:cNvSpPr/>
          <p:nvPr/>
        </p:nvSpPr>
        <p:spPr>
          <a:xfrm flipV="1" rot="10800000">
            <a:off x="1648080" y="1824840"/>
            <a:ext cx="738360" cy="636480"/>
          </a:xfrm>
          <a:prstGeom prst="triangle">
            <a:avLst>
              <a:gd name="adj" fmla="val 50000"/>
            </a:avLst>
          </a:prstGeom>
          <a:gradFill rotWithShape="0">
            <a:gsLst>
              <a:gs pos="0">
                <a:srgbClr val="fbc7f2"/>
              </a:gs>
              <a:gs pos="100000">
                <a:srgbClr val="8dc6f6">
                  <a:alpha val="13000"/>
                </a:srgbClr>
              </a:gs>
            </a:gsLst>
            <a:lin ang="5400000"/>
          </a:gra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1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161" name="标题 1"/>
          <p:cNvSpPr/>
          <p:nvPr/>
        </p:nvSpPr>
        <p:spPr>
          <a:xfrm flipV="1" rot="10800000">
            <a:off x="571680" y="3104640"/>
            <a:ext cx="1159560" cy="999360"/>
          </a:xfrm>
          <a:prstGeom prst="triangle">
            <a:avLst>
              <a:gd name="adj" fmla="val 50000"/>
            </a:avLst>
          </a:prstGeom>
          <a:gradFill rotWithShape="0">
            <a:gsLst>
              <a:gs pos="0">
                <a:srgbClr val="8dc6f6"/>
              </a:gs>
              <a:gs pos="100000">
                <a:srgbClr val="fbc7f2">
                  <a:alpha val="13000"/>
                </a:srgbClr>
              </a:gs>
            </a:gsLst>
            <a:lin ang="5400000"/>
          </a:gra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1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162" name="标题 1"/>
          <p:cNvSpPr/>
          <p:nvPr/>
        </p:nvSpPr>
        <p:spPr>
          <a:xfrm flipV="1">
            <a:off x="6570000" y="2024640"/>
            <a:ext cx="590040" cy="508320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1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163" name="标题 1"/>
          <p:cNvSpPr/>
          <p:nvPr/>
        </p:nvSpPr>
        <p:spPr>
          <a:xfrm flipV="1">
            <a:off x="6708600" y="2108880"/>
            <a:ext cx="312480" cy="269280"/>
          </a:xfrm>
          <a:prstGeom prst="triangle">
            <a:avLst>
              <a:gd name="adj" fmla="val 50000"/>
            </a:avLst>
          </a:prstGeom>
          <a:solidFill>
            <a:srgbClr val="8dc6f6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1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164" name="标题 1"/>
          <p:cNvSpPr/>
          <p:nvPr/>
        </p:nvSpPr>
        <p:spPr>
          <a:xfrm flipV="1">
            <a:off x="6570360" y="3530520"/>
            <a:ext cx="590040" cy="508320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1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165" name="标题 1"/>
          <p:cNvSpPr/>
          <p:nvPr/>
        </p:nvSpPr>
        <p:spPr>
          <a:xfrm flipV="1">
            <a:off x="6708960" y="3614760"/>
            <a:ext cx="312480" cy="269280"/>
          </a:xfrm>
          <a:prstGeom prst="triangle">
            <a:avLst>
              <a:gd name="adj" fmla="val 50000"/>
            </a:avLst>
          </a:prstGeom>
          <a:solidFill>
            <a:srgbClr val="fbc7f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1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166" name="标题 1"/>
          <p:cNvSpPr/>
          <p:nvPr/>
        </p:nvSpPr>
        <p:spPr>
          <a:xfrm flipV="1">
            <a:off x="6570000" y="4995360"/>
            <a:ext cx="590040" cy="508320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1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167" name="标题 1"/>
          <p:cNvSpPr/>
          <p:nvPr/>
        </p:nvSpPr>
        <p:spPr>
          <a:xfrm flipV="1">
            <a:off x="6708960" y="5079600"/>
            <a:ext cx="312480" cy="269280"/>
          </a:xfrm>
          <a:prstGeom prst="triangle">
            <a:avLst>
              <a:gd name="adj" fmla="val 50000"/>
            </a:avLst>
          </a:prstGeom>
          <a:solidFill>
            <a:srgbClr val="fabfca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1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168" name="标题 1"/>
          <p:cNvSpPr/>
          <p:nvPr/>
        </p:nvSpPr>
        <p:spPr>
          <a:xfrm>
            <a:off x="7333560" y="2390760"/>
            <a:ext cx="4595040" cy="20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{{detailed_content[0]}}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标题 1"/>
          <p:cNvSpPr/>
          <p:nvPr/>
        </p:nvSpPr>
        <p:spPr>
          <a:xfrm>
            <a:off x="7333560" y="2009880"/>
            <a:ext cx="4595040" cy="2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defTabSz="914400">
              <a:lnSpc>
                <a:spcPct val="11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思源黑体 CN Bold"/>
                <a:ea typeface="思源黑体 CN Bold"/>
              </a:rPr>
              <a:t>{{content_points[0]}}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标题 1"/>
          <p:cNvSpPr/>
          <p:nvPr/>
        </p:nvSpPr>
        <p:spPr>
          <a:xfrm>
            <a:off x="7333560" y="3897000"/>
            <a:ext cx="459504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88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{{detailed_content[1]}}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标题 1"/>
          <p:cNvSpPr/>
          <p:nvPr/>
        </p:nvSpPr>
        <p:spPr>
          <a:xfrm>
            <a:off x="7333560" y="3516120"/>
            <a:ext cx="4595040" cy="2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defTabSz="914400">
              <a:lnSpc>
                <a:spcPct val="11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思源黑体 CN Bold"/>
                <a:ea typeface="思源黑体 CN Bold"/>
              </a:rPr>
              <a:t>{{content_points[1]}}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标题 1"/>
          <p:cNvSpPr/>
          <p:nvPr/>
        </p:nvSpPr>
        <p:spPr>
          <a:xfrm>
            <a:off x="7333560" y="5361480"/>
            <a:ext cx="459504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88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{{detailed_content[2]}}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标题 1"/>
          <p:cNvSpPr/>
          <p:nvPr/>
        </p:nvSpPr>
        <p:spPr>
          <a:xfrm>
            <a:off x="7333560" y="4958640"/>
            <a:ext cx="4595040" cy="2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defTabSz="914400">
              <a:lnSpc>
                <a:spcPct val="11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思源黑体 CN Bold"/>
                <a:ea typeface="思源黑体 CN Bold"/>
              </a:rPr>
              <a:t>{{content_points[2]}}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4" name="组合 6"/>
          <p:cNvGrpSpPr/>
          <p:nvPr/>
        </p:nvGrpSpPr>
        <p:grpSpPr>
          <a:xfrm>
            <a:off x="10694520" y="585000"/>
            <a:ext cx="913680" cy="95760"/>
            <a:chOff x="10694520" y="585000"/>
            <a:chExt cx="913680" cy="95760"/>
          </a:xfrm>
        </p:grpSpPr>
        <p:sp>
          <p:nvSpPr>
            <p:cNvPr id="175" name="标题 1"/>
            <p:cNvSpPr/>
            <p:nvPr/>
          </p:nvSpPr>
          <p:spPr>
            <a:xfrm flipH="1">
              <a:off x="10694520" y="585000"/>
              <a:ext cx="89280" cy="89280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1680" bIns="31680"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sp>
          <p:nvSpPr>
            <p:cNvPr id="176" name="标题 1"/>
            <p:cNvSpPr/>
            <p:nvPr/>
          </p:nvSpPr>
          <p:spPr>
            <a:xfrm flipH="1">
              <a:off x="10904760" y="591480"/>
              <a:ext cx="703080" cy="89280"/>
            </a:xfrm>
            <a:custGeom>
              <a:avLst/>
              <a:gdLst>
                <a:gd name="textAreaLeft" fmla="*/ -360 w 703080"/>
                <a:gd name="textAreaRight" fmla="*/ 703080 w 70308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422763" h="53800">
                  <a:moveTo>
                    <a:pt x="26900" y="0"/>
                  </a:moveTo>
                  <a:cubicBezTo>
                    <a:pt x="12044" y="0"/>
                    <a:pt x="0" y="12044"/>
                    <a:pt x="0" y="26900"/>
                  </a:cubicBezTo>
                  <a:cubicBezTo>
                    <a:pt x="0" y="41756"/>
                    <a:pt x="12044" y="53800"/>
                    <a:pt x="26900" y="53800"/>
                  </a:cubicBezTo>
                  <a:cubicBezTo>
                    <a:pt x="41756" y="53800"/>
                    <a:pt x="53800" y="41756"/>
                    <a:pt x="53800" y="26900"/>
                  </a:cubicBezTo>
                  <a:cubicBezTo>
                    <a:pt x="53800" y="12044"/>
                    <a:pt x="41756" y="0"/>
                    <a:pt x="26900" y="0"/>
                  </a:cubicBezTo>
                  <a:close/>
                  <a:moveTo>
                    <a:pt x="149888" y="0"/>
                  </a:moveTo>
                  <a:cubicBezTo>
                    <a:pt x="135032" y="0"/>
                    <a:pt x="122988" y="12044"/>
                    <a:pt x="122988" y="26900"/>
                  </a:cubicBezTo>
                  <a:cubicBezTo>
                    <a:pt x="122988" y="41756"/>
                    <a:pt x="135032" y="53800"/>
                    <a:pt x="149888" y="53800"/>
                  </a:cubicBezTo>
                  <a:cubicBezTo>
                    <a:pt x="164744" y="53800"/>
                    <a:pt x="176788" y="41756"/>
                    <a:pt x="176788" y="26900"/>
                  </a:cubicBezTo>
                  <a:cubicBezTo>
                    <a:pt x="176788" y="12044"/>
                    <a:pt x="164744" y="0"/>
                    <a:pt x="149888" y="0"/>
                  </a:cubicBezTo>
                  <a:close/>
                  <a:moveTo>
                    <a:pt x="272875" y="0"/>
                  </a:moveTo>
                  <a:cubicBezTo>
                    <a:pt x="258019" y="0"/>
                    <a:pt x="245975" y="12044"/>
                    <a:pt x="245975" y="26900"/>
                  </a:cubicBezTo>
                  <a:cubicBezTo>
                    <a:pt x="245975" y="41756"/>
                    <a:pt x="258019" y="53800"/>
                    <a:pt x="272875" y="53800"/>
                  </a:cubicBezTo>
                  <a:cubicBezTo>
                    <a:pt x="287731" y="53800"/>
                    <a:pt x="299775" y="41756"/>
                    <a:pt x="299775" y="26900"/>
                  </a:cubicBezTo>
                  <a:cubicBezTo>
                    <a:pt x="299775" y="12044"/>
                    <a:pt x="287731" y="0"/>
                    <a:pt x="272875" y="0"/>
                  </a:cubicBezTo>
                  <a:close/>
                  <a:moveTo>
                    <a:pt x="395863" y="0"/>
                  </a:moveTo>
                  <a:cubicBezTo>
                    <a:pt x="381007" y="0"/>
                    <a:pt x="368963" y="12044"/>
                    <a:pt x="368963" y="26900"/>
                  </a:cubicBezTo>
                  <a:cubicBezTo>
                    <a:pt x="368963" y="41756"/>
                    <a:pt x="381007" y="53800"/>
                    <a:pt x="395863" y="53800"/>
                  </a:cubicBezTo>
                  <a:cubicBezTo>
                    <a:pt x="410719" y="53800"/>
                    <a:pt x="422763" y="41756"/>
                    <a:pt x="422763" y="26900"/>
                  </a:cubicBezTo>
                  <a:cubicBezTo>
                    <a:pt x="422763" y="12044"/>
                    <a:pt x="410719" y="0"/>
                    <a:pt x="395863" y="0"/>
                  </a:cubicBezTo>
                  <a:close/>
                </a:path>
              </a:pathLst>
            </a:custGeom>
            <a:solidFill>
              <a:schemeClr val="dk1">
                <a:alpha val="22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4640" bIns="44640"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</p:grpSp>
      <p:sp>
        <p:nvSpPr>
          <p:cNvPr id="177" name="文本框 10"/>
          <p:cNvSpPr/>
          <p:nvPr/>
        </p:nvSpPr>
        <p:spPr>
          <a:xfrm>
            <a:off x="810720" y="1019880"/>
            <a:ext cx="10797120" cy="49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图片 12" descr="E:/AI工具/AI Office/PPT模版/png/压缩/bg.jpgbg"/>
          <p:cNvPicPr/>
          <p:nvPr/>
        </p:nvPicPr>
        <p:blipFill>
          <a:blip r:embed="rId1"/>
          <a:srcRect l="0" t="6" r="0" b="6"/>
          <a:stretch/>
        </p:blipFill>
        <p:spPr>
          <a:xfrm>
            <a:off x="0" y="1800"/>
            <a:ext cx="12191760" cy="685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标题 1"/>
          <p:cNvSpPr/>
          <p:nvPr/>
        </p:nvSpPr>
        <p:spPr>
          <a:xfrm>
            <a:off x="810720" y="236880"/>
            <a:ext cx="777960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{{section_title}}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0" name="直接连接符 8"/>
          <p:cNvCxnSpPr/>
          <p:nvPr/>
        </p:nvCxnSpPr>
        <p:spPr>
          <a:xfrm>
            <a:off x="0" y="895320"/>
            <a:ext cx="5465520" cy="360"/>
          </a:xfrm>
          <a:prstGeom prst="straightConnector1">
            <a:avLst/>
          </a:prstGeom>
          <a:ln w="22225">
            <a:solidFill>
              <a:srgbClr val="ffffff"/>
            </a:solidFill>
          </a:ln>
        </p:spPr>
      </p:cxnSp>
      <p:grpSp>
        <p:nvGrpSpPr>
          <p:cNvPr id="181" name="组合 4"/>
          <p:cNvGrpSpPr/>
          <p:nvPr/>
        </p:nvGrpSpPr>
        <p:grpSpPr>
          <a:xfrm>
            <a:off x="299520" y="470520"/>
            <a:ext cx="297000" cy="297000"/>
            <a:chOff x="299520" y="470520"/>
            <a:chExt cx="297000" cy="297000"/>
          </a:xfrm>
        </p:grpSpPr>
        <p:sp>
          <p:nvSpPr>
            <p:cNvPr id="182" name="标题 1"/>
            <p:cNvSpPr/>
            <p:nvPr/>
          </p:nvSpPr>
          <p:spPr>
            <a:xfrm flipH="1">
              <a:off x="299160" y="470520"/>
              <a:ext cx="297000" cy="297000"/>
            </a:xfrm>
            <a:prstGeom prst="rect">
              <a:avLst/>
            </a:pr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cxnSp>
          <p:nvCxnSpPr>
            <p:cNvPr id="183" name="标题 1"/>
            <p:cNvCxnSpPr/>
            <p:nvPr/>
          </p:nvCxnSpPr>
          <p:spPr>
            <a:xfrm>
              <a:off x="392400" y="618840"/>
              <a:ext cx="111960" cy="360"/>
            </a:xfrm>
            <a:prstGeom prst="straightConnector1">
              <a:avLst/>
            </a:prstGeom>
            <a:ln w="11430">
              <a:solidFill>
                <a:srgbClr val="ffffff"/>
              </a:solidFill>
              <a:miter/>
            </a:ln>
          </p:spPr>
        </p:cxnSp>
        <p:sp>
          <p:nvSpPr>
            <p:cNvPr id="184" name="标题 1"/>
            <p:cNvSpPr/>
            <p:nvPr/>
          </p:nvSpPr>
          <p:spPr>
            <a:xfrm rot="18900000">
              <a:off x="418680" y="579960"/>
              <a:ext cx="77760" cy="77760"/>
            </a:xfrm>
            <a:custGeom>
              <a:avLst/>
              <a:gdLst>
                <a:gd name="textAreaLeft" fmla="*/ 0 w 77760"/>
                <a:gd name="textAreaRight" fmla="*/ 78120 w 77760"/>
                <a:gd name="textAreaTop" fmla="*/ 0 h 77760"/>
                <a:gd name="textAreaBottom" fmla="*/ 78120 h 77760"/>
              </a:gdLst>
              <a:ahLst/>
              <a:cxnLst/>
              <a:rect l="textAreaLeft" t="textAreaTop" r="textAreaRight" b="textAreaBottom"/>
              <a:pathLst>
                <a:path w="252248" h="252248">
                  <a:moveTo>
                    <a:pt x="252248" y="0"/>
                  </a:moveTo>
                  <a:lnTo>
                    <a:pt x="252248" y="252248"/>
                  </a:lnTo>
                  <a:lnTo>
                    <a:pt x="0" y="252248"/>
                  </a:lnTo>
                </a:path>
              </a:pathLst>
            </a:custGeom>
            <a:noFill/>
            <a:ln w="1143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8880" bIns="38880"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</p:grpSp>
      <p:sp>
        <p:nvSpPr>
          <p:cNvPr id="185" name="图片 1" descr="E:/AI工具/AI Office/PPT模版/png/压缩/ren_.jpgren_"/>
          <p:cNvSpPr/>
          <p:nvPr/>
        </p:nvSpPr>
        <p:spPr>
          <a:xfrm>
            <a:off x="1405080" y="2151360"/>
            <a:ext cx="1646640" cy="1646640"/>
          </a:xfrm>
          <a:custGeom>
            <a:avLst/>
            <a:gdLst>
              <a:gd name="textAreaLeft" fmla="*/ 0 w 1646640"/>
              <a:gd name="textAreaRight" fmla="*/ 1647000 w 1646640"/>
              <a:gd name="textAreaTop" fmla="*/ 0 h 1646640"/>
              <a:gd name="textAreaBottom" fmla="*/ 1647000 h 1646640"/>
            </a:gdLst>
            <a:ahLst/>
            <a:cxnLst/>
            <a:rect l="textAreaLeft" t="textAreaTop" r="textAreaRight" b="textAreaBottom"/>
            <a:pathLst>
              <a:path w="1646914" h="1646913">
                <a:moveTo>
                  <a:pt x="823456" y="0"/>
                </a:moveTo>
                <a:cubicBezTo>
                  <a:pt x="837844" y="0"/>
                  <a:pt x="852232" y="5489"/>
                  <a:pt x="863210" y="16467"/>
                </a:cubicBezTo>
                <a:lnTo>
                  <a:pt x="1630445" y="783702"/>
                </a:lnTo>
                <a:cubicBezTo>
                  <a:pt x="1652401" y="805657"/>
                  <a:pt x="1652401" y="841255"/>
                  <a:pt x="1630445" y="863210"/>
                </a:cubicBezTo>
                <a:lnTo>
                  <a:pt x="863211" y="1630444"/>
                </a:lnTo>
                <a:cubicBezTo>
                  <a:pt x="841255" y="1652400"/>
                  <a:pt x="805658" y="1652400"/>
                  <a:pt x="783702" y="1630444"/>
                </a:cubicBezTo>
                <a:lnTo>
                  <a:pt x="16467" y="863210"/>
                </a:lnTo>
                <a:cubicBezTo>
                  <a:pt x="-5488" y="841254"/>
                  <a:pt x="-5488" y="805657"/>
                  <a:pt x="16467" y="783701"/>
                </a:cubicBezTo>
                <a:lnTo>
                  <a:pt x="783702" y="16467"/>
                </a:lnTo>
                <a:cubicBezTo>
                  <a:pt x="794679" y="5489"/>
                  <a:pt x="809068" y="0"/>
                  <a:pt x="823456" y="0"/>
                </a:cubicBezTo>
                <a:close/>
              </a:path>
            </a:pathLst>
          </a:custGeom>
          <a:blipFill rotWithShape="0">
            <a:blip r:embed="rId2"/>
            <a:srcRect/>
            <a:stretch/>
          </a:blipFill>
          <a:ln w="603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图片 19" descr="E:/AI工具/AI Office/PPT模版/png/压缩/ren_.jpgren_"/>
          <p:cNvSpPr/>
          <p:nvPr/>
        </p:nvSpPr>
        <p:spPr>
          <a:xfrm>
            <a:off x="9126000" y="2151360"/>
            <a:ext cx="1646640" cy="1646640"/>
          </a:xfrm>
          <a:custGeom>
            <a:avLst/>
            <a:gdLst>
              <a:gd name="textAreaLeft" fmla="*/ 0 w 1646640"/>
              <a:gd name="textAreaRight" fmla="*/ 1647000 w 1646640"/>
              <a:gd name="textAreaTop" fmla="*/ 0 h 1646640"/>
              <a:gd name="textAreaBottom" fmla="*/ 1647000 h 1646640"/>
            </a:gdLst>
            <a:ahLst/>
            <a:cxnLst/>
            <a:rect l="textAreaLeft" t="textAreaTop" r="textAreaRight" b="textAreaBottom"/>
            <a:pathLst>
              <a:path w="1646914" h="1646913">
                <a:moveTo>
                  <a:pt x="823456" y="0"/>
                </a:moveTo>
                <a:cubicBezTo>
                  <a:pt x="837844" y="0"/>
                  <a:pt x="852232" y="5489"/>
                  <a:pt x="863210" y="16467"/>
                </a:cubicBezTo>
                <a:lnTo>
                  <a:pt x="1630445" y="783702"/>
                </a:lnTo>
                <a:cubicBezTo>
                  <a:pt x="1652401" y="805657"/>
                  <a:pt x="1652401" y="841255"/>
                  <a:pt x="1630445" y="863210"/>
                </a:cubicBezTo>
                <a:lnTo>
                  <a:pt x="863211" y="1630444"/>
                </a:lnTo>
                <a:cubicBezTo>
                  <a:pt x="841255" y="1652400"/>
                  <a:pt x="805658" y="1652400"/>
                  <a:pt x="783702" y="1630444"/>
                </a:cubicBezTo>
                <a:lnTo>
                  <a:pt x="16467" y="863210"/>
                </a:lnTo>
                <a:cubicBezTo>
                  <a:pt x="-5488" y="841254"/>
                  <a:pt x="-5488" y="805657"/>
                  <a:pt x="16467" y="783701"/>
                </a:cubicBezTo>
                <a:lnTo>
                  <a:pt x="783702" y="16467"/>
                </a:lnTo>
                <a:cubicBezTo>
                  <a:pt x="794679" y="5489"/>
                  <a:pt x="809068" y="0"/>
                  <a:pt x="823456" y="0"/>
                </a:cubicBezTo>
                <a:close/>
              </a:path>
            </a:pathLst>
          </a:custGeom>
          <a:blipFill rotWithShape="0">
            <a:blip r:embed="rId3"/>
            <a:srcRect/>
            <a:stretch/>
          </a:blipFill>
          <a:ln w="603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标题 1"/>
          <p:cNvSpPr/>
          <p:nvPr/>
        </p:nvSpPr>
        <p:spPr>
          <a:xfrm>
            <a:off x="659880" y="4996800"/>
            <a:ext cx="313740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5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{{detailed_content[0]}}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标题 1"/>
          <p:cNvSpPr/>
          <p:nvPr/>
        </p:nvSpPr>
        <p:spPr>
          <a:xfrm>
            <a:off x="659880" y="4521240"/>
            <a:ext cx="313740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30000"/>
              </a:lnSpc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{{content_points[0]}}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标题 1"/>
          <p:cNvSpPr/>
          <p:nvPr/>
        </p:nvSpPr>
        <p:spPr>
          <a:xfrm>
            <a:off x="8380440" y="4996800"/>
            <a:ext cx="313740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5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{{detailed_content[2]}}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标题 1"/>
          <p:cNvSpPr/>
          <p:nvPr/>
        </p:nvSpPr>
        <p:spPr>
          <a:xfrm>
            <a:off x="8380440" y="4521240"/>
            <a:ext cx="313740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30000"/>
              </a:lnSpc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{{content_points[2]}}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图片 34" descr="E:/AI工具/AI Office/PPT模版/png/压缩/ren2_.jpgren2_"/>
          <p:cNvSpPr/>
          <p:nvPr/>
        </p:nvSpPr>
        <p:spPr>
          <a:xfrm>
            <a:off x="5265720" y="2151360"/>
            <a:ext cx="1646640" cy="1646640"/>
          </a:xfrm>
          <a:custGeom>
            <a:avLst/>
            <a:gdLst>
              <a:gd name="textAreaLeft" fmla="*/ 0 w 1646640"/>
              <a:gd name="textAreaRight" fmla="*/ 1647000 w 1646640"/>
              <a:gd name="textAreaTop" fmla="*/ 0 h 1646640"/>
              <a:gd name="textAreaBottom" fmla="*/ 1647000 h 1646640"/>
            </a:gdLst>
            <a:ahLst/>
            <a:cxnLst/>
            <a:rect l="textAreaLeft" t="textAreaTop" r="textAreaRight" b="textAreaBottom"/>
            <a:pathLst>
              <a:path w="1646914" h="1646913">
                <a:moveTo>
                  <a:pt x="823456" y="0"/>
                </a:moveTo>
                <a:cubicBezTo>
                  <a:pt x="837844" y="0"/>
                  <a:pt x="852232" y="5489"/>
                  <a:pt x="863210" y="16467"/>
                </a:cubicBezTo>
                <a:lnTo>
                  <a:pt x="1630445" y="783702"/>
                </a:lnTo>
                <a:cubicBezTo>
                  <a:pt x="1652401" y="805657"/>
                  <a:pt x="1652401" y="841255"/>
                  <a:pt x="1630445" y="863210"/>
                </a:cubicBezTo>
                <a:lnTo>
                  <a:pt x="863211" y="1630444"/>
                </a:lnTo>
                <a:cubicBezTo>
                  <a:pt x="841255" y="1652400"/>
                  <a:pt x="805658" y="1652400"/>
                  <a:pt x="783702" y="1630444"/>
                </a:cubicBezTo>
                <a:lnTo>
                  <a:pt x="16467" y="863210"/>
                </a:lnTo>
                <a:cubicBezTo>
                  <a:pt x="-5488" y="841254"/>
                  <a:pt x="-5488" y="805657"/>
                  <a:pt x="16467" y="783701"/>
                </a:cubicBezTo>
                <a:lnTo>
                  <a:pt x="783702" y="16467"/>
                </a:lnTo>
                <a:cubicBezTo>
                  <a:pt x="794679" y="5489"/>
                  <a:pt x="809068" y="0"/>
                  <a:pt x="823456" y="0"/>
                </a:cubicBezTo>
                <a:close/>
              </a:path>
            </a:pathLst>
          </a:custGeom>
          <a:blipFill rotWithShape="0">
            <a:blip r:embed="rId4"/>
            <a:srcRect/>
            <a:stretch/>
          </a:blipFill>
          <a:ln w="60325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标题 1"/>
          <p:cNvSpPr/>
          <p:nvPr/>
        </p:nvSpPr>
        <p:spPr>
          <a:xfrm>
            <a:off x="4520160" y="4996800"/>
            <a:ext cx="313740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5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{{detailed_content[1]}}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标题 1"/>
          <p:cNvSpPr/>
          <p:nvPr/>
        </p:nvSpPr>
        <p:spPr>
          <a:xfrm>
            <a:off x="4520160" y="4521240"/>
            <a:ext cx="313740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30000"/>
              </a:lnSpc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{{content_points[1]}}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94" name="组合 6"/>
          <p:cNvGrpSpPr/>
          <p:nvPr/>
        </p:nvGrpSpPr>
        <p:grpSpPr>
          <a:xfrm>
            <a:off x="10694520" y="585000"/>
            <a:ext cx="913680" cy="95760"/>
            <a:chOff x="10694520" y="585000"/>
            <a:chExt cx="913680" cy="95760"/>
          </a:xfrm>
        </p:grpSpPr>
        <p:sp>
          <p:nvSpPr>
            <p:cNvPr id="195" name="标题 1"/>
            <p:cNvSpPr/>
            <p:nvPr/>
          </p:nvSpPr>
          <p:spPr>
            <a:xfrm flipH="1">
              <a:off x="10694520" y="585000"/>
              <a:ext cx="89280" cy="89280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1680" bIns="31680"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sp>
          <p:nvSpPr>
            <p:cNvPr id="196" name="标题 1"/>
            <p:cNvSpPr/>
            <p:nvPr/>
          </p:nvSpPr>
          <p:spPr>
            <a:xfrm flipH="1">
              <a:off x="10904760" y="591480"/>
              <a:ext cx="703080" cy="89280"/>
            </a:xfrm>
            <a:custGeom>
              <a:avLst/>
              <a:gdLst>
                <a:gd name="textAreaLeft" fmla="*/ -360 w 703080"/>
                <a:gd name="textAreaRight" fmla="*/ 703080 w 70308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422763" h="53800">
                  <a:moveTo>
                    <a:pt x="26900" y="0"/>
                  </a:moveTo>
                  <a:cubicBezTo>
                    <a:pt x="12044" y="0"/>
                    <a:pt x="0" y="12044"/>
                    <a:pt x="0" y="26900"/>
                  </a:cubicBezTo>
                  <a:cubicBezTo>
                    <a:pt x="0" y="41756"/>
                    <a:pt x="12044" y="53800"/>
                    <a:pt x="26900" y="53800"/>
                  </a:cubicBezTo>
                  <a:cubicBezTo>
                    <a:pt x="41756" y="53800"/>
                    <a:pt x="53800" y="41756"/>
                    <a:pt x="53800" y="26900"/>
                  </a:cubicBezTo>
                  <a:cubicBezTo>
                    <a:pt x="53800" y="12044"/>
                    <a:pt x="41756" y="0"/>
                    <a:pt x="26900" y="0"/>
                  </a:cubicBezTo>
                  <a:close/>
                  <a:moveTo>
                    <a:pt x="149888" y="0"/>
                  </a:moveTo>
                  <a:cubicBezTo>
                    <a:pt x="135032" y="0"/>
                    <a:pt x="122988" y="12044"/>
                    <a:pt x="122988" y="26900"/>
                  </a:cubicBezTo>
                  <a:cubicBezTo>
                    <a:pt x="122988" y="41756"/>
                    <a:pt x="135032" y="53800"/>
                    <a:pt x="149888" y="53800"/>
                  </a:cubicBezTo>
                  <a:cubicBezTo>
                    <a:pt x="164744" y="53800"/>
                    <a:pt x="176788" y="41756"/>
                    <a:pt x="176788" y="26900"/>
                  </a:cubicBezTo>
                  <a:cubicBezTo>
                    <a:pt x="176788" y="12044"/>
                    <a:pt x="164744" y="0"/>
                    <a:pt x="149888" y="0"/>
                  </a:cubicBezTo>
                  <a:close/>
                  <a:moveTo>
                    <a:pt x="272875" y="0"/>
                  </a:moveTo>
                  <a:cubicBezTo>
                    <a:pt x="258019" y="0"/>
                    <a:pt x="245975" y="12044"/>
                    <a:pt x="245975" y="26900"/>
                  </a:cubicBezTo>
                  <a:cubicBezTo>
                    <a:pt x="245975" y="41756"/>
                    <a:pt x="258019" y="53800"/>
                    <a:pt x="272875" y="53800"/>
                  </a:cubicBezTo>
                  <a:cubicBezTo>
                    <a:pt x="287731" y="53800"/>
                    <a:pt x="299775" y="41756"/>
                    <a:pt x="299775" y="26900"/>
                  </a:cubicBezTo>
                  <a:cubicBezTo>
                    <a:pt x="299775" y="12044"/>
                    <a:pt x="287731" y="0"/>
                    <a:pt x="272875" y="0"/>
                  </a:cubicBezTo>
                  <a:close/>
                  <a:moveTo>
                    <a:pt x="395863" y="0"/>
                  </a:moveTo>
                  <a:cubicBezTo>
                    <a:pt x="381007" y="0"/>
                    <a:pt x="368963" y="12044"/>
                    <a:pt x="368963" y="26900"/>
                  </a:cubicBezTo>
                  <a:cubicBezTo>
                    <a:pt x="368963" y="41756"/>
                    <a:pt x="381007" y="53800"/>
                    <a:pt x="395863" y="53800"/>
                  </a:cubicBezTo>
                  <a:cubicBezTo>
                    <a:pt x="410719" y="53800"/>
                    <a:pt x="422763" y="41756"/>
                    <a:pt x="422763" y="26900"/>
                  </a:cubicBezTo>
                  <a:cubicBezTo>
                    <a:pt x="422763" y="12044"/>
                    <a:pt x="410719" y="0"/>
                    <a:pt x="395863" y="0"/>
                  </a:cubicBezTo>
                  <a:close/>
                </a:path>
              </a:pathLst>
            </a:custGeom>
            <a:solidFill>
              <a:schemeClr val="dk1">
                <a:alpha val="22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4640" bIns="44640"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</p:grpSp>
      <p:sp>
        <p:nvSpPr>
          <p:cNvPr id="197" name="文本框 10"/>
          <p:cNvSpPr/>
          <p:nvPr/>
        </p:nvSpPr>
        <p:spPr>
          <a:xfrm>
            <a:off x="810720" y="1019880"/>
            <a:ext cx="10797120" cy="49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图片 12" descr="E:/AI工具/AI Office/PPT模版/png/压缩/bg.jpgbg"/>
          <p:cNvPicPr/>
          <p:nvPr/>
        </p:nvPicPr>
        <p:blipFill>
          <a:blip r:embed="rId1"/>
          <a:srcRect l="0" t="6" r="0" b="6"/>
          <a:stretch/>
        </p:blipFill>
        <p:spPr>
          <a:xfrm>
            <a:off x="0" y="1800"/>
            <a:ext cx="12191760" cy="685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9" name="标题 1"/>
          <p:cNvSpPr/>
          <p:nvPr/>
        </p:nvSpPr>
        <p:spPr>
          <a:xfrm>
            <a:off x="810720" y="236880"/>
            <a:ext cx="777960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{{section_title}}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0" name="直接连接符 8"/>
          <p:cNvCxnSpPr/>
          <p:nvPr/>
        </p:nvCxnSpPr>
        <p:spPr>
          <a:xfrm>
            <a:off x="0" y="895320"/>
            <a:ext cx="5465520" cy="360"/>
          </a:xfrm>
          <a:prstGeom prst="straightConnector1">
            <a:avLst/>
          </a:prstGeom>
          <a:ln w="22225">
            <a:solidFill>
              <a:srgbClr val="ffffff"/>
            </a:solidFill>
          </a:ln>
        </p:spPr>
      </p:cxnSp>
      <p:grpSp>
        <p:nvGrpSpPr>
          <p:cNvPr id="201" name="组合 4"/>
          <p:cNvGrpSpPr/>
          <p:nvPr/>
        </p:nvGrpSpPr>
        <p:grpSpPr>
          <a:xfrm>
            <a:off x="299520" y="470520"/>
            <a:ext cx="297000" cy="297000"/>
            <a:chOff x="299520" y="470520"/>
            <a:chExt cx="297000" cy="297000"/>
          </a:xfrm>
        </p:grpSpPr>
        <p:sp>
          <p:nvSpPr>
            <p:cNvPr id="202" name="标题 1"/>
            <p:cNvSpPr/>
            <p:nvPr/>
          </p:nvSpPr>
          <p:spPr>
            <a:xfrm flipH="1">
              <a:off x="299160" y="470520"/>
              <a:ext cx="297000" cy="297000"/>
            </a:xfrm>
            <a:prstGeom prst="rect">
              <a:avLst/>
            </a:pr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cxnSp>
          <p:nvCxnSpPr>
            <p:cNvPr id="203" name="标题 1"/>
            <p:cNvCxnSpPr/>
            <p:nvPr/>
          </p:nvCxnSpPr>
          <p:spPr>
            <a:xfrm>
              <a:off x="392400" y="618840"/>
              <a:ext cx="111960" cy="360"/>
            </a:xfrm>
            <a:prstGeom prst="straightConnector1">
              <a:avLst/>
            </a:prstGeom>
            <a:ln w="11430">
              <a:solidFill>
                <a:srgbClr val="ffffff"/>
              </a:solidFill>
              <a:miter/>
            </a:ln>
          </p:spPr>
        </p:cxnSp>
        <p:sp>
          <p:nvSpPr>
            <p:cNvPr id="204" name="标题 1"/>
            <p:cNvSpPr/>
            <p:nvPr/>
          </p:nvSpPr>
          <p:spPr>
            <a:xfrm rot="18900000">
              <a:off x="418680" y="579960"/>
              <a:ext cx="77760" cy="77760"/>
            </a:xfrm>
            <a:custGeom>
              <a:avLst/>
              <a:gdLst>
                <a:gd name="textAreaLeft" fmla="*/ 0 w 77760"/>
                <a:gd name="textAreaRight" fmla="*/ 78120 w 77760"/>
                <a:gd name="textAreaTop" fmla="*/ 0 h 77760"/>
                <a:gd name="textAreaBottom" fmla="*/ 78120 h 77760"/>
              </a:gdLst>
              <a:ahLst/>
              <a:cxnLst/>
              <a:rect l="textAreaLeft" t="textAreaTop" r="textAreaRight" b="textAreaBottom"/>
              <a:pathLst>
                <a:path w="252248" h="252248">
                  <a:moveTo>
                    <a:pt x="252248" y="0"/>
                  </a:moveTo>
                  <a:lnTo>
                    <a:pt x="252248" y="252248"/>
                  </a:lnTo>
                  <a:lnTo>
                    <a:pt x="0" y="252248"/>
                  </a:lnTo>
                </a:path>
              </a:pathLst>
            </a:custGeom>
            <a:noFill/>
            <a:ln w="1143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8880" bIns="38880"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</p:grpSp>
      <p:sp>
        <p:nvSpPr>
          <p:cNvPr id="205" name="标题 1"/>
          <p:cNvSpPr/>
          <p:nvPr/>
        </p:nvSpPr>
        <p:spPr>
          <a:xfrm>
            <a:off x="4084920" y="2463480"/>
            <a:ext cx="3986280" cy="1751400"/>
          </a:xfrm>
          <a:custGeom>
            <a:avLst/>
            <a:gdLst>
              <a:gd name="textAreaLeft" fmla="*/ 0 w 3986280"/>
              <a:gd name="textAreaRight" fmla="*/ 3986640 w 3986280"/>
              <a:gd name="textAreaTop" fmla="*/ 0 h 1751400"/>
              <a:gd name="textAreaBottom" fmla="*/ 1751760 h 1751400"/>
            </a:gdLst>
            <a:ahLst/>
            <a:cxnLst/>
            <a:rect l="textAreaLeft" t="textAreaTop" r="textAreaRight" b="textAreaBottom"/>
            <a:pathLst>
              <a:path w="21148" h="20611">
                <a:moveTo>
                  <a:pt x="16500" y="20611"/>
                </a:moveTo>
                <a:cubicBezTo>
                  <a:pt x="15311" y="20611"/>
                  <a:pt x="14122" y="19597"/>
                  <a:pt x="13218" y="17594"/>
                </a:cubicBezTo>
                <a:cubicBezTo>
                  <a:pt x="10257" y="11028"/>
                  <a:pt x="10257" y="11028"/>
                  <a:pt x="10257" y="11028"/>
                </a:cubicBezTo>
                <a:cubicBezTo>
                  <a:pt x="7284" y="4437"/>
                  <a:pt x="7284" y="4437"/>
                  <a:pt x="7284" y="4437"/>
                </a:cubicBezTo>
                <a:cubicBezTo>
                  <a:pt x="6586" y="2890"/>
                  <a:pt x="5649" y="2028"/>
                  <a:pt x="4642" y="2028"/>
                </a:cubicBezTo>
                <a:cubicBezTo>
                  <a:pt x="3648" y="2028"/>
                  <a:pt x="2710" y="2890"/>
                  <a:pt x="2001" y="4437"/>
                </a:cubicBezTo>
                <a:cubicBezTo>
                  <a:pt x="1304" y="6008"/>
                  <a:pt x="915" y="8087"/>
                  <a:pt x="915" y="10293"/>
                </a:cubicBezTo>
                <a:cubicBezTo>
                  <a:pt x="915" y="12524"/>
                  <a:pt x="1304" y="14603"/>
                  <a:pt x="2001" y="16149"/>
                </a:cubicBezTo>
                <a:cubicBezTo>
                  <a:pt x="3465" y="19394"/>
                  <a:pt x="5832" y="19394"/>
                  <a:pt x="7284" y="16149"/>
                </a:cubicBezTo>
                <a:cubicBezTo>
                  <a:pt x="9491" y="11256"/>
                  <a:pt x="9491" y="11256"/>
                  <a:pt x="9491" y="11256"/>
                </a:cubicBezTo>
                <a:cubicBezTo>
                  <a:pt x="10143" y="12701"/>
                  <a:pt x="10143" y="12701"/>
                  <a:pt x="10143" y="12701"/>
                </a:cubicBezTo>
                <a:cubicBezTo>
                  <a:pt x="7936" y="17594"/>
                  <a:pt x="7936" y="17594"/>
                  <a:pt x="7936" y="17594"/>
                </a:cubicBezTo>
                <a:cubicBezTo>
                  <a:pt x="6118" y="21600"/>
                  <a:pt x="3167" y="21600"/>
                  <a:pt x="1361" y="17594"/>
                </a:cubicBezTo>
                <a:cubicBezTo>
                  <a:pt x="480" y="15642"/>
                  <a:pt x="0" y="13056"/>
                  <a:pt x="0" y="10293"/>
                </a:cubicBezTo>
                <a:cubicBezTo>
                  <a:pt x="0" y="7555"/>
                  <a:pt x="480" y="4969"/>
                  <a:pt x="1361" y="3017"/>
                </a:cubicBezTo>
                <a:cubicBezTo>
                  <a:pt x="2241" y="1065"/>
                  <a:pt x="3408" y="0"/>
                  <a:pt x="4642" y="0"/>
                </a:cubicBezTo>
                <a:cubicBezTo>
                  <a:pt x="5889" y="0"/>
                  <a:pt x="7055" y="1065"/>
                  <a:pt x="7936" y="3017"/>
                </a:cubicBezTo>
                <a:cubicBezTo>
                  <a:pt x="10897" y="9583"/>
                  <a:pt x="10897" y="9583"/>
                  <a:pt x="10897" y="9583"/>
                </a:cubicBezTo>
                <a:cubicBezTo>
                  <a:pt x="13859" y="16149"/>
                  <a:pt x="13859" y="16149"/>
                  <a:pt x="13859" y="16149"/>
                </a:cubicBezTo>
                <a:cubicBezTo>
                  <a:pt x="15322" y="19394"/>
                  <a:pt x="17689" y="19394"/>
                  <a:pt x="19142" y="16149"/>
                </a:cubicBezTo>
                <a:cubicBezTo>
                  <a:pt x="20605" y="12930"/>
                  <a:pt x="20605" y="7682"/>
                  <a:pt x="19142" y="4437"/>
                </a:cubicBezTo>
                <a:cubicBezTo>
                  <a:pt x="18444" y="2890"/>
                  <a:pt x="17506" y="2028"/>
                  <a:pt x="16500" y="2028"/>
                </a:cubicBezTo>
                <a:cubicBezTo>
                  <a:pt x="15505" y="2028"/>
                  <a:pt x="14568" y="2890"/>
                  <a:pt x="13859" y="4437"/>
                </a:cubicBezTo>
                <a:cubicBezTo>
                  <a:pt x="11640" y="9380"/>
                  <a:pt x="11640" y="9380"/>
                  <a:pt x="11640" y="9380"/>
                </a:cubicBezTo>
                <a:cubicBezTo>
                  <a:pt x="10989" y="7935"/>
                  <a:pt x="10989" y="7935"/>
                  <a:pt x="10989" y="7935"/>
                </a:cubicBezTo>
                <a:cubicBezTo>
                  <a:pt x="13218" y="3017"/>
                  <a:pt x="13218" y="3017"/>
                  <a:pt x="13218" y="3017"/>
                </a:cubicBezTo>
                <a:cubicBezTo>
                  <a:pt x="14099" y="1065"/>
                  <a:pt x="15265" y="0"/>
                  <a:pt x="16500" y="0"/>
                </a:cubicBezTo>
                <a:cubicBezTo>
                  <a:pt x="17747" y="0"/>
                  <a:pt x="18913" y="1065"/>
                  <a:pt x="19793" y="3017"/>
                </a:cubicBezTo>
                <a:cubicBezTo>
                  <a:pt x="21600" y="7023"/>
                  <a:pt x="21600" y="13563"/>
                  <a:pt x="19793" y="17594"/>
                </a:cubicBezTo>
                <a:cubicBezTo>
                  <a:pt x="18890" y="19597"/>
                  <a:pt x="17689" y="20611"/>
                  <a:pt x="16500" y="2061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1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206" name="标题 1"/>
          <p:cNvSpPr/>
          <p:nvPr/>
        </p:nvSpPr>
        <p:spPr>
          <a:xfrm>
            <a:off x="4179600" y="2574000"/>
            <a:ext cx="3815280" cy="1581480"/>
          </a:xfrm>
          <a:custGeom>
            <a:avLst/>
            <a:gdLst>
              <a:gd name="textAreaLeft" fmla="*/ 0 w 3815280"/>
              <a:gd name="textAreaRight" fmla="*/ 3815640 w 3815280"/>
              <a:gd name="textAreaTop" fmla="*/ 0 h 1581480"/>
              <a:gd name="textAreaBottom" fmla="*/ 1581840 h 1581480"/>
            </a:gdLst>
            <a:ahLst/>
            <a:cxnLst/>
            <a:rect l="textAreaLeft" t="textAreaTop" r="textAreaRight" b="textAreaBottom"/>
            <a:pathLst>
              <a:path w="20762" h="19681">
                <a:moveTo>
                  <a:pt x="11143" y="8083"/>
                </a:moveTo>
                <a:cubicBezTo>
                  <a:pt x="13418" y="2878"/>
                  <a:pt x="13418" y="2878"/>
                  <a:pt x="13418" y="2878"/>
                </a:cubicBezTo>
                <a:cubicBezTo>
                  <a:pt x="15095" y="-959"/>
                  <a:pt x="17816" y="-959"/>
                  <a:pt x="19504" y="2878"/>
                </a:cubicBezTo>
                <a:cubicBezTo>
                  <a:pt x="19504" y="2878"/>
                  <a:pt x="19504" y="2878"/>
                  <a:pt x="19504" y="2878"/>
                </a:cubicBezTo>
                <a:cubicBezTo>
                  <a:pt x="21181" y="6715"/>
                  <a:pt x="21181" y="12940"/>
                  <a:pt x="19504" y="16804"/>
                </a:cubicBezTo>
                <a:cubicBezTo>
                  <a:pt x="19504" y="16804"/>
                  <a:pt x="19504" y="16804"/>
                  <a:pt x="19504" y="16804"/>
                </a:cubicBezTo>
                <a:cubicBezTo>
                  <a:pt x="17816" y="20641"/>
                  <a:pt x="15095" y="20641"/>
                  <a:pt x="13418" y="16804"/>
                </a:cubicBezTo>
                <a:cubicBezTo>
                  <a:pt x="10381" y="9828"/>
                  <a:pt x="10381" y="9828"/>
                  <a:pt x="10381" y="9828"/>
                </a:cubicBezTo>
                <a:cubicBezTo>
                  <a:pt x="7344" y="2878"/>
                  <a:pt x="7344" y="2878"/>
                  <a:pt x="7344" y="2878"/>
                </a:cubicBezTo>
                <a:cubicBezTo>
                  <a:pt x="5667" y="-959"/>
                  <a:pt x="2935" y="-959"/>
                  <a:pt x="1258" y="2878"/>
                </a:cubicBezTo>
                <a:cubicBezTo>
                  <a:pt x="1258" y="2878"/>
                  <a:pt x="1258" y="2878"/>
                  <a:pt x="1258" y="2878"/>
                </a:cubicBezTo>
                <a:cubicBezTo>
                  <a:pt x="-419" y="6715"/>
                  <a:pt x="-419" y="12940"/>
                  <a:pt x="1258" y="16804"/>
                </a:cubicBezTo>
                <a:cubicBezTo>
                  <a:pt x="1258" y="16804"/>
                  <a:pt x="1258" y="16804"/>
                  <a:pt x="1258" y="16804"/>
                </a:cubicBezTo>
                <a:cubicBezTo>
                  <a:pt x="2935" y="20641"/>
                  <a:pt x="5667" y="20641"/>
                  <a:pt x="7344" y="16804"/>
                </a:cubicBezTo>
                <a:cubicBezTo>
                  <a:pt x="9607" y="11625"/>
                  <a:pt x="9607" y="11625"/>
                  <a:pt x="9607" y="11625"/>
                </a:cubicBezTo>
              </a:path>
            </a:pathLst>
          </a:custGeom>
          <a:noFill/>
          <a:ln cap="sq" w="23813">
            <a:solidFill>
              <a:srgbClr val="8dc6f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1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207" name="标题 1"/>
          <p:cNvSpPr/>
          <p:nvPr/>
        </p:nvSpPr>
        <p:spPr>
          <a:xfrm>
            <a:off x="3952800" y="3008520"/>
            <a:ext cx="584280" cy="584280"/>
          </a:xfrm>
          <a:prstGeom prst="ellipse">
            <a:avLst/>
          </a:prstGeom>
          <a:gradFill rotWithShape="0">
            <a:gsLst>
              <a:gs pos="0">
                <a:srgbClr val="8dc6f6"/>
              </a:gs>
              <a:gs pos="100000">
                <a:srgbClr val="fbc7f2"/>
              </a:gs>
            </a:gsLst>
            <a:lin ang="16200000"/>
          </a:gra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1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208" name="标题 1"/>
          <p:cNvSpPr/>
          <p:nvPr/>
        </p:nvSpPr>
        <p:spPr>
          <a:xfrm>
            <a:off x="7606440" y="3008520"/>
            <a:ext cx="581760" cy="584280"/>
          </a:xfrm>
          <a:prstGeom prst="ellipse">
            <a:avLst/>
          </a:prstGeom>
          <a:gradFill rotWithShape="0">
            <a:gsLst>
              <a:gs pos="0">
                <a:srgbClr val="8dc6f6"/>
              </a:gs>
              <a:gs pos="100000">
                <a:srgbClr val="fbc7f2"/>
              </a:gs>
            </a:gsLst>
            <a:lin ang="16200000"/>
          </a:gradFill>
          <a:ln w="3175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anchor="t">
            <a:noAutofit/>
          </a:bodyPr>
          <a:p>
            <a:pPr defTabSz="914400">
              <a:lnSpc>
                <a:spcPct val="11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209" name="标题 1"/>
          <p:cNvSpPr/>
          <p:nvPr/>
        </p:nvSpPr>
        <p:spPr>
          <a:xfrm>
            <a:off x="642600" y="2834640"/>
            <a:ext cx="3188520" cy="2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algn="r" defTabSz="914400">
              <a:lnSpc>
                <a:spcPct val="11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思源黑体 CN Bold"/>
                <a:ea typeface="思源黑体 CN Bold"/>
              </a:rPr>
              <a:t>{{content_points[0]}}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标题 1"/>
          <p:cNvSpPr/>
          <p:nvPr/>
        </p:nvSpPr>
        <p:spPr>
          <a:xfrm>
            <a:off x="8324640" y="2834640"/>
            <a:ext cx="3175920" cy="2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defTabSz="914400">
              <a:lnSpc>
                <a:spcPct val="11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思源黑体 CN Bold"/>
                <a:ea typeface="思源黑体 CN Bold"/>
              </a:rPr>
              <a:t>{{content_points[1]}}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标题 1"/>
          <p:cNvSpPr/>
          <p:nvPr/>
        </p:nvSpPr>
        <p:spPr>
          <a:xfrm>
            <a:off x="8324640" y="3132000"/>
            <a:ext cx="315036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30000"/>
              </a:lnSpc>
            </a:pPr>
            <a:r>
              <a:rPr b="0" lang="en-US" sz="1400" strike="noStrike" u="none">
                <a:solidFill>
                  <a:srgbClr val="404040"/>
                </a:solidFill>
                <a:effectLst/>
                <a:uFillTx/>
                <a:latin typeface="微软雅黑"/>
                <a:ea typeface="微软雅黑"/>
              </a:rPr>
              <a:t>{{detailed_content[1]}}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标题 1"/>
          <p:cNvSpPr/>
          <p:nvPr/>
        </p:nvSpPr>
        <p:spPr>
          <a:xfrm>
            <a:off x="680760" y="3132000"/>
            <a:ext cx="315036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ct val="130000"/>
              </a:lnSpc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{{detailed_content[0]}}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标题 1"/>
          <p:cNvSpPr/>
          <p:nvPr/>
        </p:nvSpPr>
        <p:spPr>
          <a:xfrm>
            <a:off x="4056840" y="3118680"/>
            <a:ext cx="375840" cy="363960"/>
          </a:xfrm>
          <a:custGeom>
            <a:avLst/>
            <a:gdLst>
              <a:gd name="textAreaLeft" fmla="*/ 0 w 375840"/>
              <a:gd name="textAreaRight" fmla="*/ 376200 w 375840"/>
              <a:gd name="textAreaTop" fmla="*/ 0 h 363960"/>
              <a:gd name="textAreaBottom" fmla="*/ 364320 h 363960"/>
            </a:gdLst>
            <a:ahLst/>
            <a:cxnLst/>
            <a:rect l="textAreaLeft" t="textAreaTop" r="textAreaRight" b="textAreaBottom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w="186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1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214" name="标题 1"/>
          <p:cNvSpPr/>
          <p:nvPr/>
        </p:nvSpPr>
        <p:spPr>
          <a:xfrm>
            <a:off x="7706520" y="3109680"/>
            <a:ext cx="381600" cy="381600"/>
          </a:xfrm>
          <a:custGeom>
            <a:avLst/>
            <a:gdLst>
              <a:gd name="textAreaLeft" fmla="*/ 0 w 381600"/>
              <a:gd name="textAreaRight" fmla="*/ 381960 w 381600"/>
              <a:gd name="textAreaTop" fmla="*/ 0 h 381600"/>
              <a:gd name="textAreaBottom" fmla="*/ 381960 h 381600"/>
            </a:gdLst>
            <a:ahLst/>
            <a:cxnLst/>
            <a:rect l="textAreaLeft" t="textAreaTop" r="textAreaRight" b="textAreaBottom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bg1"/>
          </a:solidFill>
          <a:ln w="186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1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grpSp>
        <p:nvGrpSpPr>
          <p:cNvPr id="215" name="组合 1"/>
          <p:cNvGrpSpPr/>
          <p:nvPr/>
        </p:nvGrpSpPr>
        <p:grpSpPr>
          <a:xfrm>
            <a:off x="10694520" y="585000"/>
            <a:ext cx="913680" cy="95760"/>
            <a:chOff x="10694520" y="585000"/>
            <a:chExt cx="913680" cy="95760"/>
          </a:xfrm>
        </p:grpSpPr>
        <p:sp>
          <p:nvSpPr>
            <p:cNvPr id="216" name="标题 1"/>
            <p:cNvSpPr/>
            <p:nvPr/>
          </p:nvSpPr>
          <p:spPr>
            <a:xfrm flipH="1">
              <a:off x="10694520" y="585000"/>
              <a:ext cx="89280" cy="89280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1680" bIns="31680"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sp>
          <p:nvSpPr>
            <p:cNvPr id="217" name="标题 1"/>
            <p:cNvSpPr/>
            <p:nvPr/>
          </p:nvSpPr>
          <p:spPr>
            <a:xfrm flipH="1">
              <a:off x="10904760" y="591480"/>
              <a:ext cx="703080" cy="89280"/>
            </a:xfrm>
            <a:custGeom>
              <a:avLst/>
              <a:gdLst>
                <a:gd name="textAreaLeft" fmla="*/ -360 w 703080"/>
                <a:gd name="textAreaRight" fmla="*/ 703080 w 70308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422763" h="53800">
                  <a:moveTo>
                    <a:pt x="26900" y="0"/>
                  </a:moveTo>
                  <a:cubicBezTo>
                    <a:pt x="12044" y="0"/>
                    <a:pt x="0" y="12044"/>
                    <a:pt x="0" y="26900"/>
                  </a:cubicBezTo>
                  <a:cubicBezTo>
                    <a:pt x="0" y="41756"/>
                    <a:pt x="12044" y="53800"/>
                    <a:pt x="26900" y="53800"/>
                  </a:cubicBezTo>
                  <a:cubicBezTo>
                    <a:pt x="41756" y="53800"/>
                    <a:pt x="53800" y="41756"/>
                    <a:pt x="53800" y="26900"/>
                  </a:cubicBezTo>
                  <a:cubicBezTo>
                    <a:pt x="53800" y="12044"/>
                    <a:pt x="41756" y="0"/>
                    <a:pt x="26900" y="0"/>
                  </a:cubicBezTo>
                  <a:close/>
                  <a:moveTo>
                    <a:pt x="149888" y="0"/>
                  </a:moveTo>
                  <a:cubicBezTo>
                    <a:pt x="135032" y="0"/>
                    <a:pt x="122988" y="12044"/>
                    <a:pt x="122988" y="26900"/>
                  </a:cubicBezTo>
                  <a:cubicBezTo>
                    <a:pt x="122988" y="41756"/>
                    <a:pt x="135032" y="53800"/>
                    <a:pt x="149888" y="53800"/>
                  </a:cubicBezTo>
                  <a:cubicBezTo>
                    <a:pt x="164744" y="53800"/>
                    <a:pt x="176788" y="41756"/>
                    <a:pt x="176788" y="26900"/>
                  </a:cubicBezTo>
                  <a:cubicBezTo>
                    <a:pt x="176788" y="12044"/>
                    <a:pt x="164744" y="0"/>
                    <a:pt x="149888" y="0"/>
                  </a:cubicBezTo>
                  <a:close/>
                  <a:moveTo>
                    <a:pt x="272875" y="0"/>
                  </a:moveTo>
                  <a:cubicBezTo>
                    <a:pt x="258019" y="0"/>
                    <a:pt x="245975" y="12044"/>
                    <a:pt x="245975" y="26900"/>
                  </a:cubicBezTo>
                  <a:cubicBezTo>
                    <a:pt x="245975" y="41756"/>
                    <a:pt x="258019" y="53800"/>
                    <a:pt x="272875" y="53800"/>
                  </a:cubicBezTo>
                  <a:cubicBezTo>
                    <a:pt x="287731" y="53800"/>
                    <a:pt x="299775" y="41756"/>
                    <a:pt x="299775" y="26900"/>
                  </a:cubicBezTo>
                  <a:cubicBezTo>
                    <a:pt x="299775" y="12044"/>
                    <a:pt x="287731" y="0"/>
                    <a:pt x="272875" y="0"/>
                  </a:cubicBezTo>
                  <a:close/>
                  <a:moveTo>
                    <a:pt x="395863" y="0"/>
                  </a:moveTo>
                  <a:cubicBezTo>
                    <a:pt x="381007" y="0"/>
                    <a:pt x="368963" y="12044"/>
                    <a:pt x="368963" y="26900"/>
                  </a:cubicBezTo>
                  <a:cubicBezTo>
                    <a:pt x="368963" y="41756"/>
                    <a:pt x="381007" y="53800"/>
                    <a:pt x="395863" y="53800"/>
                  </a:cubicBezTo>
                  <a:cubicBezTo>
                    <a:pt x="410719" y="53800"/>
                    <a:pt x="422763" y="41756"/>
                    <a:pt x="422763" y="26900"/>
                  </a:cubicBezTo>
                  <a:cubicBezTo>
                    <a:pt x="422763" y="12044"/>
                    <a:pt x="410719" y="0"/>
                    <a:pt x="395863" y="0"/>
                  </a:cubicBezTo>
                  <a:close/>
                </a:path>
              </a:pathLst>
            </a:custGeom>
            <a:solidFill>
              <a:schemeClr val="dk1">
                <a:alpha val="22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4640" bIns="44640"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</p:grpSp>
      <p:sp>
        <p:nvSpPr>
          <p:cNvPr id="218" name="文本框 9"/>
          <p:cNvSpPr/>
          <p:nvPr/>
        </p:nvSpPr>
        <p:spPr>
          <a:xfrm>
            <a:off x="810720" y="1019880"/>
            <a:ext cx="10797120" cy="49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图片 12" descr="E:/AI工具/AI Office/PPT模版/png/压缩/bg.jpgbg"/>
          <p:cNvPicPr/>
          <p:nvPr/>
        </p:nvPicPr>
        <p:blipFill>
          <a:blip r:embed="rId1"/>
          <a:srcRect l="0" t="6" r="0" b="6"/>
          <a:stretch/>
        </p:blipFill>
        <p:spPr>
          <a:xfrm>
            <a:off x="0" y="1800"/>
            <a:ext cx="12191760" cy="685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0" name="标题 1"/>
          <p:cNvSpPr/>
          <p:nvPr/>
        </p:nvSpPr>
        <p:spPr>
          <a:xfrm>
            <a:off x="810720" y="236880"/>
            <a:ext cx="777960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{{section_title}}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1" name="直接连接符 8"/>
          <p:cNvCxnSpPr/>
          <p:nvPr/>
        </p:nvCxnSpPr>
        <p:spPr>
          <a:xfrm>
            <a:off x="0" y="895320"/>
            <a:ext cx="5465520" cy="360"/>
          </a:xfrm>
          <a:prstGeom prst="straightConnector1">
            <a:avLst/>
          </a:prstGeom>
          <a:ln w="22225">
            <a:solidFill>
              <a:srgbClr val="ffffff"/>
            </a:solidFill>
          </a:ln>
        </p:spPr>
      </p:cxnSp>
      <p:grpSp>
        <p:nvGrpSpPr>
          <p:cNvPr id="222" name="组合 4"/>
          <p:cNvGrpSpPr/>
          <p:nvPr/>
        </p:nvGrpSpPr>
        <p:grpSpPr>
          <a:xfrm>
            <a:off x="299520" y="470520"/>
            <a:ext cx="297000" cy="297000"/>
            <a:chOff x="299520" y="470520"/>
            <a:chExt cx="297000" cy="297000"/>
          </a:xfrm>
        </p:grpSpPr>
        <p:sp>
          <p:nvSpPr>
            <p:cNvPr id="223" name="标题 1"/>
            <p:cNvSpPr/>
            <p:nvPr/>
          </p:nvSpPr>
          <p:spPr>
            <a:xfrm flipH="1">
              <a:off x="299160" y="470520"/>
              <a:ext cx="297000" cy="297000"/>
            </a:xfrm>
            <a:prstGeom prst="rect">
              <a:avLst/>
            </a:pr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cxnSp>
          <p:nvCxnSpPr>
            <p:cNvPr id="224" name="标题 1"/>
            <p:cNvCxnSpPr/>
            <p:nvPr/>
          </p:nvCxnSpPr>
          <p:spPr>
            <a:xfrm>
              <a:off x="392400" y="618840"/>
              <a:ext cx="111960" cy="360"/>
            </a:xfrm>
            <a:prstGeom prst="straightConnector1">
              <a:avLst/>
            </a:prstGeom>
            <a:ln w="11430">
              <a:solidFill>
                <a:srgbClr val="ffffff"/>
              </a:solidFill>
              <a:miter/>
            </a:ln>
          </p:spPr>
        </p:cxnSp>
        <p:sp>
          <p:nvSpPr>
            <p:cNvPr id="225" name="标题 1"/>
            <p:cNvSpPr/>
            <p:nvPr/>
          </p:nvSpPr>
          <p:spPr>
            <a:xfrm rot="18900000">
              <a:off x="418680" y="579960"/>
              <a:ext cx="77760" cy="77760"/>
            </a:xfrm>
            <a:custGeom>
              <a:avLst/>
              <a:gdLst>
                <a:gd name="textAreaLeft" fmla="*/ 0 w 77760"/>
                <a:gd name="textAreaRight" fmla="*/ 78120 w 77760"/>
                <a:gd name="textAreaTop" fmla="*/ 0 h 77760"/>
                <a:gd name="textAreaBottom" fmla="*/ 78120 h 77760"/>
              </a:gdLst>
              <a:ahLst/>
              <a:cxnLst/>
              <a:rect l="textAreaLeft" t="textAreaTop" r="textAreaRight" b="textAreaBottom"/>
              <a:pathLst>
                <a:path w="252248" h="252248">
                  <a:moveTo>
                    <a:pt x="252248" y="0"/>
                  </a:moveTo>
                  <a:lnTo>
                    <a:pt x="252248" y="252248"/>
                  </a:lnTo>
                  <a:lnTo>
                    <a:pt x="0" y="252248"/>
                  </a:lnTo>
                </a:path>
              </a:pathLst>
            </a:custGeom>
            <a:noFill/>
            <a:ln w="1143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8880" bIns="38880"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</p:grpSp>
      <p:pic>
        <p:nvPicPr>
          <p:cNvPr id="226" name="图片 40" descr="E:/AI工具/AI Office/PPT模版/png/压缩/ren2_.jpgren2_"/>
          <p:cNvPicPr/>
          <p:nvPr/>
        </p:nvPicPr>
        <p:blipFill>
          <a:blip r:embed="rId2"/>
          <a:srcRect l="0" t="11000" r="0" b="55257"/>
          <a:stretch/>
        </p:blipFill>
        <p:spPr>
          <a:xfrm>
            <a:off x="977760" y="2220480"/>
            <a:ext cx="3648240" cy="1641240"/>
          </a:xfrm>
          <a:prstGeom prst="rect">
            <a:avLst/>
          </a:prstGeom>
          <a:noFill/>
          <a:ln w="57150">
            <a:solidFill>
              <a:srgbClr val="ffffff"/>
            </a:solidFill>
            <a:miter/>
          </a:ln>
        </p:spPr>
      </p:pic>
      <p:pic>
        <p:nvPicPr>
          <p:cNvPr id="227" name="图片 17" descr="E:/AI工具/AI Office/PPT模版/png/压缩/ren_.jpgren_"/>
          <p:cNvPicPr/>
          <p:nvPr/>
        </p:nvPicPr>
        <p:blipFill>
          <a:blip r:embed="rId3"/>
          <a:srcRect l="0" t="12115" r="0" b="54150"/>
          <a:stretch/>
        </p:blipFill>
        <p:spPr>
          <a:xfrm flipH="1">
            <a:off x="7405920" y="2220480"/>
            <a:ext cx="3648240" cy="1641240"/>
          </a:xfrm>
          <a:prstGeom prst="rect">
            <a:avLst/>
          </a:prstGeom>
          <a:noFill/>
          <a:ln w="57150">
            <a:solidFill>
              <a:srgbClr val="ffffff"/>
            </a:solidFill>
            <a:miter/>
          </a:ln>
        </p:spPr>
      </p:pic>
      <p:sp>
        <p:nvSpPr>
          <p:cNvPr id="228" name="标题 1"/>
          <p:cNvSpPr/>
          <p:nvPr/>
        </p:nvSpPr>
        <p:spPr>
          <a:xfrm>
            <a:off x="692640" y="4794840"/>
            <a:ext cx="4772160" cy="20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{{detailed_content[0]}}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标题 1"/>
          <p:cNvSpPr/>
          <p:nvPr/>
        </p:nvSpPr>
        <p:spPr>
          <a:xfrm>
            <a:off x="692640" y="4413960"/>
            <a:ext cx="4772160" cy="2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defTabSz="914400">
              <a:lnSpc>
                <a:spcPct val="11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思源黑体 CN Bold"/>
                <a:ea typeface="思源黑体 CN Bold"/>
              </a:rPr>
              <a:t>{{content_points[0]}}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标题 1"/>
          <p:cNvSpPr/>
          <p:nvPr/>
        </p:nvSpPr>
        <p:spPr>
          <a:xfrm>
            <a:off x="6932160" y="4794840"/>
            <a:ext cx="4772160" cy="20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{{detailed_content[1]}}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标题 1"/>
          <p:cNvSpPr/>
          <p:nvPr/>
        </p:nvSpPr>
        <p:spPr>
          <a:xfrm>
            <a:off x="6932160" y="4413960"/>
            <a:ext cx="4772160" cy="2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defTabSz="914400">
              <a:lnSpc>
                <a:spcPct val="110000"/>
              </a:lnSpc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思源黑体 CN Bold"/>
                <a:ea typeface="思源黑体 CN Bold"/>
              </a:rPr>
              <a:t>{{content_points[1]}}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2" name="图片 41" descr="bc6ab406da4fedea34e7e52d1c73cf8f0ca7a61412864-sPfPio"/>
          <p:cNvPicPr/>
          <p:nvPr/>
        </p:nvPicPr>
        <p:blipFill>
          <a:blip r:embed="rId4"/>
          <a:stretch/>
        </p:blipFill>
        <p:spPr>
          <a:xfrm>
            <a:off x="692640" y="1946880"/>
            <a:ext cx="587160" cy="58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3" name="图片 27" descr="bc6ab406da4fedea34e7e52d1c73cf8f0ca7a61412864-sPfPio"/>
          <p:cNvPicPr/>
          <p:nvPr/>
        </p:nvPicPr>
        <p:blipFill>
          <a:blip r:embed="rId5"/>
          <a:stretch/>
        </p:blipFill>
        <p:spPr>
          <a:xfrm>
            <a:off x="7144560" y="1946880"/>
            <a:ext cx="587160" cy="5871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34" name="组合 1"/>
          <p:cNvGrpSpPr/>
          <p:nvPr/>
        </p:nvGrpSpPr>
        <p:grpSpPr>
          <a:xfrm>
            <a:off x="10694520" y="585000"/>
            <a:ext cx="913680" cy="95760"/>
            <a:chOff x="10694520" y="585000"/>
            <a:chExt cx="913680" cy="95760"/>
          </a:xfrm>
        </p:grpSpPr>
        <p:sp>
          <p:nvSpPr>
            <p:cNvPr id="235" name="标题 1"/>
            <p:cNvSpPr/>
            <p:nvPr/>
          </p:nvSpPr>
          <p:spPr>
            <a:xfrm flipH="1">
              <a:off x="10694520" y="585000"/>
              <a:ext cx="89280" cy="89280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1680" bIns="31680"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sp>
          <p:nvSpPr>
            <p:cNvPr id="236" name="标题 1"/>
            <p:cNvSpPr/>
            <p:nvPr/>
          </p:nvSpPr>
          <p:spPr>
            <a:xfrm flipH="1">
              <a:off x="10904760" y="591480"/>
              <a:ext cx="703080" cy="89280"/>
            </a:xfrm>
            <a:custGeom>
              <a:avLst/>
              <a:gdLst>
                <a:gd name="textAreaLeft" fmla="*/ -360 w 703080"/>
                <a:gd name="textAreaRight" fmla="*/ 703080 w 70308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422763" h="53800">
                  <a:moveTo>
                    <a:pt x="26900" y="0"/>
                  </a:moveTo>
                  <a:cubicBezTo>
                    <a:pt x="12044" y="0"/>
                    <a:pt x="0" y="12044"/>
                    <a:pt x="0" y="26900"/>
                  </a:cubicBezTo>
                  <a:cubicBezTo>
                    <a:pt x="0" y="41756"/>
                    <a:pt x="12044" y="53800"/>
                    <a:pt x="26900" y="53800"/>
                  </a:cubicBezTo>
                  <a:cubicBezTo>
                    <a:pt x="41756" y="53800"/>
                    <a:pt x="53800" y="41756"/>
                    <a:pt x="53800" y="26900"/>
                  </a:cubicBezTo>
                  <a:cubicBezTo>
                    <a:pt x="53800" y="12044"/>
                    <a:pt x="41756" y="0"/>
                    <a:pt x="26900" y="0"/>
                  </a:cubicBezTo>
                  <a:close/>
                  <a:moveTo>
                    <a:pt x="149888" y="0"/>
                  </a:moveTo>
                  <a:cubicBezTo>
                    <a:pt x="135032" y="0"/>
                    <a:pt x="122988" y="12044"/>
                    <a:pt x="122988" y="26900"/>
                  </a:cubicBezTo>
                  <a:cubicBezTo>
                    <a:pt x="122988" y="41756"/>
                    <a:pt x="135032" y="53800"/>
                    <a:pt x="149888" y="53800"/>
                  </a:cubicBezTo>
                  <a:cubicBezTo>
                    <a:pt x="164744" y="53800"/>
                    <a:pt x="176788" y="41756"/>
                    <a:pt x="176788" y="26900"/>
                  </a:cubicBezTo>
                  <a:cubicBezTo>
                    <a:pt x="176788" y="12044"/>
                    <a:pt x="164744" y="0"/>
                    <a:pt x="149888" y="0"/>
                  </a:cubicBezTo>
                  <a:close/>
                  <a:moveTo>
                    <a:pt x="272875" y="0"/>
                  </a:moveTo>
                  <a:cubicBezTo>
                    <a:pt x="258019" y="0"/>
                    <a:pt x="245975" y="12044"/>
                    <a:pt x="245975" y="26900"/>
                  </a:cubicBezTo>
                  <a:cubicBezTo>
                    <a:pt x="245975" y="41756"/>
                    <a:pt x="258019" y="53800"/>
                    <a:pt x="272875" y="53800"/>
                  </a:cubicBezTo>
                  <a:cubicBezTo>
                    <a:pt x="287731" y="53800"/>
                    <a:pt x="299775" y="41756"/>
                    <a:pt x="299775" y="26900"/>
                  </a:cubicBezTo>
                  <a:cubicBezTo>
                    <a:pt x="299775" y="12044"/>
                    <a:pt x="287731" y="0"/>
                    <a:pt x="272875" y="0"/>
                  </a:cubicBezTo>
                  <a:close/>
                  <a:moveTo>
                    <a:pt x="395863" y="0"/>
                  </a:moveTo>
                  <a:cubicBezTo>
                    <a:pt x="381007" y="0"/>
                    <a:pt x="368963" y="12044"/>
                    <a:pt x="368963" y="26900"/>
                  </a:cubicBezTo>
                  <a:cubicBezTo>
                    <a:pt x="368963" y="41756"/>
                    <a:pt x="381007" y="53800"/>
                    <a:pt x="395863" y="53800"/>
                  </a:cubicBezTo>
                  <a:cubicBezTo>
                    <a:pt x="410719" y="53800"/>
                    <a:pt x="422763" y="41756"/>
                    <a:pt x="422763" y="26900"/>
                  </a:cubicBezTo>
                  <a:cubicBezTo>
                    <a:pt x="422763" y="12044"/>
                    <a:pt x="410719" y="0"/>
                    <a:pt x="395863" y="0"/>
                  </a:cubicBezTo>
                  <a:close/>
                </a:path>
              </a:pathLst>
            </a:custGeom>
            <a:solidFill>
              <a:schemeClr val="dk1">
                <a:alpha val="22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4640" bIns="44640"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</p:grpSp>
      <p:sp>
        <p:nvSpPr>
          <p:cNvPr id="237" name="文本框 9"/>
          <p:cNvSpPr/>
          <p:nvPr/>
        </p:nvSpPr>
        <p:spPr>
          <a:xfrm>
            <a:off x="810720" y="1019880"/>
            <a:ext cx="10797120" cy="49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图片 12" descr="E:/AI工具/AI Office/PPT模版/png/压缩/bg.jpgbg"/>
          <p:cNvPicPr/>
          <p:nvPr/>
        </p:nvPicPr>
        <p:blipFill>
          <a:blip r:embed="rId1"/>
          <a:srcRect l="0" t="6" r="0" b="6"/>
          <a:stretch/>
        </p:blipFill>
        <p:spPr>
          <a:xfrm>
            <a:off x="0" y="1800"/>
            <a:ext cx="12191760" cy="685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9" name="标题 1"/>
          <p:cNvSpPr/>
          <p:nvPr/>
        </p:nvSpPr>
        <p:spPr>
          <a:xfrm>
            <a:off x="810720" y="236880"/>
            <a:ext cx="777960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{{section_title}}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0" name="直接连接符 8"/>
          <p:cNvCxnSpPr/>
          <p:nvPr/>
        </p:nvCxnSpPr>
        <p:spPr>
          <a:xfrm>
            <a:off x="0" y="895320"/>
            <a:ext cx="5465520" cy="360"/>
          </a:xfrm>
          <a:prstGeom prst="straightConnector1">
            <a:avLst/>
          </a:prstGeom>
          <a:ln w="22225">
            <a:solidFill>
              <a:srgbClr val="ffffff"/>
            </a:solidFill>
          </a:ln>
        </p:spPr>
      </p:cxnSp>
      <p:grpSp>
        <p:nvGrpSpPr>
          <p:cNvPr id="241" name="组合 4"/>
          <p:cNvGrpSpPr/>
          <p:nvPr/>
        </p:nvGrpSpPr>
        <p:grpSpPr>
          <a:xfrm>
            <a:off x="299520" y="470520"/>
            <a:ext cx="297000" cy="297000"/>
            <a:chOff x="299520" y="470520"/>
            <a:chExt cx="297000" cy="297000"/>
          </a:xfrm>
        </p:grpSpPr>
        <p:sp>
          <p:nvSpPr>
            <p:cNvPr id="242" name="标题 1"/>
            <p:cNvSpPr/>
            <p:nvPr/>
          </p:nvSpPr>
          <p:spPr>
            <a:xfrm flipH="1">
              <a:off x="299160" y="470520"/>
              <a:ext cx="297000" cy="297000"/>
            </a:xfrm>
            <a:prstGeom prst="rect">
              <a:avLst/>
            </a:pr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cxnSp>
          <p:nvCxnSpPr>
            <p:cNvPr id="243" name="标题 1"/>
            <p:cNvCxnSpPr/>
            <p:nvPr/>
          </p:nvCxnSpPr>
          <p:spPr>
            <a:xfrm>
              <a:off x="392400" y="618840"/>
              <a:ext cx="111960" cy="360"/>
            </a:xfrm>
            <a:prstGeom prst="straightConnector1">
              <a:avLst/>
            </a:prstGeom>
            <a:ln w="11430">
              <a:solidFill>
                <a:srgbClr val="ffffff"/>
              </a:solidFill>
              <a:miter/>
            </a:ln>
          </p:spPr>
        </p:cxnSp>
        <p:sp>
          <p:nvSpPr>
            <p:cNvPr id="244" name="标题 1"/>
            <p:cNvSpPr/>
            <p:nvPr/>
          </p:nvSpPr>
          <p:spPr>
            <a:xfrm rot="18900000">
              <a:off x="418680" y="579960"/>
              <a:ext cx="77760" cy="77760"/>
            </a:xfrm>
            <a:custGeom>
              <a:avLst/>
              <a:gdLst>
                <a:gd name="textAreaLeft" fmla="*/ 0 w 77760"/>
                <a:gd name="textAreaRight" fmla="*/ 78120 w 77760"/>
                <a:gd name="textAreaTop" fmla="*/ 0 h 77760"/>
                <a:gd name="textAreaBottom" fmla="*/ 78120 h 77760"/>
              </a:gdLst>
              <a:ahLst/>
              <a:cxnLst/>
              <a:rect l="textAreaLeft" t="textAreaTop" r="textAreaRight" b="textAreaBottom"/>
              <a:pathLst>
                <a:path w="252248" h="252248">
                  <a:moveTo>
                    <a:pt x="252248" y="0"/>
                  </a:moveTo>
                  <a:lnTo>
                    <a:pt x="252248" y="252248"/>
                  </a:lnTo>
                  <a:lnTo>
                    <a:pt x="0" y="252248"/>
                  </a:lnTo>
                </a:path>
              </a:pathLst>
            </a:custGeom>
            <a:noFill/>
            <a:ln w="1143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8880" bIns="38880"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</p:grpSp>
      <p:sp>
        <p:nvSpPr>
          <p:cNvPr id="245" name="标题 1"/>
          <p:cNvSpPr/>
          <p:nvPr/>
        </p:nvSpPr>
        <p:spPr>
          <a:xfrm rot="9900000">
            <a:off x="7683840" y="3537000"/>
            <a:ext cx="2609280" cy="2608920"/>
          </a:xfrm>
          <a:prstGeom prst="ellipse">
            <a:avLst/>
          </a:prstGeom>
          <a:noFill/>
          <a:ln cap="rnd" w="63500">
            <a:solidFill>
              <a:srgbClr val="6bd2c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1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246" name="标题 1"/>
          <p:cNvSpPr/>
          <p:nvPr/>
        </p:nvSpPr>
        <p:spPr>
          <a:xfrm rot="18900000">
            <a:off x="6730920" y="1708200"/>
            <a:ext cx="2818800" cy="2818440"/>
          </a:xfrm>
          <a:prstGeom prst="ellipse">
            <a:avLst/>
          </a:prstGeom>
          <a:noFill/>
          <a:ln cap="rnd" w="63500">
            <a:solidFill>
              <a:srgbClr val="8dc6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1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247" name="标题 1"/>
          <p:cNvSpPr/>
          <p:nvPr/>
        </p:nvSpPr>
        <p:spPr>
          <a:xfrm rot="3096600">
            <a:off x="8436960" y="1711800"/>
            <a:ext cx="2818440" cy="2818440"/>
          </a:xfrm>
          <a:prstGeom prst="ellipse">
            <a:avLst/>
          </a:prstGeom>
          <a:noFill/>
          <a:ln cap="rnd" w="63500">
            <a:solidFill>
              <a:srgbClr val="ebb7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1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248" name="标题 1"/>
          <p:cNvSpPr/>
          <p:nvPr/>
        </p:nvSpPr>
        <p:spPr>
          <a:xfrm>
            <a:off x="9880560" y="2683440"/>
            <a:ext cx="628200" cy="608040"/>
          </a:xfrm>
          <a:custGeom>
            <a:avLst/>
            <a:gdLst>
              <a:gd name="textAreaLeft" fmla="*/ 0 w 628200"/>
              <a:gd name="textAreaRight" fmla="*/ 628560 w 628200"/>
              <a:gd name="textAreaTop" fmla="*/ 0 h 608040"/>
              <a:gd name="textAreaBottom" fmla="*/ 608400 h 608040"/>
            </a:gdLst>
            <a:ahLst/>
            <a:cxnLst/>
            <a:rect l="textAreaLeft" t="textAreaTop" r="textAreaRight" b="textAreaBottom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1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249" name="标题 1"/>
          <p:cNvSpPr/>
          <p:nvPr/>
        </p:nvSpPr>
        <p:spPr>
          <a:xfrm>
            <a:off x="8699400" y="4780080"/>
            <a:ext cx="615600" cy="580320"/>
          </a:xfrm>
          <a:custGeom>
            <a:avLst/>
            <a:gdLst>
              <a:gd name="textAreaLeft" fmla="*/ 0 w 615600"/>
              <a:gd name="textAreaRight" fmla="*/ 615960 w 615600"/>
              <a:gd name="textAreaTop" fmla="*/ 0 h 580320"/>
              <a:gd name="textAreaBottom" fmla="*/ 580680 h 580320"/>
            </a:gdLst>
            <a:ahLst/>
            <a:cxnLst/>
            <a:rect l="textAreaLeft" t="textAreaTop" r="textAreaRight" b="textAreaBottom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1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250" name="标题 1"/>
          <p:cNvSpPr/>
          <p:nvPr/>
        </p:nvSpPr>
        <p:spPr>
          <a:xfrm>
            <a:off x="7464240" y="2673360"/>
            <a:ext cx="533160" cy="577440"/>
          </a:xfrm>
          <a:custGeom>
            <a:avLst/>
            <a:gdLst>
              <a:gd name="textAreaLeft" fmla="*/ 0 w 533160"/>
              <a:gd name="textAreaRight" fmla="*/ 533520 w 533160"/>
              <a:gd name="textAreaTop" fmla="*/ 0 h 577440"/>
              <a:gd name="textAreaBottom" fmla="*/ 577800 h 577440"/>
            </a:gdLst>
            <a:ahLst/>
            <a:cxnLst/>
            <a:rect l="textAreaLeft" t="textAreaTop" r="textAreaRight" b="textAreaBottom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1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251" name="标题 1"/>
          <p:cNvSpPr/>
          <p:nvPr/>
        </p:nvSpPr>
        <p:spPr>
          <a:xfrm>
            <a:off x="8412120" y="3130560"/>
            <a:ext cx="1166400" cy="1119240"/>
          </a:xfrm>
          <a:custGeom>
            <a:avLst/>
            <a:gdLst>
              <a:gd name="textAreaLeft" fmla="*/ 0 w 1166400"/>
              <a:gd name="textAreaRight" fmla="*/ 1166760 w 1166400"/>
              <a:gd name="textAreaTop" fmla="*/ 0 h 1119240"/>
              <a:gd name="textAreaBottom" fmla="*/ 1119600 h 1119240"/>
            </a:gdLst>
            <a:ahLst/>
            <a:cxnLst/>
            <a:rect l="textAreaLeft" t="textAreaTop" r="textAreaRight" b="textAreaBottom"/>
            <a:pathLst>
              <a:path w="827532" h="846006">
                <a:moveTo>
                  <a:pt x="826289" y="92065"/>
                </a:moveTo>
                <a:cubicBezTo>
                  <a:pt x="800571" y="390484"/>
                  <a:pt x="649505" y="663946"/>
                  <a:pt x="410618" y="844540"/>
                </a:cubicBezTo>
                <a:cubicBezTo>
                  <a:pt x="172493" y="662136"/>
                  <a:pt x="22854" y="387435"/>
                  <a:pt x="-1243" y="88446"/>
                </a:cubicBezTo>
                <a:cubicBezTo>
                  <a:pt x="261552" y="-32617"/>
                  <a:pt x="564447" y="-31379"/>
                  <a:pt x="826289" y="91874"/>
                </a:cubicBezTo>
                <a:close/>
              </a:path>
            </a:pathLst>
          </a:custGeom>
          <a:gradFill rotWithShape="0">
            <a:gsLst>
              <a:gs pos="0">
                <a:srgbClr val="3199ea"/>
              </a:gs>
              <a:gs pos="100000">
                <a:srgbClr val="ebb7f8"/>
              </a:gs>
            </a:gsLst>
            <a:lin ang="13500000"/>
          </a:gradFill>
          <a:ln w="0">
            <a:noFill/>
          </a:ln>
          <a:effectLst>
            <a:outerShdw algn="t" blurRad="330120" dir="5400000" dist="203040" rotWithShape="0" sx="90000" sy="90000">
              <a:schemeClr val="accent1">
                <a:lumMod val="50000"/>
                <a:alpha val="25000"/>
              </a:scheme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1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cxnSp>
        <p:nvCxnSpPr>
          <p:cNvPr id="252" name="标题 1"/>
          <p:cNvCxnSpPr/>
          <p:nvPr/>
        </p:nvCxnSpPr>
        <p:spPr>
          <a:xfrm>
            <a:off x="965160" y="3159720"/>
            <a:ext cx="4667400" cy="360"/>
          </a:xfrm>
          <a:prstGeom prst="straightConnector1">
            <a:avLst/>
          </a:prstGeom>
          <a:ln cap="sq" w="12700">
            <a:solidFill>
              <a:srgbClr val="ffffff"/>
            </a:solidFill>
            <a:miter/>
          </a:ln>
        </p:spPr>
      </p:cxnSp>
      <p:sp>
        <p:nvSpPr>
          <p:cNvPr id="253" name="标题 1"/>
          <p:cNvSpPr/>
          <p:nvPr/>
        </p:nvSpPr>
        <p:spPr>
          <a:xfrm>
            <a:off x="957600" y="1815120"/>
            <a:ext cx="616320" cy="52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6000"/>
              </a:lnSpc>
            </a:pPr>
            <a:r>
              <a:rPr b="1" lang="en-US" sz="3200" strike="noStrike" u="none">
                <a:solidFill>
                  <a:srgbClr val="3199ea"/>
                </a:solidFill>
                <a:effectLst/>
                <a:uFillTx/>
                <a:latin typeface="微软雅黑"/>
                <a:ea typeface="微软雅黑"/>
              </a:rPr>
              <a:t>01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4" name="标题 1"/>
          <p:cNvCxnSpPr/>
          <p:nvPr/>
        </p:nvCxnSpPr>
        <p:spPr>
          <a:xfrm>
            <a:off x="965160" y="4681080"/>
            <a:ext cx="4667400" cy="360"/>
          </a:xfrm>
          <a:prstGeom prst="straightConnector1">
            <a:avLst/>
          </a:prstGeom>
          <a:ln cap="sq" w="12700">
            <a:solidFill>
              <a:srgbClr val="ffffff"/>
            </a:solidFill>
            <a:miter/>
          </a:ln>
        </p:spPr>
      </p:cxnSp>
      <p:sp>
        <p:nvSpPr>
          <p:cNvPr id="255" name="标题 1"/>
          <p:cNvSpPr/>
          <p:nvPr/>
        </p:nvSpPr>
        <p:spPr>
          <a:xfrm>
            <a:off x="957600" y="3389040"/>
            <a:ext cx="616320" cy="52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6000"/>
              </a:lnSpc>
            </a:pPr>
            <a:r>
              <a:rPr b="1" lang="en-US" sz="3200" strike="noStrike" u="none">
                <a:solidFill>
                  <a:srgbClr val="d663e3"/>
                </a:solidFill>
                <a:effectLst/>
                <a:uFillTx/>
                <a:latin typeface="微软雅黑"/>
                <a:ea typeface="微软雅黑"/>
              </a:rPr>
              <a:t>02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6" name="标题 1"/>
          <p:cNvCxnSpPr/>
          <p:nvPr/>
        </p:nvCxnSpPr>
        <p:spPr>
          <a:xfrm>
            <a:off x="965160" y="6190920"/>
            <a:ext cx="4667400" cy="360"/>
          </a:xfrm>
          <a:prstGeom prst="straightConnector1">
            <a:avLst/>
          </a:prstGeom>
          <a:ln cap="sq" w="12700">
            <a:solidFill>
              <a:srgbClr val="ffffff"/>
            </a:solidFill>
            <a:miter/>
          </a:ln>
        </p:spPr>
      </p:cxnSp>
      <p:sp>
        <p:nvSpPr>
          <p:cNvPr id="257" name="标题 1"/>
          <p:cNvSpPr/>
          <p:nvPr/>
        </p:nvSpPr>
        <p:spPr>
          <a:xfrm>
            <a:off x="957600" y="4910040"/>
            <a:ext cx="616320" cy="52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6000"/>
              </a:lnSpc>
            </a:pPr>
            <a:r>
              <a:rPr b="1" lang="en-US" sz="3200" strike="noStrike" u="none">
                <a:solidFill>
                  <a:srgbClr val="3bb1a5"/>
                </a:solidFill>
                <a:effectLst/>
                <a:uFillTx/>
                <a:latin typeface="微软雅黑"/>
                <a:ea typeface="微软雅黑"/>
              </a:rPr>
              <a:t>03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标题 1"/>
          <p:cNvSpPr/>
          <p:nvPr/>
        </p:nvSpPr>
        <p:spPr>
          <a:xfrm>
            <a:off x="1599120" y="1891800"/>
            <a:ext cx="45345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defTabSz="914400">
              <a:lnSpc>
                <a:spcPct val="130000"/>
              </a:lnSpc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{{content_points[0]}}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标题 1"/>
          <p:cNvSpPr/>
          <p:nvPr/>
        </p:nvSpPr>
        <p:spPr>
          <a:xfrm>
            <a:off x="967680" y="2320560"/>
            <a:ext cx="5166000" cy="20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900" strike="noStrike" u="none">
                <a:solidFill>
                  <a:schemeClr val="dk1">
                    <a:alpha val="70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{{detailed_content[0]}}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标题 1"/>
          <p:cNvSpPr/>
          <p:nvPr/>
        </p:nvSpPr>
        <p:spPr>
          <a:xfrm>
            <a:off x="1599120" y="3472200"/>
            <a:ext cx="45345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defTabSz="914400">
              <a:lnSpc>
                <a:spcPct val="130000"/>
              </a:lnSpc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{{content_points[1]}}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标题 1"/>
          <p:cNvSpPr/>
          <p:nvPr/>
        </p:nvSpPr>
        <p:spPr>
          <a:xfrm>
            <a:off x="968040" y="3905640"/>
            <a:ext cx="5165640" cy="20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900" strike="noStrike" u="none">
                <a:solidFill>
                  <a:schemeClr val="dk1">
                    <a:alpha val="70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{{detailed_content[1]}}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标题 1"/>
          <p:cNvSpPr/>
          <p:nvPr/>
        </p:nvSpPr>
        <p:spPr>
          <a:xfrm>
            <a:off x="1599120" y="4982040"/>
            <a:ext cx="45345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defTabSz="914400">
              <a:lnSpc>
                <a:spcPct val="130000"/>
              </a:lnSpc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{{content_points[2]}}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标题 1"/>
          <p:cNvSpPr/>
          <p:nvPr/>
        </p:nvSpPr>
        <p:spPr>
          <a:xfrm>
            <a:off x="968040" y="5415840"/>
            <a:ext cx="5165640" cy="20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900" strike="noStrike" u="none">
                <a:solidFill>
                  <a:schemeClr val="dk1">
                    <a:alpha val="70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{{detailed_content[2]}}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64" name="组合 17"/>
          <p:cNvGrpSpPr/>
          <p:nvPr/>
        </p:nvGrpSpPr>
        <p:grpSpPr>
          <a:xfrm>
            <a:off x="10694520" y="585000"/>
            <a:ext cx="913680" cy="95760"/>
            <a:chOff x="10694520" y="585000"/>
            <a:chExt cx="913680" cy="95760"/>
          </a:xfrm>
        </p:grpSpPr>
        <p:sp>
          <p:nvSpPr>
            <p:cNvPr id="265" name="标题 1"/>
            <p:cNvSpPr/>
            <p:nvPr/>
          </p:nvSpPr>
          <p:spPr>
            <a:xfrm flipH="1">
              <a:off x="10694520" y="585000"/>
              <a:ext cx="89280" cy="89280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1680" bIns="31680"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sp>
          <p:nvSpPr>
            <p:cNvPr id="266" name="标题 1"/>
            <p:cNvSpPr/>
            <p:nvPr/>
          </p:nvSpPr>
          <p:spPr>
            <a:xfrm flipH="1">
              <a:off x="10904760" y="591480"/>
              <a:ext cx="703080" cy="89280"/>
            </a:xfrm>
            <a:custGeom>
              <a:avLst/>
              <a:gdLst>
                <a:gd name="textAreaLeft" fmla="*/ -360 w 703080"/>
                <a:gd name="textAreaRight" fmla="*/ 703080 w 70308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422763" h="53800">
                  <a:moveTo>
                    <a:pt x="26900" y="0"/>
                  </a:moveTo>
                  <a:cubicBezTo>
                    <a:pt x="12044" y="0"/>
                    <a:pt x="0" y="12044"/>
                    <a:pt x="0" y="26900"/>
                  </a:cubicBezTo>
                  <a:cubicBezTo>
                    <a:pt x="0" y="41756"/>
                    <a:pt x="12044" y="53800"/>
                    <a:pt x="26900" y="53800"/>
                  </a:cubicBezTo>
                  <a:cubicBezTo>
                    <a:pt x="41756" y="53800"/>
                    <a:pt x="53800" y="41756"/>
                    <a:pt x="53800" y="26900"/>
                  </a:cubicBezTo>
                  <a:cubicBezTo>
                    <a:pt x="53800" y="12044"/>
                    <a:pt x="41756" y="0"/>
                    <a:pt x="26900" y="0"/>
                  </a:cubicBezTo>
                  <a:close/>
                  <a:moveTo>
                    <a:pt x="149888" y="0"/>
                  </a:moveTo>
                  <a:cubicBezTo>
                    <a:pt x="135032" y="0"/>
                    <a:pt x="122988" y="12044"/>
                    <a:pt x="122988" y="26900"/>
                  </a:cubicBezTo>
                  <a:cubicBezTo>
                    <a:pt x="122988" y="41756"/>
                    <a:pt x="135032" y="53800"/>
                    <a:pt x="149888" y="53800"/>
                  </a:cubicBezTo>
                  <a:cubicBezTo>
                    <a:pt x="164744" y="53800"/>
                    <a:pt x="176788" y="41756"/>
                    <a:pt x="176788" y="26900"/>
                  </a:cubicBezTo>
                  <a:cubicBezTo>
                    <a:pt x="176788" y="12044"/>
                    <a:pt x="164744" y="0"/>
                    <a:pt x="149888" y="0"/>
                  </a:cubicBezTo>
                  <a:close/>
                  <a:moveTo>
                    <a:pt x="272875" y="0"/>
                  </a:moveTo>
                  <a:cubicBezTo>
                    <a:pt x="258019" y="0"/>
                    <a:pt x="245975" y="12044"/>
                    <a:pt x="245975" y="26900"/>
                  </a:cubicBezTo>
                  <a:cubicBezTo>
                    <a:pt x="245975" y="41756"/>
                    <a:pt x="258019" y="53800"/>
                    <a:pt x="272875" y="53800"/>
                  </a:cubicBezTo>
                  <a:cubicBezTo>
                    <a:pt x="287731" y="53800"/>
                    <a:pt x="299775" y="41756"/>
                    <a:pt x="299775" y="26900"/>
                  </a:cubicBezTo>
                  <a:cubicBezTo>
                    <a:pt x="299775" y="12044"/>
                    <a:pt x="287731" y="0"/>
                    <a:pt x="272875" y="0"/>
                  </a:cubicBezTo>
                  <a:close/>
                  <a:moveTo>
                    <a:pt x="395863" y="0"/>
                  </a:moveTo>
                  <a:cubicBezTo>
                    <a:pt x="381007" y="0"/>
                    <a:pt x="368963" y="12044"/>
                    <a:pt x="368963" y="26900"/>
                  </a:cubicBezTo>
                  <a:cubicBezTo>
                    <a:pt x="368963" y="41756"/>
                    <a:pt x="381007" y="53800"/>
                    <a:pt x="395863" y="53800"/>
                  </a:cubicBezTo>
                  <a:cubicBezTo>
                    <a:pt x="410719" y="53800"/>
                    <a:pt x="422763" y="41756"/>
                    <a:pt x="422763" y="26900"/>
                  </a:cubicBezTo>
                  <a:cubicBezTo>
                    <a:pt x="422763" y="12044"/>
                    <a:pt x="410719" y="0"/>
                    <a:pt x="395863" y="0"/>
                  </a:cubicBezTo>
                  <a:close/>
                </a:path>
              </a:pathLst>
            </a:custGeom>
            <a:solidFill>
              <a:schemeClr val="dk1">
                <a:alpha val="22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4640" bIns="44640"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</p:grpSp>
      <p:sp>
        <p:nvSpPr>
          <p:cNvPr id="267" name="文本框 27"/>
          <p:cNvSpPr/>
          <p:nvPr/>
        </p:nvSpPr>
        <p:spPr>
          <a:xfrm>
            <a:off x="810720" y="1019880"/>
            <a:ext cx="10797120" cy="49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图片 12" descr="E:/AI工具/AI Office/PPT模版/png/压缩/bg.jpgbg"/>
          <p:cNvPicPr/>
          <p:nvPr/>
        </p:nvPicPr>
        <p:blipFill>
          <a:blip r:embed="rId1"/>
          <a:srcRect l="0" t="6" r="0" b="6"/>
          <a:stretch/>
        </p:blipFill>
        <p:spPr>
          <a:xfrm>
            <a:off x="0" y="1800"/>
            <a:ext cx="12191760" cy="685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" name="标题 1"/>
          <p:cNvSpPr/>
          <p:nvPr/>
        </p:nvSpPr>
        <p:spPr>
          <a:xfrm>
            <a:off x="810720" y="236880"/>
            <a:ext cx="777960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{{section_title}}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0" name="直接连接符 8"/>
          <p:cNvCxnSpPr/>
          <p:nvPr/>
        </p:nvCxnSpPr>
        <p:spPr>
          <a:xfrm>
            <a:off x="0" y="895320"/>
            <a:ext cx="5465520" cy="360"/>
          </a:xfrm>
          <a:prstGeom prst="straightConnector1">
            <a:avLst/>
          </a:prstGeom>
          <a:ln w="22225">
            <a:solidFill>
              <a:srgbClr val="ffffff"/>
            </a:solidFill>
          </a:ln>
        </p:spPr>
      </p:cxnSp>
      <p:grpSp>
        <p:nvGrpSpPr>
          <p:cNvPr id="271" name="组合 4"/>
          <p:cNvGrpSpPr/>
          <p:nvPr/>
        </p:nvGrpSpPr>
        <p:grpSpPr>
          <a:xfrm>
            <a:off x="299520" y="470520"/>
            <a:ext cx="297000" cy="297000"/>
            <a:chOff x="299520" y="470520"/>
            <a:chExt cx="297000" cy="297000"/>
          </a:xfrm>
        </p:grpSpPr>
        <p:sp>
          <p:nvSpPr>
            <p:cNvPr id="272" name="标题 1"/>
            <p:cNvSpPr/>
            <p:nvPr/>
          </p:nvSpPr>
          <p:spPr>
            <a:xfrm flipH="1">
              <a:off x="299160" y="470520"/>
              <a:ext cx="297000" cy="297000"/>
            </a:xfrm>
            <a:prstGeom prst="rect">
              <a:avLst/>
            </a:pr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cxnSp>
          <p:nvCxnSpPr>
            <p:cNvPr id="273" name="标题 1"/>
            <p:cNvCxnSpPr/>
            <p:nvPr/>
          </p:nvCxnSpPr>
          <p:spPr>
            <a:xfrm>
              <a:off x="392400" y="618840"/>
              <a:ext cx="111960" cy="360"/>
            </a:xfrm>
            <a:prstGeom prst="straightConnector1">
              <a:avLst/>
            </a:prstGeom>
            <a:ln w="11430">
              <a:solidFill>
                <a:srgbClr val="ffffff"/>
              </a:solidFill>
              <a:miter/>
            </a:ln>
          </p:spPr>
        </p:cxnSp>
        <p:sp>
          <p:nvSpPr>
            <p:cNvPr id="274" name="标题 1"/>
            <p:cNvSpPr/>
            <p:nvPr/>
          </p:nvSpPr>
          <p:spPr>
            <a:xfrm rot="18900000">
              <a:off x="418680" y="579960"/>
              <a:ext cx="77760" cy="77760"/>
            </a:xfrm>
            <a:custGeom>
              <a:avLst/>
              <a:gdLst>
                <a:gd name="textAreaLeft" fmla="*/ 0 w 77760"/>
                <a:gd name="textAreaRight" fmla="*/ 78120 w 77760"/>
                <a:gd name="textAreaTop" fmla="*/ 0 h 77760"/>
                <a:gd name="textAreaBottom" fmla="*/ 78120 h 77760"/>
              </a:gdLst>
              <a:ahLst/>
              <a:cxnLst/>
              <a:rect l="textAreaLeft" t="textAreaTop" r="textAreaRight" b="textAreaBottom"/>
              <a:pathLst>
                <a:path w="252248" h="252248">
                  <a:moveTo>
                    <a:pt x="252248" y="0"/>
                  </a:moveTo>
                  <a:lnTo>
                    <a:pt x="252248" y="252248"/>
                  </a:lnTo>
                  <a:lnTo>
                    <a:pt x="0" y="252248"/>
                  </a:lnTo>
                </a:path>
              </a:pathLst>
            </a:custGeom>
            <a:noFill/>
            <a:ln w="1143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8880" bIns="38880"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</p:grpSp>
      <p:cxnSp>
        <p:nvCxnSpPr>
          <p:cNvPr id="275" name="标题 1"/>
          <p:cNvCxnSpPr/>
          <p:nvPr/>
        </p:nvCxnSpPr>
        <p:spPr>
          <a:xfrm>
            <a:off x="4775040" y="3098880"/>
            <a:ext cx="4667760" cy="360"/>
          </a:xfrm>
          <a:prstGeom prst="straightConnector1">
            <a:avLst/>
          </a:prstGeom>
          <a:ln cap="sq" w="12700">
            <a:solidFill>
              <a:srgbClr val="ffffff"/>
            </a:solidFill>
            <a:miter/>
          </a:ln>
        </p:spPr>
      </p:cxnSp>
      <p:cxnSp>
        <p:nvCxnSpPr>
          <p:cNvPr id="276" name="标题 1"/>
          <p:cNvCxnSpPr/>
          <p:nvPr/>
        </p:nvCxnSpPr>
        <p:spPr>
          <a:xfrm>
            <a:off x="5689440" y="4619520"/>
            <a:ext cx="4667760" cy="360"/>
          </a:xfrm>
          <a:prstGeom prst="straightConnector1">
            <a:avLst/>
          </a:prstGeom>
          <a:ln cap="sq" w="12700">
            <a:solidFill>
              <a:srgbClr val="ffffff"/>
            </a:solidFill>
            <a:miter/>
          </a:ln>
        </p:spPr>
      </p:cxnSp>
      <p:cxnSp>
        <p:nvCxnSpPr>
          <p:cNvPr id="277" name="标题 1"/>
          <p:cNvCxnSpPr/>
          <p:nvPr/>
        </p:nvCxnSpPr>
        <p:spPr>
          <a:xfrm>
            <a:off x="6650280" y="6141600"/>
            <a:ext cx="4667400" cy="360"/>
          </a:xfrm>
          <a:prstGeom prst="straightConnector1">
            <a:avLst/>
          </a:prstGeom>
          <a:ln cap="sq" w="12700">
            <a:solidFill>
              <a:srgbClr val="ffffff"/>
            </a:solidFill>
            <a:miter/>
          </a:ln>
        </p:spPr>
      </p:cxnSp>
      <p:sp>
        <p:nvSpPr>
          <p:cNvPr id="278" name="标题 1"/>
          <p:cNvSpPr/>
          <p:nvPr/>
        </p:nvSpPr>
        <p:spPr>
          <a:xfrm>
            <a:off x="4778640" y="1830960"/>
            <a:ext cx="45345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defTabSz="914400">
              <a:lnSpc>
                <a:spcPct val="130000"/>
              </a:lnSpc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{{content_points[0]}}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标题 1"/>
          <p:cNvSpPr/>
          <p:nvPr/>
        </p:nvSpPr>
        <p:spPr>
          <a:xfrm>
            <a:off x="4777920" y="2259720"/>
            <a:ext cx="5166000" cy="20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900" strike="noStrike" u="none">
                <a:solidFill>
                  <a:schemeClr val="dk1">
                    <a:alpha val="70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{{detailed_content[0]}}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标题 1"/>
          <p:cNvSpPr/>
          <p:nvPr/>
        </p:nvSpPr>
        <p:spPr>
          <a:xfrm>
            <a:off x="5693040" y="3410640"/>
            <a:ext cx="45345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defTabSz="914400">
              <a:lnSpc>
                <a:spcPct val="130000"/>
              </a:lnSpc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{{content_points[1]}}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标题 1"/>
          <p:cNvSpPr/>
          <p:nvPr/>
        </p:nvSpPr>
        <p:spPr>
          <a:xfrm>
            <a:off x="5692680" y="3844080"/>
            <a:ext cx="5165640" cy="20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900" strike="noStrike" u="none">
                <a:solidFill>
                  <a:schemeClr val="dk1">
                    <a:alpha val="70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{{detailed_content[1]}}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标题 1"/>
          <p:cNvSpPr/>
          <p:nvPr/>
        </p:nvSpPr>
        <p:spPr>
          <a:xfrm>
            <a:off x="6653520" y="4932360"/>
            <a:ext cx="45345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defTabSz="914400">
              <a:lnSpc>
                <a:spcPct val="130000"/>
              </a:lnSpc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{{content_points[2]}}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标题 1"/>
          <p:cNvSpPr/>
          <p:nvPr/>
        </p:nvSpPr>
        <p:spPr>
          <a:xfrm>
            <a:off x="6653160" y="5366160"/>
            <a:ext cx="5165640" cy="20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900" strike="noStrike" u="none">
                <a:solidFill>
                  <a:schemeClr val="dk1">
                    <a:alpha val="70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{{detailed_content[2]}}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4" name="图片 40" descr="E:/AI工具/AI Office/PPT模版/png/压缩/ren2_.jpgren2_"/>
          <p:cNvPicPr/>
          <p:nvPr/>
        </p:nvPicPr>
        <p:blipFill>
          <a:blip r:embed="rId2"/>
          <a:srcRect l="0" t="9" r="0" b="9"/>
          <a:stretch/>
        </p:blipFill>
        <p:spPr>
          <a:xfrm rot="21060000">
            <a:off x="504000" y="2450880"/>
            <a:ext cx="2738520" cy="3650760"/>
          </a:xfrm>
          <a:prstGeom prst="rect">
            <a:avLst/>
          </a:prstGeom>
          <a:noFill/>
          <a:ln w="57150">
            <a:solidFill>
              <a:srgbClr val="ffffff"/>
            </a:solidFill>
            <a:miter/>
          </a:ln>
        </p:spPr>
      </p:pic>
      <p:pic>
        <p:nvPicPr>
          <p:cNvPr id="285" name="图片 7" descr="5807686c18a0df4f67fe729fea210eb261ec0cc463bbc-3s24Bq"/>
          <p:cNvPicPr/>
          <p:nvPr/>
        </p:nvPicPr>
        <p:blipFill>
          <a:blip r:embed="rId3"/>
          <a:stretch/>
        </p:blipFill>
        <p:spPr>
          <a:xfrm rot="1320000">
            <a:off x="2017440" y="1547280"/>
            <a:ext cx="2217240" cy="2217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6" name="图片 26" descr="c72d1003a38ffda3b017e71dda05305c7a96b82138a82-WMIvuF"/>
          <p:cNvPicPr/>
          <p:nvPr/>
        </p:nvPicPr>
        <p:blipFill>
          <a:blip r:embed="rId4"/>
          <a:stretch/>
        </p:blipFill>
        <p:spPr>
          <a:xfrm flipH="1">
            <a:off x="10152720" y="14760"/>
            <a:ext cx="1944000" cy="27194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87" name="组合 1"/>
          <p:cNvGrpSpPr/>
          <p:nvPr/>
        </p:nvGrpSpPr>
        <p:grpSpPr>
          <a:xfrm>
            <a:off x="10694520" y="585000"/>
            <a:ext cx="913680" cy="95760"/>
            <a:chOff x="10694520" y="585000"/>
            <a:chExt cx="913680" cy="95760"/>
          </a:xfrm>
        </p:grpSpPr>
        <p:sp>
          <p:nvSpPr>
            <p:cNvPr id="288" name="标题 1"/>
            <p:cNvSpPr/>
            <p:nvPr/>
          </p:nvSpPr>
          <p:spPr>
            <a:xfrm flipH="1">
              <a:off x="10694520" y="585000"/>
              <a:ext cx="89280" cy="89280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1680" bIns="31680"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sp>
          <p:nvSpPr>
            <p:cNvPr id="289" name="标题 1"/>
            <p:cNvSpPr/>
            <p:nvPr/>
          </p:nvSpPr>
          <p:spPr>
            <a:xfrm flipH="1">
              <a:off x="10904760" y="591480"/>
              <a:ext cx="703080" cy="89280"/>
            </a:xfrm>
            <a:custGeom>
              <a:avLst/>
              <a:gdLst>
                <a:gd name="textAreaLeft" fmla="*/ -360 w 703080"/>
                <a:gd name="textAreaRight" fmla="*/ 703080 w 70308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422763" h="53800">
                  <a:moveTo>
                    <a:pt x="26900" y="0"/>
                  </a:moveTo>
                  <a:cubicBezTo>
                    <a:pt x="12044" y="0"/>
                    <a:pt x="0" y="12044"/>
                    <a:pt x="0" y="26900"/>
                  </a:cubicBezTo>
                  <a:cubicBezTo>
                    <a:pt x="0" y="41756"/>
                    <a:pt x="12044" y="53800"/>
                    <a:pt x="26900" y="53800"/>
                  </a:cubicBezTo>
                  <a:cubicBezTo>
                    <a:pt x="41756" y="53800"/>
                    <a:pt x="53800" y="41756"/>
                    <a:pt x="53800" y="26900"/>
                  </a:cubicBezTo>
                  <a:cubicBezTo>
                    <a:pt x="53800" y="12044"/>
                    <a:pt x="41756" y="0"/>
                    <a:pt x="26900" y="0"/>
                  </a:cubicBezTo>
                  <a:close/>
                  <a:moveTo>
                    <a:pt x="149888" y="0"/>
                  </a:moveTo>
                  <a:cubicBezTo>
                    <a:pt x="135032" y="0"/>
                    <a:pt x="122988" y="12044"/>
                    <a:pt x="122988" y="26900"/>
                  </a:cubicBezTo>
                  <a:cubicBezTo>
                    <a:pt x="122988" y="41756"/>
                    <a:pt x="135032" y="53800"/>
                    <a:pt x="149888" y="53800"/>
                  </a:cubicBezTo>
                  <a:cubicBezTo>
                    <a:pt x="164744" y="53800"/>
                    <a:pt x="176788" y="41756"/>
                    <a:pt x="176788" y="26900"/>
                  </a:cubicBezTo>
                  <a:cubicBezTo>
                    <a:pt x="176788" y="12044"/>
                    <a:pt x="164744" y="0"/>
                    <a:pt x="149888" y="0"/>
                  </a:cubicBezTo>
                  <a:close/>
                  <a:moveTo>
                    <a:pt x="272875" y="0"/>
                  </a:moveTo>
                  <a:cubicBezTo>
                    <a:pt x="258019" y="0"/>
                    <a:pt x="245975" y="12044"/>
                    <a:pt x="245975" y="26900"/>
                  </a:cubicBezTo>
                  <a:cubicBezTo>
                    <a:pt x="245975" y="41756"/>
                    <a:pt x="258019" y="53800"/>
                    <a:pt x="272875" y="53800"/>
                  </a:cubicBezTo>
                  <a:cubicBezTo>
                    <a:pt x="287731" y="53800"/>
                    <a:pt x="299775" y="41756"/>
                    <a:pt x="299775" y="26900"/>
                  </a:cubicBezTo>
                  <a:cubicBezTo>
                    <a:pt x="299775" y="12044"/>
                    <a:pt x="287731" y="0"/>
                    <a:pt x="272875" y="0"/>
                  </a:cubicBezTo>
                  <a:close/>
                  <a:moveTo>
                    <a:pt x="395863" y="0"/>
                  </a:moveTo>
                  <a:cubicBezTo>
                    <a:pt x="381007" y="0"/>
                    <a:pt x="368963" y="12044"/>
                    <a:pt x="368963" y="26900"/>
                  </a:cubicBezTo>
                  <a:cubicBezTo>
                    <a:pt x="368963" y="41756"/>
                    <a:pt x="381007" y="53800"/>
                    <a:pt x="395863" y="53800"/>
                  </a:cubicBezTo>
                  <a:cubicBezTo>
                    <a:pt x="410719" y="53800"/>
                    <a:pt x="422763" y="41756"/>
                    <a:pt x="422763" y="26900"/>
                  </a:cubicBezTo>
                  <a:cubicBezTo>
                    <a:pt x="422763" y="12044"/>
                    <a:pt x="410719" y="0"/>
                    <a:pt x="395863" y="0"/>
                  </a:cubicBezTo>
                  <a:close/>
                </a:path>
              </a:pathLst>
            </a:custGeom>
            <a:solidFill>
              <a:schemeClr val="dk1">
                <a:alpha val="22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4640" bIns="44640"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</p:grpSp>
      <p:sp>
        <p:nvSpPr>
          <p:cNvPr id="290" name="文本框 11"/>
          <p:cNvSpPr/>
          <p:nvPr/>
        </p:nvSpPr>
        <p:spPr>
          <a:xfrm>
            <a:off x="810720" y="1019880"/>
            <a:ext cx="10797120" cy="49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图片 12" descr="E:/AI工具/AI Office/PPT模版/png/压缩/bg.jpgbg"/>
          <p:cNvPicPr/>
          <p:nvPr/>
        </p:nvPicPr>
        <p:blipFill>
          <a:blip r:embed="rId1"/>
          <a:srcRect l="0" t="6" r="0" b="6"/>
          <a:stretch/>
        </p:blipFill>
        <p:spPr>
          <a:xfrm>
            <a:off x="0" y="1800"/>
            <a:ext cx="12191760" cy="685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2" name="标题 1"/>
          <p:cNvSpPr/>
          <p:nvPr/>
        </p:nvSpPr>
        <p:spPr>
          <a:xfrm>
            <a:off x="810720" y="236880"/>
            <a:ext cx="777960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{{section_title}}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3" name="直接连接符 8"/>
          <p:cNvCxnSpPr/>
          <p:nvPr/>
        </p:nvCxnSpPr>
        <p:spPr>
          <a:xfrm>
            <a:off x="0" y="895320"/>
            <a:ext cx="5465520" cy="360"/>
          </a:xfrm>
          <a:prstGeom prst="straightConnector1">
            <a:avLst/>
          </a:prstGeom>
          <a:ln w="22225">
            <a:solidFill>
              <a:srgbClr val="ffffff"/>
            </a:solidFill>
          </a:ln>
        </p:spPr>
      </p:cxnSp>
      <p:grpSp>
        <p:nvGrpSpPr>
          <p:cNvPr id="294" name="组合 4"/>
          <p:cNvGrpSpPr/>
          <p:nvPr/>
        </p:nvGrpSpPr>
        <p:grpSpPr>
          <a:xfrm>
            <a:off x="299520" y="470520"/>
            <a:ext cx="297000" cy="297000"/>
            <a:chOff x="299520" y="470520"/>
            <a:chExt cx="297000" cy="297000"/>
          </a:xfrm>
        </p:grpSpPr>
        <p:sp>
          <p:nvSpPr>
            <p:cNvPr id="295" name="标题 1"/>
            <p:cNvSpPr/>
            <p:nvPr/>
          </p:nvSpPr>
          <p:spPr>
            <a:xfrm flipH="1">
              <a:off x="299160" y="470520"/>
              <a:ext cx="297000" cy="297000"/>
            </a:xfrm>
            <a:prstGeom prst="rect">
              <a:avLst/>
            </a:pr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cxnSp>
          <p:nvCxnSpPr>
            <p:cNvPr id="296" name="标题 1"/>
            <p:cNvCxnSpPr/>
            <p:nvPr/>
          </p:nvCxnSpPr>
          <p:spPr>
            <a:xfrm>
              <a:off x="392400" y="618840"/>
              <a:ext cx="111960" cy="360"/>
            </a:xfrm>
            <a:prstGeom prst="straightConnector1">
              <a:avLst/>
            </a:prstGeom>
            <a:ln w="11430">
              <a:solidFill>
                <a:srgbClr val="ffffff"/>
              </a:solidFill>
              <a:miter/>
            </a:ln>
          </p:spPr>
        </p:cxnSp>
        <p:sp>
          <p:nvSpPr>
            <p:cNvPr id="297" name="标题 1"/>
            <p:cNvSpPr/>
            <p:nvPr/>
          </p:nvSpPr>
          <p:spPr>
            <a:xfrm rot="18900000">
              <a:off x="418680" y="579960"/>
              <a:ext cx="77760" cy="77760"/>
            </a:xfrm>
            <a:custGeom>
              <a:avLst/>
              <a:gdLst>
                <a:gd name="textAreaLeft" fmla="*/ 0 w 77760"/>
                <a:gd name="textAreaRight" fmla="*/ 78120 w 77760"/>
                <a:gd name="textAreaTop" fmla="*/ 0 h 77760"/>
                <a:gd name="textAreaBottom" fmla="*/ 78120 h 77760"/>
              </a:gdLst>
              <a:ahLst/>
              <a:cxnLst/>
              <a:rect l="textAreaLeft" t="textAreaTop" r="textAreaRight" b="textAreaBottom"/>
              <a:pathLst>
                <a:path w="252248" h="252248">
                  <a:moveTo>
                    <a:pt x="252248" y="0"/>
                  </a:moveTo>
                  <a:lnTo>
                    <a:pt x="252248" y="252248"/>
                  </a:lnTo>
                  <a:lnTo>
                    <a:pt x="0" y="252248"/>
                  </a:lnTo>
                </a:path>
              </a:pathLst>
            </a:custGeom>
            <a:noFill/>
            <a:ln w="1143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8880" bIns="38880"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</p:grpSp>
      <p:sp>
        <p:nvSpPr>
          <p:cNvPr id="298" name="标题 1"/>
          <p:cNvSpPr/>
          <p:nvPr/>
        </p:nvSpPr>
        <p:spPr>
          <a:xfrm>
            <a:off x="878400" y="1708200"/>
            <a:ext cx="5038200" cy="2422800"/>
          </a:xfrm>
          <a:prstGeom prst="rect">
            <a:avLst/>
          </a:prstGeom>
          <a:noFill/>
          <a:ln w="22225">
            <a:solidFill>
              <a:srgbClr val="ffffff"/>
            </a:solidFill>
            <a:miter/>
          </a:ln>
          <a:effectLst>
            <a:outerShdw algn="tl" blurRad="380880" dir="2700000" dist="317179" rotWithShape="0">
              <a:schemeClr val="tx1">
                <a:alpha val="10000"/>
              </a:scheme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299" name="标题 1"/>
          <p:cNvSpPr/>
          <p:nvPr/>
        </p:nvSpPr>
        <p:spPr>
          <a:xfrm>
            <a:off x="1015560" y="1833120"/>
            <a:ext cx="94680" cy="9468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300" name="标题 1"/>
          <p:cNvSpPr/>
          <p:nvPr/>
        </p:nvSpPr>
        <p:spPr>
          <a:xfrm>
            <a:off x="5649840" y="1831320"/>
            <a:ext cx="94680" cy="9468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301" name="标题 1"/>
          <p:cNvSpPr/>
          <p:nvPr/>
        </p:nvSpPr>
        <p:spPr>
          <a:xfrm>
            <a:off x="1015560" y="3904560"/>
            <a:ext cx="94680" cy="9468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302" name="标题 1"/>
          <p:cNvSpPr/>
          <p:nvPr/>
        </p:nvSpPr>
        <p:spPr>
          <a:xfrm>
            <a:off x="1202400" y="2031480"/>
            <a:ext cx="39229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defTabSz="914400">
              <a:lnSpc>
                <a:spcPct val="130000"/>
              </a:lnSpc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{{content_points[0]}}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标题 1"/>
          <p:cNvSpPr/>
          <p:nvPr/>
        </p:nvSpPr>
        <p:spPr>
          <a:xfrm>
            <a:off x="1236960" y="2535840"/>
            <a:ext cx="441252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400" strike="noStrike" u="none">
                <a:solidFill>
                  <a:schemeClr val="dk1">
                    <a:alpha val="70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{{detailed_content[0]}}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标题 1"/>
          <p:cNvSpPr/>
          <p:nvPr/>
        </p:nvSpPr>
        <p:spPr>
          <a:xfrm>
            <a:off x="6292440" y="1708200"/>
            <a:ext cx="5038200" cy="2422800"/>
          </a:xfrm>
          <a:prstGeom prst="rect">
            <a:avLst/>
          </a:prstGeom>
          <a:noFill/>
          <a:ln w="22225">
            <a:solidFill>
              <a:srgbClr val="ffffff"/>
            </a:solidFill>
            <a:miter/>
          </a:ln>
          <a:effectLst>
            <a:outerShdw algn="tl" blurRad="380880" dir="2700000" dist="317179" rotWithShape="0">
              <a:schemeClr val="tx1">
                <a:alpha val="10000"/>
              </a:scheme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305" name="标题 1"/>
          <p:cNvSpPr/>
          <p:nvPr/>
        </p:nvSpPr>
        <p:spPr>
          <a:xfrm>
            <a:off x="6447240" y="1833120"/>
            <a:ext cx="94680" cy="9468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306" name="标题 1"/>
          <p:cNvSpPr/>
          <p:nvPr/>
        </p:nvSpPr>
        <p:spPr>
          <a:xfrm>
            <a:off x="11081520" y="1831320"/>
            <a:ext cx="94680" cy="9468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307" name="标题 1"/>
          <p:cNvSpPr/>
          <p:nvPr/>
        </p:nvSpPr>
        <p:spPr>
          <a:xfrm>
            <a:off x="6447240" y="3904560"/>
            <a:ext cx="94680" cy="9468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308" name="标题 1"/>
          <p:cNvSpPr/>
          <p:nvPr/>
        </p:nvSpPr>
        <p:spPr>
          <a:xfrm>
            <a:off x="6633720" y="2031480"/>
            <a:ext cx="39229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defTabSz="914400">
              <a:lnSpc>
                <a:spcPct val="130000"/>
              </a:lnSpc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{{content_points[1]}}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标题 1"/>
          <p:cNvSpPr/>
          <p:nvPr/>
        </p:nvSpPr>
        <p:spPr>
          <a:xfrm>
            <a:off x="6668640" y="2535840"/>
            <a:ext cx="441252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400" strike="noStrike" u="none">
                <a:solidFill>
                  <a:schemeClr val="dk1">
                    <a:alpha val="70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{{detailed_content[1]}}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标题 1"/>
          <p:cNvSpPr/>
          <p:nvPr/>
        </p:nvSpPr>
        <p:spPr>
          <a:xfrm>
            <a:off x="10559520" y="1972440"/>
            <a:ext cx="432000" cy="378360"/>
          </a:xfrm>
          <a:custGeom>
            <a:avLst/>
            <a:gdLst>
              <a:gd name="textAreaLeft" fmla="*/ 0 w 432000"/>
              <a:gd name="textAreaRight" fmla="*/ 432360 w 432000"/>
              <a:gd name="textAreaTop" fmla="*/ 0 h 378360"/>
              <a:gd name="textAreaBottom" fmla="*/ 378720 h 378360"/>
            </a:gdLst>
            <a:ahLst/>
            <a:cxnLst/>
            <a:rect l="textAreaLeft" t="textAreaTop" r="textAreaRight" b="textAreaBottom"/>
            <a:pathLst>
              <a:path w="822400" h="720000">
                <a:moveTo>
                  <a:pt x="411292" y="234366"/>
                </a:moveTo>
                <a:cubicBezTo>
                  <a:pt x="342008" y="234366"/>
                  <a:pt x="285658" y="290716"/>
                  <a:pt x="285658" y="360000"/>
                </a:cubicBezTo>
                <a:cubicBezTo>
                  <a:pt x="285658" y="429284"/>
                  <a:pt x="342008" y="485635"/>
                  <a:pt x="411292" y="485635"/>
                </a:cubicBezTo>
                <a:cubicBezTo>
                  <a:pt x="480576" y="485635"/>
                  <a:pt x="536927" y="429284"/>
                  <a:pt x="536927" y="360000"/>
                </a:cubicBezTo>
                <a:cubicBezTo>
                  <a:pt x="536927" y="290716"/>
                  <a:pt x="480576" y="234366"/>
                  <a:pt x="411292" y="234366"/>
                </a:cubicBezTo>
                <a:close/>
                <a:moveTo>
                  <a:pt x="411292" y="178938"/>
                </a:moveTo>
                <a:cubicBezTo>
                  <a:pt x="511153" y="178938"/>
                  <a:pt x="592354" y="260139"/>
                  <a:pt x="592354" y="360000"/>
                </a:cubicBezTo>
                <a:cubicBezTo>
                  <a:pt x="592354" y="459861"/>
                  <a:pt x="511153" y="541063"/>
                  <a:pt x="411292" y="541063"/>
                </a:cubicBezTo>
                <a:cubicBezTo>
                  <a:pt x="311431" y="541063"/>
                  <a:pt x="230230" y="459861"/>
                  <a:pt x="230230" y="360000"/>
                </a:cubicBezTo>
                <a:cubicBezTo>
                  <a:pt x="230230" y="260139"/>
                  <a:pt x="311431" y="178938"/>
                  <a:pt x="411292" y="178938"/>
                </a:cubicBezTo>
                <a:close/>
                <a:moveTo>
                  <a:pt x="235403" y="55427"/>
                </a:moveTo>
                <a:lnTo>
                  <a:pt x="59514" y="360000"/>
                </a:lnTo>
                <a:lnTo>
                  <a:pt x="235403" y="664573"/>
                </a:lnTo>
                <a:lnTo>
                  <a:pt x="587089" y="664573"/>
                </a:lnTo>
                <a:lnTo>
                  <a:pt x="762978" y="360000"/>
                </a:lnTo>
                <a:lnTo>
                  <a:pt x="587089" y="55427"/>
                </a:lnTo>
                <a:close/>
                <a:moveTo>
                  <a:pt x="219883" y="0"/>
                </a:moveTo>
                <a:lnTo>
                  <a:pt x="602516" y="0"/>
                </a:lnTo>
                <a:cubicBezTo>
                  <a:pt x="612678" y="0"/>
                  <a:pt x="622193" y="5450"/>
                  <a:pt x="627274" y="14319"/>
                </a:cubicBezTo>
                <a:lnTo>
                  <a:pt x="818590" y="345682"/>
                </a:lnTo>
                <a:cubicBezTo>
                  <a:pt x="823671" y="354550"/>
                  <a:pt x="823671" y="365451"/>
                  <a:pt x="818590" y="374319"/>
                </a:cubicBezTo>
                <a:lnTo>
                  <a:pt x="627366" y="705682"/>
                </a:lnTo>
                <a:cubicBezTo>
                  <a:pt x="622285" y="714550"/>
                  <a:pt x="612770" y="720000"/>
                  <a:pt x="602608" y="720000"/>
                </a:cubicBezTo>
                <a:lnTo>
                  <a:pt x="219976" y="720000"/>
                </a:lnTo>
                <a:cubicBezTo>
                  <a:pt x="209814" y="720000"/>
                  <a:pt x="200299" y="714550"/>
                  <a:pt x="195218" y="705682"/>
                </a:cubicBezTo>
                <a:lnTo>
                  <a:pt x="3810" y="374319"/>
                </a:lnTo>
                <a:cubicBezTo>
                  <a:pt x="-1271" y="365543"/>
                  <a:pt x="-1271" y="354550"/>
                  <a:pt x="3810" y="345682"/>
                </a:cubicBezTo>
                <a:lnTo>
                  <a:pt x="195126" y="14319"/>
                </a:lnTo>
                <a:cubicBezTo>
                  <a:pt x="200207" y="5450"/>
                  <a:pt x="209721" y="0"/>
                  <a:pt x="219883" y="0"/>
                </a:cubicBezTo>
                <a:close/>
              </a:path>
            </a:pathLst>
          </a:custGeom>
          <a:solidFill>
            <a:srgbClr val="d879f0"/>
          </a:solidFill>
          <a:ln w="186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311" name="标题 1"/>
          <p:cNvSpPr/>
          <p:nvPr/>
        </p:nvSpPr>
        <p:spPr>
          <a:xfrm>
            <a:off x="5114880" y="1972440"/>
            <a:ext cx="378360" cy="378360"/>
          </a:xfrm>
          <a:custGeom>
            <a:avLst/>
            <a:gdLst>
              <a:gd name="textAreaLeft" fmla="*/ 0 w 378360"/>
              <a:gd name="textAreaRight" fmla="*/ 378720 w 378360"/>
              <a:gd name="textAreaTop" fmla="*/ 0 h 378360"/>
              <a:gd name="textAreaBottom" fmla="*/ 378720 h 378360"/>
            </a:gdLst>
            <a:ahLst/>
            <a:cxnLst/>
            <a:rect l="textAreaLeft" t="textAreaTop" r="textAreaRight" b="textAreaBottom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rgbClr val="3199ea"/>
          </a:solidFill>
          <a:ln w="186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312" name="标题 1"/>
          <p:cNvSpPr/>
          <p:nvPr/>
        </p:nvSpPr>
        <p:spPr>
          <a:xfrm flipV="1">
            <a:off x="1246680" y="2463120"/>
            <a:ext cx="4236120" cy="10440"/>
          </a:xfrm>
          <a:custGeom>
            <a:avLst/>
            <a:gdLst>
              <a:gd name="textAreaLeft" fmla="*/ 0 w 4236120"/>
              <a:gd name="textAreaRight" fmla="*/ 4236480 w 4236120"/>
              <a:gd name="textAreaTop" fmla="*/ -360 h 10440"/>
              <a:gd name="textAreaBottom" fmla="*/ 10440 h 10440"/>
            </a:gdLst>
            <a:ahLst/>
            <a:cxnLst/>
            <a:rect l="textAreaLeft" t="textAreaTop" r="textAreaRight" b="textAreaBottom"/>
            <a:pathLst>
              <a:path w="4236594" h="10800">
                <a:moveTo>
                  <a:pt x="4128594" y="10800"/>
                </a:moveTo>
                <a:lnTo>
                  <a:pt x="4236594" y="10800"/>
                </a:lnTo>
                <a:lnTo>
                  <a:pt x="4236594" y="0"/>
                </a:lnTo>
                <a:lnTo>
                  <a:pt x="4128594" y="0"/>
                </a:lnTo>
                <a:close/>
                <a:moveTo>
                  <a:pt x="0" y="10800"/>
                </a:moveTo>
                <a:lnTo>
                  <a:pt x="4068000" y="10800"/>
                </a:lnTo>
                <a:lnTo>
                  <a:pt x="4068000" y="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ffffff"/>
              </a:gs>
            </a:gsLst>
            <a:lin ang="13500000"/>
          </a:gradFill>
          <a:ln w="12700">
            <a:noFill/>
          </a:ln>
          <a:effectLst>
            <a:outerShdw algn="t" blurRad="444600" dir="5400000" dist="317520" rotWithShape="0" sx="92000" sy="92000">
              <a:schemeClr val="accent1">
                <a:lumMod val="75000"/>
                <a:alpha val="43000"/>
              </a:scheme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5400" bIns="5400" anchor="ctr">
            <a:noAutofit/>
          </a:bodyPr>
          <a:p>
            <a:pPr algn="ctr" defTabSz="914400">
              <a:lnSpc>
                <a:spcPct val="11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313" name="标题 1"/>
          <p:cNvSpPr/>
          <p:nvPr/>
        </p:nvSpPr>
        <p:spPr>
          <a:xfrm flipV="1">
            <a:off x="6703560" y="2463120"/>
            <a:ext cx="4236120" cy="10440"/>
          </a:xfrm>
          <a:custGeom>
            <a:avLst/>
            <a:gdLst>
              <a:gd name="textAreaLeft" fmla="*/ 0 w 4236120"/>
              <a:gd name="textAreaRight" fmla="*/ 4236480 w 4236120"/>
              <a:gd name="textAreaTop" fmla="*/ -360 h 10440"/>
              <a:gd name="textAreaBottom" fmla="*/ 10440 h 10440"/>
            </a:gdLst>
            <a:ahLst/>
            <a:cxnLst/>
            <a:rect l="textAreaLeft" t="textAreaTop" r="textAreaRight" b="textAreaBottom"/>
            <a:pathLst>
              <a:path w="4236594" h="10800">
                <a:moveTo>
                  <a:pt x="4128594" y="10800"/>
                </a:moveTo>
                <a:lnTo>
                  <a:pt x="4236594" y="10800"/>
                </a:lnTo>
                <a:lnTo>
                  <a:pt x="4236594" y="0"/>
                </a:lnTo>
                <a:lnTo>
                  <a:pt x="4128594" y="0"/>
                </a:lnTo>
                <a:close/>
                <a:moveTo>
                  <a:pt x="0" y="10800"/>
                </a:moveTo>
                <a:lnTo>
                  <a:pt x="4068000" y="10800"/>
                </a:lnTo>
                <a:lnTo>
                  <a:pt x="4068000" y="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ffffff"/>
              </a:gs>
            </a:gsLst>
            <a:lin ang="13500000"/>
          </a:gradFill>
          <a:ln w="12700">
            <a:noFill/>
          </a:ln>
          <a:effectLst>
            <a:outerShdw algn="t" blurRad="444600" dir="5400000" dist="317520" rotWithShape="0" sx="92000" sy="92000">
              <a:schemeClr val="accent1">
                <a:lumMod val="75000"/>
                <a:alpha val="43000"/>
              </a:scheme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5400" bIns="5400" anchor="ctr">
            <a:noAutofit/>
          </a:bodyPr>
          <a:p>
            <a:pPr algn="ctr" defTabSz="914400">
              <a:lnSpc>
                <a:spcPct val="11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314" name="标题 1"/>
          <p:cNvSpPr/>
          <p:nvPr/>
        </p:nvSpPr>
        <p:spPr>
          <a:xfrm>
            <a:off x="878760" y="4437360"/>
            <a:ext cx="10452240" cy="2029680"/>
          </a:xfrm>
          <a:prstGeom prst="rect">
            <a:avLst/>
          </a:prstGeom>
          <a:noFill/>
          <a:ln w="22225">
            <a:solidFill>
              <a:srgbClr val="ffffff"/>
            </a:solidFill>
            <a:miter/>
          </a:ln>
          <a:effectLst>
            <a:outerShdw algn="tl" blurRad="380880" dir="2700000" dist="317179" rotWithShape="0">
              <a:schemeClr val="tx1">
                <a:alpha val="10000"/>
              </a:scheme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315" name="标题 1"/>
          <p:cNvSpPr/>
          <p:nvPr/>
        </p:nvSpPr>
        <p:spPr>
          <a:xfrm>
            <a:off x="1015560" y="4562280"/>
            <a:ext cx="94680" cy="9468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316" name="标题 1"/>
          <p:cNvSpPr/>
          <p:nvPr/>
        </p:nvSpPr>
        <p:spPr>
          <a:xfrm>
            <a:off x="11081520" y="4560480"/>
            <a:ext cx="94680" cy="9468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317" name="标题 1"/>
          <p:cNvSpPr/>
          <p:nvPr/>
        </p:nvSpPr>
        <p:spPr>
          <a:xfrm>
            <a:off x="1015560" y="6256800"/>
            <a:ext cx="94680" cy="9468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318" name="标题 1"/>
          <p:cNvSpPr/>
          <p:nvPr/>
        </p:nvSpPr>
        <p:spPr>
          <a:xfrm>
            <a:off x="1202400" y="4760640"/>
            <a:ext cx="92433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defTabSz="914400">
              <a:lnSpc>
                <a:spcPct val="130000"/>
              </a:lnSpc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{{content_points[2]}}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标题 1"/>
          <p:cNvSpPr/>
          <p:nvPr/>
        </p:nvSpPr>
        <p:spPr>
          <a:xfrm>
            <a:off x="1236960" y="5265000"/>
            <a:ext cx="972900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400" strike="noStrike" u="none">
                <a:solidFill>
                  <a:schemeClr val="dk1">
                    <a:alpha val="70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{{detailed_content[2]}}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标题 1"/>
          <p:cNvSpPr/>
          <p:nvPr/>
        </p:nvSpPr>
        <p:spPr>
          <a:xfrm>
            <a:off x="10600560" y="4699440"/>
            <a:ext cx="390960" cy="378360"/>
          </a:xfrm>
          <a:custGeom>
            <a:avLst/>
            <a:gdLst>
              <a:gd name="textAreaLeft" fmla="*/ 0 w 390960"/>
              <a:gd name="textAreaRight" fmla="*/ 391320 w 390960"/>
              <a:gd name="textAreaTop" fmla="*/ 0 h 378360"/>
              <a:gd name="textAreaBottom" fmla="*/ 378720 h 378360"/>
            </a:gdLst>
            <a:ahLst/>
            <a:cxnLst/>
            <a:rect l="textAreaLeft" t="textAreaTop" r="textAreaRight" b="textAreaBottom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rgbClr val="41c3b6"/>
          </a:solidFill>
          <a:ln w="186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1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321" name="标题 1"/>
          <p:cNvSpPr/>
          <p:nvPr/>
        </p:nvSpPr>
        <p:spPr>
          <a:xfrm flipV="1">
            <a:off x="1246680" y="5201640"/>
            <a:ext cx="9719640" cy="10440"/>
          </a:xfrm>
          <a:custGeom>
            <a:avLst/>
            <a:gdLst>
              <a:gd name="textAreaLeft" fmla="*/ 0 w 9719640"/>
              <a:gd name="textAreaRight" fmla="*/ 9720000 w 9719640"/>
              <a:gd name="textAreaTop" fmla="*/ -360 h 10440"/>
              <a:gd name="textAreaBottom" fmla="*/ 10440 h 10440"/>
            </a:gdLst>
            <a:ahLst/>
            <a:cxnLst/>
            <a:rect l="textAreaLeft" t="textAreaTop" r="textAreaRight" b="textAreaBottom"/>
            <a:pathLst>
              <a:path w="4236594" h="10800">
                <a:moveTo>
                  <a:pt x="4128594" y="10800"/>
                </a:moveTo>
                <a:lnTo>
                  <a:pt x="4236594" y="10800"/>
                </a:lnTo>
                <a:lnTo>
                  <a:pt x="4236594" y="0"/>
                </a:lnTo>
                <a:lnTo>
                  <a:pt x="4128594" y="0"/>
                </a:lnTo>
                <a:close/>
                <a:moveTo>
                  <a:pt x="0" y="10800"/>
                </a:moveTo>
                <a:lnTo>
                  <a:pt x="4068000" y="10800"/>
                </a:lnTo>
                <a:lnTo>
                  <a:pt x="4068000" y="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ffffff"/>
              </a:gs>
            </a:gsLst>
            <a:lin ang="13500000"/>
          </a:gradFill>
          <a:ln w="12700">
            <a:noFill/>
          </a:ln>
          <a:effectLst>
            <a:outerShdw algn="t" blurRad="444600" dir="5400000" dist="317520" rotWithShape="0" sx="92000" sy="92000">
              <a:schemeClr val="accent1">
                <a:lumMod val="75000"/>
                <a:alpha val="43000"/>
              </a:scheme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5400" bIns="5400" anchor="ctr">
            <a:noAutofit/>
          </a:bodyPr>
          <a:p>
            <a:pPr algn="ctr" defTabSz="914400">
              <a:lnSpc>
                <a:spcPct val="11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grpSp>
        <p:nvGrpSpPr>
          <p:cNvPr id="322" name="组合 7"/>
          <p:cNvGrpSpPr/>
          <p:nvPr/>
        </p:nvGrpSpPr>
        <p:grpSpPr>
          <a:xfrm>
            <a:off x="10694520" y="585000"/>
            <a:ext cx="913680" cy="95760"/>
            <a:chOff x="10694520" y="585000"/>
            <a:chExt cx="913680" cy="95760"/>
          </a:xfrm>
        </p:grpSpPr>
        <p:sp>
          <p:nvSpPr>
            <p:cNvPr id="323" name="标题 1"/>
            <p:cNvSpPr/>
            <p:nvPr/>
          </p:nvSpPr>
          <p:spPr>
            <a:xfrm flipH="1">
              <a:off x="10694520" y="585000"/>
              <a:ext cx="89280" cy="89280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1680" bIns="31680"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sp>
          <p:nvSpPr>
            <p:cNvPr id="324" name="标题 1"/>
            <p:cNvSpPr/>
            <p:nvPr/>
          </p:nvSpPr>
          <p:spPr>
            <a:xfrm flipH="1">
              <a:off x="10904760" y="591480"/>
              <a:ext cx="703080" cy="89280"/>
            </a:xfrm>
            <a:custGeom>
              <a:avLst/>
              <a:gdLst>
                <a:gd name="textAreaLeft" fmla="*/ -360 w 703080"/>
                <a:gd name="textAreaRight" fmla="*/ 703080 w 70308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422763" h="53800">
                  <a:moveTo>
                    <a:pt x="26900" y="0"/>
                  </a:moveTo>
                  <a:cubicBezTo>
                    <a:pt x="12044" y="0"/>
                    <a:pt x="0" y="12044"/>
                    <a:pt x="0" y="26900"/>
                  </a:cubicBezTo>
                  <a:cubicBezTo>
                    <a:pt x="0" y="41756"/>
                    <a:pt x="12044" y="53800"/>
                    <a:pt x="26900" y="53800"/>
                  </a:cubicBezTo>
                  <a:cubicBezTo>
                    <a:pt x="41756" y="53800"/>
                    <a:pt x="53800" y="41756"/>
                    <a:pt x="53800" y="26900"/>
                  </a:cubicBezTo>
                  <a:cubicBezTo>
                    <a:pt x="53800" y="12044"/>
                    <a:pt x="41756" y="0"/>
                    <a:pt x="26900" y="0"/>
                  </a:cubicBezTo>
                  <a:close/>
                  <a:moveTo>
                    <a:pt x="149888" y="0"/>
                  </a:moveTo>
                  <a:cubicBezTo>
                    <a:pt x="135032" y="0"/>
                    <a:pt x="122988" y="12044"/>
                    <a:pt x="122988" y="26900"/>
                  </a:cubicBezTo>
                  <a:cubicBezTo>
                    <a:pt x="122988" y="41756"/>
                    <a:pt x="135032" y="53800"/>
                    <a:pt x="149888" y="53800"/>
                  </a:cubicBezTo>
                  <a:cubicBezTo>
                    <a:pt x="164744" y="53800"/>
                    <a:pt x="176788" y="41756"/>
                    <a:pt x="176788" y="26900"/>
                  </a:cubicBezTo>
                  <a:cubicBezTo>
                    <a:pt x="176788" y="12044"/>
                    <a:pt x="164744" y="0"/>
                    <a:pt x="149888" y="0"/>
                  </a:cubicBezTo>
                  <a:close/>
                  <a:moveTo>
                    <a:pt x="272875" y="0"/>
                  </a:moveTo>
                  <a:cubicBezTo>
                    <a:pt x="258019" y="0"/>
                    <a:pt x="245975" y="12044"/>
                    <a:pt x="245975" y="26900"/>
                  </a:cubicBezTo>
                  <a:cubicBezTo>
                    <a:pt x="245975" y="41756"/>
                    <a:pt x="258019" y="53800"/>
                    <a:pt x="272875" y="53800"/>
                  </a:cubicBezTo>
                  <a:cubicBezTo>
                    <a:pt x="287731" y="53800"/>
                    <a:pt x="299775" y="41756"/>
                    <a:pt x="299775" y="26900"/>
                  </a:cubicBezTo>
                  <a:cubicBezTo>
                    <a:pt x="299775" y="12044"/>
                    <a:pt x="287731" y="0"/>
                    <a:pt x="272875" y="0"/>
                  </a:cubicBezTo>
                  <a:close/>
                  <a:moveTo>
                    <a:pt x="395863" y="0"/>
                  </a:moveTo>
                  <a:cubicBezTo>
                    <a:pt x="381007" y="0"/>
                    <a:pt x="368963" y="12044"/>
                    <a:pt x="368963" y="26900"/>
                  </a:cubicBezTo>
                  <a:cubicBezTo>
                    <a:pt x="368963" y="41756"/>
                    <a:pt x="381007" y="53800"/>
                    <a:pt x="395863" y="53800"/>
                  </a:cubicBezTo>
                  <a:cubicBezTo>
                    <a:pt x="410719" y="53800"/>
                    <a:pt x="422763" y="41756"/>
                    <a:pt x="422763" y="26900"/>
                  </a:cubicBezTo>
                  <a:cubicBezTo>
                    <a:pt x="422763" y="12044"/>
                    <a:pt x="410719" y="0"/>
                    <a:pt x="395863" y="0"/>
                  </a:cubicBezTo>
                  <a:close/>
                </a:path>
              </a:pathLst>
            </a:custGeom>
            <a:solidFill>
              <a:schemeClr val="dk1">
                <a:alpha val="22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4640" bIns="44640"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</p:grpSp>
      <p:sp>
        <p:nvSpPr>
          <p:cNvPr id="325" name="文本框 16"/>
          <p:cNvSpPr/>
          <p:nvPr/>
        </p:nvSpPr>
        <p:spPr>
          <a:xfrm>
            <a:off x="810720" y="1019880"/>
            <a:ext cx="10797120" cy="49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图片 12" descr="E:/AI工具/AI Office/PPT模版/png/压缩/bg.jpgbg"/>
          <p:cNvPicPr/>
          <p:nvPr/>
        </p:nvPicPr>
        <p:blipFill>
          <a:blip r:embed="rId1"/>
          <a:srcRect l="0" t="6" r="0" b="6"/>
          <a:stretch/>
        </p:blipFill>
        <p:spPr>
          <a:xfrm>
            <a:off x="0" y="1800"/>
            <a:ext cx="12191760" cy="685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7" name="矩形 6"/>
          <p:cNvSpPr/>
          <p:nvPr/>
        </p:nvSpPr>
        <p:spPr>
          <a:xfrm>
            <a:off x="1733400" y="1856880"/>
            <a:ext cx="2920680" cy="4088880"/>
          </a:xfrm>
          <a:prstGeom prst="rect">
            <a:avLst/>
          </a:prstGeom>
          <a:solidFill>
            <a:srgbClr val="3199e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328" name="标题 1"/>
          <p:cNvSpPr/>
          <p:nvPr/>
        </p:nvSpPr>
        <p:spPr>
          <a:xfrm>
            <a:off x="810720" y="236880"/>
            <a:ext cx="777960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{{section_title}}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9" name="直接连接符 8"/>
          <p:cNvCxnSpPr/>
          <p:nvPr/>
        </p:nvCxnSpPr>
        <p:spPr>
          <a:xfrm>
            <a:off x="0" y="895320"/>
            <a:ext cx="5465520" cy="360"/>
          </a:xfrm>
          <a:prstGeom prst="straightConnector1">
            <a:avLst/>
          </a:prstGeom>
          <a:ln w="22225">
            <a:solidFill>
              <a:srgbClr val="ffffff"/>
            </a:solidFill>
          </a:ln>
        </p:spPr>
      </p:cxnSp>
      <p:grpSp>
        <p:nvGrpSpPr>
          <p:cNvPr id="330" name="组合 4"/>
          <p:cNvGrpSpPr/>
          <p:nvPr/>
        </p:nvGrpSpPr>
        <p:grpSpPr>
          <a:xfrm>
            <a:off x="299520" y="470520"/>
            <a:ext cx="297000" cy="297000"/>
            <a:chOff x="299520" y="470520"/>
            <a:chExt cx="297000" cy="297000"/>
          </a:xfrm>
        </p:grpSpPr>
        <p:sp>
          <p:nvSpPr>
            <p:cNvPr id="331" name="标题 1"/>
            <p:cNvSpPr/>
            <p:nvPr/>
          </p:nvSpPr>
          <p:spPr>
            <a:xfrm flipH="1">
              <a:off x="299160" y="470520"/>
              <a:ext cx="297000" cy="297000"/>
            </a:xfrm>
            <a:prstGeom prst="rect">
              <a:avLst/>
            </a:pr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cxnSp>
          <p:nvCxnSpPr>
            <p:cNvPr id="332" name="标题 1"/>
            <p:cNvCxnSpPr/>
            <p:nvPr/>
          </p:nvCxnSpPr>
          <p:spPr>
            <a:xfrm>
              <a:off x="392400" y="618840"/>
              <a:ext cx="111960" cy="360"/>
            </a:xfrm>
            <a:prstGeom prst="straightConnector1">
              <a:avLst/>
            </a:prstGeom>
            <a:ln w="11430">
              <a:solidFill>
                <a:srgbClr val="ffffff"/>
              </a:solidFill>
              <a:miter/>
            </a:ln>
          </p:spPr>
        </p:cxnSp>
        <p:sp>
          <p:nvSpPr>
            <p:cNvPr id="333" name="标题 1"/>
            <p:cNvSpPr/>
            <p:nvPr/>
          </p:nvSpPr>
          <p:spPr>
            <a:xfrm rot="18900000">
              <a:off x="418680" y="579960"/>
              <a:ext cx="77760" cy="77760"/>
            </a:xfrm>
            <a:custGeom>
              <a:avLst/>
              <a:gdLst>
                <a:gd name="textAreaLeft" fmla="*/ 0 w 77760"/>
                <a:gd name="textAreaRight" fmla="*/ 78120 w 77760"/>
                <a:gd name="textAreaTop" fmla="*/ 0 h 77760"/>
                <a:gd name="textAreaBottom" fmla="*/ 78120 h 77760"/>
              </a:gdLst>
              <a:ahLst/>
              <a:cxnLst/>
              <a:rect l="textAreaLeft" t="textAreaTop" r="textAreaRight" b="textAreaBottom"/>
              <a:pathLst>
                <a:path w="252248" h="252248">
                  <a:moveTo>
                    <a:pt x="252248" y="0"/>
                  </a:moveTo>
                  <a:lnTo>
                    <a:pt x="252248" y="252248"/>
                  </a:lnTo>
                  <a:lnTo>
                    <a:pt x="0" y="252248"/>
                  </a:lnTo>
                </a:path>
              </a:pathLst>
            </a:custGeom>
            <a:noFill/>
            <a:ln w="1143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8880" bIns="38880"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</p:grpSp>
      <p:pic>
        <p:nvPicPr>
          <p:cNvPr id="334" name="图片 1" descr="E:/AI工具/AI Office/PPT模版/png/压缩/ren2_.jpgren2_"/>
          <p:cNvPicPr/>
          <p:nvPr/>
        </p:nvPicPr>
        <p:blipFill>
          <a:blip r:embed="rId2"/>
          <a:srcRect l="0" t="9" r="0" b="9"/>
          <a:stretch/>
        </p:blipFill>
        <p:spPr>
          <a:xfrm>
            <a:off x="1572840" y="1884600"/>
            <a:ext cx="2928240" cy="3904200"/>
          </a:xfrm>
          <a:prstGeom prst="rect">
            <a:avLst/>
          </a:prstGeom>
          <a:noFill/>
          <a:ln w="57150">
            <a:solidFill>
              <a:srgbClr val="ffffff"/>
            </a:solidFill>
            <a:miter/>
          </a:ln>
        </p:spPr>
      </p:pic>
      <p:cxnSp>
        <p:nvCxnSpPr>
          <p:cNvPr id="335" name="标题 1"/>
          <p:cNvCxnSpPr/>
          <p:nvPr/>
        </p:nvCxnSpPr>
        <p:spPr>
          <a:xfrm>
            <a:off x="6845040" y="3015000"/>
            <a:ext cx="4667760" cy="360"/>
          </a:xfrm>
          <a:prstGeom prst="straightConnector1">
            <a:avLst/>
          </a:prstGeom>
          <a:ln cap="sq" w="12700">
            <a:solidFill>
              <a:srgbClr val="ffffff"/>
            </a:solidFill>
            <a:miter/>
          </a:ln>
        </p:spPr>
      </p:cxnSp>
      <p:cxnSp>
        <p:nvCxnSpPr>
          <p:cNvPr id="336" name="标题 1"/>
          <p:cNvCxnSpPr/>
          <p:nvPr/>
        </p:nvCxnSpPr>
        <p:spPr>
          <a:xfrm>
            <a:off x="6845040" y="4535640"/>
            <a:ext cx="4667760" cy="360"/>
          </a:xfrm>
          <a:prstGeom prst="straightConnector1">
            <a:avLst/>
          </a:prstGeom>
          <a:ln cap="sq" w="12700">
            <a:solidFill>
              <a:srgbClr val="ffffff"/>
            </a:solidFill>
            <a:miter/>
          </a:ln>
        </p:spPr>
      </p:cxnSp>
      <p:cxnSp>
        <p:nvCxnSpPr>
          <p:cNvPr id="337" name="标题 1"/>
          <p:cNvCxnSpPr/>
          <p:nvPr/>
        </p:nvCxnSpPr>
        <p:spPr>
          <a:xfrm>
            <a:off x="6845040" y="6057720"/>
            <a:ext cx="4667760" cy="360"/>
          </a:xfrm>
          <a:prstGeom prst="straightConnector1">
            <a:avLst/>
          </a:prstGeom>
          <a:ln cap="sq" w="12700">
            <a:solidFill>
              <a:srgbClr val="ffffff"/>
            </a:solidFill>
            <a:miter/>
          </a:ln>
        </p:spPr>
      </p:cxnSp>
      <p:sp>
        <p:nvSpPr>
          <p:cNvPr id="338" name="标题 1"/>
          <p:cNvSpPr/>
          <p:nvPr/>
        </p:nvSpPr>
        <p:spPr>
          <a:xfrm>
            <a:off x="6845400" y="1747080"/>
            <a:ext cx="45345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defTabSz="914400">
              <a:lnSpc>
                <a:spcPct val="130000"/>
              </a:lnSpc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{{content_points[0]}}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标题 1"/>
          <p:cNvSpPr/>
          <p:nvPr/>
        </p:nvSpPr>
        <p:spPr>
          <a:xfrm>
            <a:off x="6845400" y="2175840"/>
            <a:ext cx="5166000" cy="20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900" strike="noStrike" u="none">
                <a:solidFill>
                  <a:schemeClr val="dk1">
                    <a:alpha val="70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{{detailed_content[0]}}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标题 1"/>
          <p:cNvSpPr/>
          <p:nvPr/>
        </p:nvSpPr>
        <p:spPr>
          <a:xfrm>
            <a:off x="6845400" y="3326760"/>
            <a:ext cx="45345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defTabSz="914400">
              <a:lnSpc>
                <a:spcPct val="130000"/>
              </a:lnSpc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{{content_points[1]}}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标题 1"/>
          <p:cNvSpPr/>
          <p:nvPr/>
        </p:nvSpPr>
        <p:spPr>
          <a:xfrm>
            <a:off x="6845400" y="3760200"/>
            <a:ext cx="5165640" cy="20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900" strike="noStrike" u="none">
                <a:solidFill>
                  <a:schemeClr val="dk1">
                    <a:alpha val="70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{{detailed_content[1]}}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标题 1"/>
          <p:cNvSpPr/>
          <p:nvPr/>
        </p:nvSpPr>
        <p:spPr>
          <a:xfrm>
            <a:off x="6845400" y="4848840"/>
            <a:ext cx="45345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defTabSz="914400">
              <a:lnSpc>
                <a:spcPct val="130000"/>
              </a:lnSpc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{{content_points[2]}}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标题 1"/>
          <p:cNvSpPr/>
          <p:nvPr/>
        </p:nvSpPr>
        <p:spPr>
          <a:xfrm>
            <a:off x="6845400" y="5282280"/>
            <a:ext cx="5165640" cy="20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900" strike="noStrike" u="none">
                <a:solidFill>
                  <a:schemeClr val="dk1">
                    <a:alpha val="70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{{detailed_content[2]}}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44" name="组合 7"/>
          <p:cNvGrpSpPr/>
          <p:nvPr/>
        </p:nvGrpSpPr>
        <p:grpSpPr>
          <a:xfrm>
            <a:off x="10694520" y="585000"/>
            <a:ext cx="913680" cy="95760"/>
            <a:chOff x="10694520" y="585000"/>
            <a:chExt cx="913680" cy="95760"/>
          </a:xfrm>
        </p:grpSpPr>
        <p:sp>
          <p:nvSpPr>
            <p:cNvPr id="345" name="标题 1"/>
            <p:cNvSpPr/>
            <p:nvPr/>
          </p:nvSpPr>
          <p:spPr>
            <a:xfrm flipH="1">
              <a:off x="10694520" y="585000"/>
              <a:ext cx="89280" cy="89280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1680" bIns="31680"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sp>
          <p:nvSpPr>
            <p:cNvPr id="346" name="标题 1"/>
            <p:cNvSpPr/>
            <p:nvPr/>
          </p:nvSpPr>
          <p:spPr>
            <a:xfrm flipH="1">
              <a:off x="10904760" y="591480"/>
              <a:ext cx="703080" cy="89280"/>
            </a:xfrm>
            <a:custGeom>
              <a:avLst/>
              <a:gdLst>
                <a:gd name="textAreaLeft" fmla="*/ -360 w 703080"/>
                <a:gd name="textAreaRight" fmla="*/ 703080 w 70308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422763" h="53800">
                  <a:moveTo>
                    <a:pt x="26900" y="0"/>
                  </a:moveTo>
                  <a:cubicBezTo>
                    <a:pt x="12044" y="0"/>
                    <a:pt x="0" y="12044"/>
                    <a:pt x="0" y="26900"/>
                  </a:cubicBezTo>
                  <a:cubicBezTo>
                    <a:pt x="0" y="41756"/>
                    <a:pt x="12044" y="53800"/>
                    <a:pt x="26900" y="53800"/>
                  </a:cubicBezTo>
                  <a:cubicBezTo>
                    <a:pt x="41756" y="53800"/>
                    <a:pt x="53800" y="41756"/>
                    <a:pt x="53800" y="26900"/>
                  </a:cubicBezTo>
                  <a:cubicBezTo>
                    <a:pt x="53800" y="12044"/>
                    <a:pt x="41756" y="0"/>
                    <a:pt x="26900" y="0"/>
                  </a:cubicBezTo>
                  <a:close/>
                  <a:moveTo>
                    <a:pt x="149888" y="0"/>
                  </a:moveTo>
                  <a:cubicBezTo>
                    <a:pt x="135032" y="0"/>
                    <a:pt x="122988" y="12044"/>
                    <a:pt x="122988" y="26900"/>
                  </a:cubicBezTo>
                  <a:cubicBezTo>
                    <a:pt x="122988" y="41756"/>
                    <a:pt x="135032" y="53800"/>
                    <a:pt x="149888" y="53800"/>
                  </a:cubicBezTo>
                  <a:cubicBezTo>
                    <a:pt x="164744" y="53800"/>
                    <a:pt x="176788" y="41756"/>
                    <a:pt x="176788" y="26900"/>
                  </a:cubicBezTo>
                  <a:cubicBezTo>
                    <a:pt x="176788" y="12044"/>
                    <a:pt x="164744" y="0"/>
                    <a:pt x="149888" y="0"/>
                  </a:cubicBezTo>
                  <a:close/>
                  <a:moveTo>
                    <a:pt x="272875" y="0"/>
                  </a:moveTo>
                  <a:cubicBezTo>
                    <a:pt x="258019" y="0"/>
                    <a:pt x="245975" y="12044"/>
                    <a:pt x="245975" y="26900"/>
                  </a:cubicBezTo>
                  <a:cubicBezTo>
                    <a:pt x="245975" y="41756"/>
                    <a:pt x="258019" y="53800"/>
                    <a:pt x="272875" y="53800"/>
                  </a:cubicBezTo>
                  <a:cubicBezTo>
                    <a:pt x="287731" y="53800"/>
                    <a:pt x="299775" y="41756"/>
                    <a:pt x="299775" y="26900"/>
                  </a:cubicBezTo>
                  <a:cubicBezTo>
                    <a:pt x="299775" y="12044"/>
                    <a:pt x="287731" y="0"/>
                    <a:pt x="272875" y="0"/>
                  </a:cubicBezTo>
                  <a:close/>
                  <a:moveTo>
                    <a:pt x="395863" y="0"/>
                  </a:moveTo>
                  <a:cubicBezTo>
                    <a:pt x="381007" y="0"/>
                    <a:pt x="368963" y="12044"/>
                    <a:pt x="368963" y="26900"/>
                  </a:cubicBezTo>
                  <a:cubicBezTo>
                    <a:pt x="368963" y="41756"/>
                    <a:pt x="381007" y="53800"/>
                    <a:pt x="395863" y="53800"/>
                  </a:cubicBezTo>
                  <a:cubicBezTo>
                    <a:pt x="410719" y="53800"/>
                    <a:pt x="422763" y="41756"/>
                    <a:pt x="422763" y="26900"/>
                  </a:cubicBezTo>
                  <a:cubicBezTo>
                    <a:pt x="422763" y="12044"/>
                    <a:pt x="410719" y="0"/>
                    <a:pt x="395863" y="0"/>
                  </a:cubicBezTo>
                  <a:close/>
                </a:path>
              </a:pathLst>
            </a:custGeom>
            <a:solidFill>
              <a:schemeClr val="dk1">
                <a:alpha val="22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4640" bIns="44640"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</p:grpSp>
      <p:sp>
        <p:nvSpPr>
          <p:cNvPr id="347" name="文本框 13"/>
          <p:cNvSpPr/>
          <p:nvPr/>
        </p:nvSpPr>
        <p:spPr>
          <a:xfrm>
            <a:off x="810720" y="1019880"/>
            <a:ext cx="10797120" cy="49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图片 12" descr="E:/AI工具/AI Office/PPT模版/png/压缩/bg.jpgbg"/>
          <p:cNvPicPr/>
          <p:nvPr/>
        </p:nvPicPr>
        <p:blipFill>
          <a:blip r:embed="rId1"/>
          <a:srcRect l="0" t="6" r="0" b="6"/>
          <a:stretch/>
        </p:blipFill>
        <p:spPr>
          <a:xfrm>
            <a:off x="0" y="1800"/>
            <a:ext cx="12191760" cy="685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9" name="标题 1"/>
          <p:cNvSpPr/>
          <p:nvPr/>
        </p:nvSpPr>
        <p:spPr>
          <a:xfrm>
            <a:off x="810720" y="236880"/>
            <a:ext cx="777960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{{section_title}}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50" name="直接连接符 8"/>
          <p:cNvCxnSpPr/>
          <p:nvPr/>
        </p:nvCxnSpPr>
        <p:spPr>
          <a:xfrm>
            <a:off x="0" y="895320"/>
            <a:ext cx="5465520" cy="360"/>
          </a:xfrm>
          <a:prstGeom prst="straightConnector1">
            <a:avLst/>
          </a:prstGeom>
          <a:ln w="22225">
            <a:solidFill>
              <a:srgbClr val="ffffff"/>
            </a:solidFill>
          </a:ln>
        </p:spPr>
      </p:cxnSp>
      <p:grpSp>
        <p:nvGrpSpPr>
          <p:cNvPr id="351" name="组合 4"/>
          <p:cNvGrpSpPr/>
          <p:nvPr/>
        </p:nvGrpSpPr>
        <p:grpSpPr>
          <a:xfrm>
            <a:off x="299520" y="470520"/>
            <a:ext cx="297000" cy="297000"/>
            <a:chOff x="299520" y="470520"/>
            <a:chExt cx="297000" cy="297000"/>
          </a:xfrm>
        </p:grpSpPr>
        <p:sp>
          <p:nvSpPr>
            <p:cNvPr id="352" name="标题 1"/>
            <p:cNvSpPr/>
            <p:nvPr/>
          </p:nvSpPr>
          <p:spPr>
            <a:xfrm flipH="1">
              <a:off x="299160" y="470520"/>
              <a:ext cx="297000" cy="297000"/>
            </a:xfrm>
            <a:prstGeom prst="rect">
              <a:avLst/>
            </a:pr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cxnSp>
          <p:nvCxnSpPr>
            <p:cNvPr id="353" name="标题 1"/>
            <p:cNvCxnSpPr/>
            <p:nvPr/>
          </p:nvCxnSpPr>
          <p:spPr>
            <a:xfrm>
              <a:off x="392400" y="618840"/>
              <a:ext cx="111960" cy="360"/>
            </a:xfrm>
            <a:prstGeom prst="straightConnector1">
              <a:avLst/>
            </a:prstGeom>
            <a:ln w="11430">
              <a:solidFill>
                <a:srgbClr val="ffffff"/>
              </a:solidFill>
              <a:miter/>
            </a:ln>
          </p:spPr>
        </p:cxnSp>
        <p:sp>
          <p:nvSpPr>
            <p:cNvPr id="354" name="标题 1"/>
            <p:cNvSpPr/>
            <p:nvPr/>
          </p:nvSpPr>
          <p:spPr>
            <a:xfrm rot="18900000">
              <a:off x="418680" y="579960"/>
              <a:ext cx="77760" cy="77760"/>
            </a:xfrm>
            <a:custGeom>
              <a:avLst/>
              <a:gdLst>
                <a:gd name="textAreaLeft" fmla="*/ 0 w 77760"/>
                <a:gd name="textAreaRight" fmla="*/ 78120 w 77760"/>
                <a:gd name="textAreaTop" fmla="*/ 0 h 77760"/>
                <a:gd name="textAreaBottom" fmla="*/ 78120 h 77760"/>
              </a:gdLst>
              <a:ahLst/>
              <a:cxnLst/>
              <a:rect l="textAreaLeft" t="textAreaTop" r="textAreaRight" b="textAreaBottom"/>
              <a:pathLst>
                <a:path w="252248" h="252248">
                  <a:moveTo>
                    <a:pt x="252248" y="0"/>
                  </a:moveTo>
                  <a:lnTo>
                    <a:pt x="252248" y="252248"/>
                  </a:lnTo>
                  <a:lnTo>
                    <a:pt x="0" y="252248"/>
                  </a:lnTo>
                </a:path>
              </a:pathLst>
            </a:custGeom>
            <a:noFill/>
            <a:ln w="1143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8880" bIns="38880"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</p:grpSp>
      <p:sp>
        <p:nvSpPr>
          <p:cNvPr id="355" name="标题 1"/>
          <p:cNvSpPr/>
          <p:nvPr/>
        </p:nvSpPr>
        <p:spPr>
          <a:xfrm>
            <a:off x="0" y="1685160"/>
            <a:ext cx="6095520" cy="1925640"/>
          </a:xfrm>
          <a:prstGeom prst="rect">
            <a:avLst/>
          </a:prstGeom>
          <a:gradFill rotWithShape="0">
            <a:gsLst>
              <a:gs pos="0">
                <a:srgbClr val="62aded"/>
              </a:gs>
              <a:gs pos="10000">
                <a:srgbClr val="86d5f2"/>
              </a:gs>
            </a:gsLst>
            <a:lin ang="13500000"/>
          </a:gra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1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356" name="标题 1"/>
          <p:cNvSpPr/>
          <p:nvPr/>
        </p:nvSpPr>
        <p:spPr>
          <a:xfrm>
            <a:off x="6095880" y="1685160"/>
            <a:ext cx="6095520" cy="1925640"/>
          </a:xfrm>
          <a:prstGeom prst="rect">
            <a:avLst/>
          </a:prstGeom>
          <a:gradFill rotWithShape="0">
            <a:gsLst>
              <a:gs pos="0">
                <a:srgbClr val="e77cf0"/>
              </a:gs>
              <a:gs pos="9000">
                <a:srgbClr val="faa5eb"/>
              </a:gs>
            </a:gsLst>
            <a:lin ang="0"/>
          </a:gra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1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357" name="标题 1"/>
          <p:cNvSpPr/>
          <p:nvPr/>
        </p:nvSpPr>
        <p:spPr>
          <a:xfrm>
            <a:off x="2671560" y="1990800"/>
            <a:ext cx="752760" cy="752760"/>
          </a:xfrm>
          <a:prstGeom prst="ellipse">
            <a:avLst/>
          </a:pr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ffffff"/>
              </a:gs>
            </a:gsLst>
            <a:lin ang="13500000"/>
          </a:gra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1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358" name="标题 1"/>
          <p:cNvSpPr/>
          <p:nvPr/>
        </p:nvSpPr>
        <p:spPr>
          <a:xfrm>
            <a:off x="2907720" y="2227320"/>
            <a:ext cx="280080" cy="280080"/>
          </a:xfrm>
          <a:custGeom>
            <a:avLst/>
            <a:gdLst>
              <a:gd name="textAreaLeft" fmla="*/ 0 w 280080"/>
              <a:gd name="textAreaRight" fmla="*/ 280440 w 280080"/>
              <a:gd name="textAreaTop" fmla="*/ 0 h 280080"/>
              <a:gd name="textAreaBottom" fmla="*/ 280440 h 280080"/>
            </a:gdLst>
            <a:ahLst/>
            <a:cxnLst/>
            <a:rect l="textAreaLeft" t="textAreaTop" r="textAreaRight" b="textAreaBottom"/>
            <a:pathLst>
              <a:path w="1872552" h="1853550">
                <a:moveTo>
                  <a:pt x="1163193" y="1008682"/>
                </a:moveTo>
                <a:lnTo>
                  <a:pt x="1670113" y="1008682"/>
                </a:lnTo>
                <a:cubicBezTo>
                  <a:pt x="1763348" y="1008786"/>
                  <a:pt x="1838963" y="1084230"/>
                  <a:pt x="1839277" y="1177465"/>
                </a:cubicBezTo>
                <a:lnTo>
                  <a:pt x="1839277" y="1684195"/>
                </a:lnTo>
                <a:cubicBezTo>
                  <a:pt x="1839277" y="1777652"/>
                  <a:pt x="1763570" y="1853445"/>
                  <a:pt x="1670113" y="1853550"/>
                </a:cubicBezTo>
                <a:lnTo>
                  <a:pt x="1163193" y="1853550"/>
                </a:lnTo>
                <a:cubicBezTo>
                  <a:pt x="1069661" y="1853550"/>
                  <a:pt x="993838" y="1777727"/>
                  <a:pt x="993838" y="1684195"/>
                </a:cubicBezTo>
                <a:lnTo>
                  <a:pt x="993838" y="1177465"/>
                </a:lnTo>
                <a:cubicBezTo>
                  <a:pt x="994153" y="1084156"/>
                  <a:pt x="1069883" y="1008681"/>
                  <a:pt x="1163193" y="1008682"/>
                </a:cubicBezTo>
                <a:close/>
                <a:moveTo>
                  <a:pt x="169355" y="1008682"/>
                </a:moveTo>
                <a:lnTo>
                  <a:pt x="676275" y="1008682"/>
                </a:lnTo>
                <a:cubicBezTo>
                  <a:pt x="769510" y="1008786"/>
                  <a:pt x="845125" y="1084230"/>
                  <a:pt x="845439" y="1177465"/>
                </a:cubicBezTo>
                <a:lnTo>
                  <a:pt x="845439" y="1684195"/>
                </a:lnTo>
                <a:cubicBezTo>
                  <a:pt x="845439" y="1777652"/>
                  <a:pt x="769732" y="1853445"/>
                  <a:pt x="676275" y="1853550"/>
                </a:cubicBezTo>
                <a:lnTo>
                  <a:pt x="169355" y="1853550"/>
                </a:lnTo>
                <a:cubicBezTo>
                  <a:pt x="75823" y="1853550"/>
                  <a:pt x="0" y="1777727"/>
                  <a:pt x="0" y="1684195"/>
                </a:cubicBezTo>
                <a:lnTo>
                  <a:pt x="0" y="1177465"/>
                </a:lnTo>
                <a:cubicBezTo>
                  <a:pt x="315" y="1084156"/>
                  <a:pt x="76045" y="1008681"/>
                  <a:pt x="169355" y="1008682"/>
                </a:cubicBezTo>
                <a:close/>
                <a:moveTo>
                  <a:pt x="169355" y="33514"/>
                </a:moveTo>
                <a:lnTo>
                  <a:pt x="676275" y="33514"/>
                </a:lnTo>
                <a:cubicBezTo>
                  <a:pt x="769510" y="33618"/>
                  <a:pt x="845125" y="109062"/>
                  <a:pt x="845439" y="202297"/>
                </a:cubicBezTo>
                <a:lnTo>
                  <a:pt x="845439" y="709027"/>
                </a:lnTo>
                <a:cubicBezTo>
                  <a:pt x="845439" y="802484"/>
                  <a:pt x="769732" y="878277"/>
                  <a:pt x="676275" y="878382"/>
                </a:cubicBezTo>
                <a:lnTo>
                  <a:pt x="169355" y="878382"/>
                </a:lnTo>
                <a:cubicBezTo>
                  <a:pt x="75823" y="878382"/>
                  <a:pt x="0" y="802559"/>
                  <a:pt x="0" y="709027"/>
                </a:cubicBezTo>
                <a:lnTo>
                  <a:pt x="0" y="202297"/>
                </a:lnTo>
                <a:cubicBezTo>
                  <a:pt x="315" y="108988"/>
                  <a:pt x="76045" y="33513"/>
                  <a:pt x="169355" y="33514"/>
                </a:cubicBezTo>
                <a:close/>
                <a:moveTo>
                  <a:pt x="1416605" y="0"/>
                </a:moveTo>
                <a:cubicBezTo>
                  <a:pt x="1437443" y="0"/>
                  <a:pt x="1458281" y="7948"/>
                  <a:pt x="1474183" y="23846"/>
                </a:cubicBezTo>
                <a:lnTo>
                  <a:pt x="1848706" y="398369"/>
                </a:lnTo>
                <a:cubicBezTo>
                  <a:pt x="1880501" y="430171"/>
                  <a:pt x="1880501" y="481724"/>
                  <a:pt x="1848706" y="513526"/>
                </a:cubicBezTo>
                <a:lnTo>
                  <a:pt x="1474183" y="888049"/>
                </a:lnTo>
                <a:cubicBezTo>
                  <a:pt x="1442379" y="919843"/>
                  <a:pt x="1390830" y="919843"/>
                  <a:pt x="1359026" y="888049"/>
                </a:cubicBezTo>
                <a:lnTo>
                  <a:pt x="984408" y="513526"/>
                </a:lnTo>
                <a:cubicBezTo>
                  <a:pt x="952613" y="481724"/>
                  <a:pt x="952613" y="430171"/>
                  <a:pt x="984408" y="398369"/>
                </a:cubicBezTo>
                <a:lnTo>
                  <a:pt x="1359026" y="23846"/>
                </a:lnTo>
                <a:cubicBezTo>
                  <a:pt x="1374928" y="7948"/>
                  <a:pt x="1395766" y="0"/>
                  <a:pt x="1416605" y="0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359" name="标题 1"/>
          <p:cNvSpPr/>
          <p:nvPr/>
        </p:nvSpPr>
        <p:spPr>
          <a:xfrm>
            <a:off x="8767440" y="1990800"/>
            <a:ext cx="752760" cy="752760"/>
          </a:xfrm>
          <a:prstGeom prst="ellipse">
            <a:avLst/>
          </a:pr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ffffff"/>
              </a:gs>
            </a:gsLst>
            <a:lin ang="13500000"/>
          </a:gra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1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360" name="标题 1"/>
          <p:cNvSpPr/>
          <p:nvPr/>
        </p:nvSpPr>
        <p:spPr>
          <a:xfrm>
            <a:off x="9003960" y="2232720"/>
            <a:ext cx="280080" cy="280080"/>
          </a:xfrm>
          <a:custGeom>
            <a:avLst/>
            <a:gdLst>
              <a:gd name="textAreaLeft" fmla="*/ 0 w 280080"/>
              <a:gd name="textAreaRight" fmla="*/ 280440 w 280080"/>
              <a:gd name="textAreaTop" fmla="*/ 0 h 280080"/>
              <a:gd name="textAreaBottom" fmla="*/ 280440 h 280080"/>
            </a:gdLst>
            <a:ahLst/>
            <a:cxnLst/>
            <a:rect l="textAreaLeft" t="textAreaTop" r="textAreaRight" b="textAreaBottom"/>
            <a:pathLst>
              <a:path w="720000" h="720000">
                <a:moveTo>
                  <a:pt x="438553" y="189601"/>
                </a:moveTo>
                <a:cubicBezTo>
                  <a:pt x="463230" y="189601"/>
                  <a:pt x="486344" y="199073"/>
                  <a:pt x="503636" y="216365"/>
                </a:cubicBezTo>
                <a:cubicBezTo>
                  <a:pt x="539523" y="252252"/>
                  <a:pt x="539523" y="310557"/>
                  <a:pt x="503636" y="346445"/>
                </a:cubicBezTo>
                <a:lnTo>
                  <a:pt x="362260" y="487907"/>
                </a:lnTo>
                <a:cubicBezTo>
                  <a:pt x="342622" y="507545"/>
                  <a:pt x="266503" y="522665"/>
                  <a:pt x="191861" y="528226"/>
                </a:cubicBezTo>
                <a:cubicBezTo>
                  <a:pt x="197336" y="453584"/>
                  <a:pt x="212456" y="377465"/>
                  <a:pt x="232180" y="357827"/>
                </a:cubicBezTo>
                <a:lnTo>
                  <a:pt x="373556" y="216452"/>
                </a:lnTo>
                <a:cubicBezTo>
                  <a:pt x="390761" y="199073"/>
                  <a:pt x="413875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02666" y="141636"/>
                  <a:pt x="366778" y="155278"/>
                  <a:pt x="339581" y="182476"/>
                </a:cubicBezTo>
                <a:lnTo>
                  <a:pt x="198205" y="323852"/>
                </a:lnTo>
                <a:cubicBezTo>
                  <a:pt x="143723" y="378335"/>
                  <a:pt x="141637" y="578364"/>
                  <a:pt x="141637" y="578364"/>
                </a:cubicBezTo>
                <a:cubicBezTo>
                  <a:pt x="141637" y="578364"/>
                  <a:pt x="341753" y="576278"/>
                  <a:pt x="396149" y="521796"/>
                </a:cubicBezTo>
                <a:lnTo>
                  <a:pt x="537524" y="380420"/>
                </a:lnTo>
                <a:cubicBezTo>
                  <a:pt x="592007" y="325938"/>
                  <a:pt x="592007" y="236872"/>
                  <a:pt x="537524" y="182476"/>
                </a:cubicBezTo>
                <a:cubicBezTo>
                  <a:pt x="510327" y="155191"/>
                  <a:pt x="474440" y="141636"/>
                  <a:pt x="438553" y="141636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bg1"/>
          </a:solidFill>
          <a:ln w="186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361" name="标题 1"/>
          <p:cNvSpPr/>
          <p:nvPr/>
        </p:nvSpPr>
        <p:spPr>
          <a:xfrm>
            <a:off x="411480" y="3046680"/>
            <a:ext cx="5272200" cy="3339720"/>
          </a:xfrm>
          <a:prstGeom prst="rect">
            <a:avLst/>
          </a:prstGeom>
          <a:noFill/>
          <a:ln cap="sq" w="127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1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362" name="标题 1"/>
          <p:cNvSpPr/>
          <p:nvPr/>
        </p:nvSpPr>
        <p:spPr>
          <a:xfrm>
            <a:off x="411120" y="6013440"/>
            <a:ext cx="5273640" cy="372960"/>
          </a:xfrm>
          <a:custGeom>
            <a:avLst/>
            <a:gdLst>
              <a:gd name="textAreaLeft" fmla="*/ 0 w 5273640"/>
              <a:gd name="textAreaRight" fmla="*/ 5274000 w 5273640"/>
              <a:gd name="textAreaTop" fmla="*/ 0 h 372960"/>
              <a:gd name="textAreaBottom" fmla="*/ 373320 h 372960"/>
            </a:gdLst>
            <a:ahLst/>
            <a:cxnLst/>
            <a:rect l="textAreaLeft" t="textAreaTop" r="textAreaRight" b="textAreaBottom"/>
            <a:pathLst>
              <a:path w="2718000" h="373359">
                <a:moveTo>
                  <a:pt x="2718000" y="0"/>
                </a:moveTo>
                <a:lnTo>
                  <a:pt x="2718000" y="373359"/>
                </a:lnTo>
                <a:lnTo>
                  <a:pt x="0" y="373359"/>
                </a:lnTo>
                <a:lnTo>
                  <a:pt x="0" y="225822"/>
                </a:lnTo>
                <a:lnTo>
                  <a:pt x="316103" y="244079"/>
                </a:lnTo>
                <a:cubicBezTo>
                  <a:pt x="433750" y="248600"/>
                  <a:pt x="553120" y="250916"/>
                  <a:pt x="673919" y="250916"/>
                </a:cubicBezTo>
                <a:cubicBezTo>
                  <a:pt x="1398714" y="250916"/>
                  <a:pt x="2072046" y="167534"/>
                  <a:pt x="2630589" y="24736"/>
                </a:cubicBezTo>
                <a:close/>
              </a:path>
            </a:pathLst>
          </a:custGeom>
          <a:solidFill>
            <a:srgbClr val="86d5f2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1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363" name="标题 1"/>
          <p:cNvSpPr/>
          <p:nvPr/>
        </p:nvSpPr>
        <p:spPr>
          <a:xfrm>
            <a:off x="6507360" y="3046680"/>
            <a:ext cx="5272200" cy="3339720"/>
          </a:xfrm>
          <a:prstGeom prst="rect">
            <a:avLst/>
          </a:prstGeom>
          <a:noFill/>
          <a:ln cap="sq" w="127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1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364" name="标题 1"/>
          <p:cNvSpPr/>
          <p:nvPr/>
        </p:nvSpPr>
        <p:spPr>
          <a:xfrm>
            <a:off x="6507000" y="6013440"/>
            <a:ext cx="5273640" cy="372960"/>
          </a:xfrm>
          <a:custGeom>
            <a:avLst/>
            <a:gdLst>
              <a:gd name="textAreaLeft" fmla="*/ 0 w 5273640"/>
              <a:gd name="textAreaRight" fmla="*/ 5274000 w 5273640"/>
              <a:gd name="textAreaTop" fmla="*/ 0 h 372960"/>
              <a:gd name="textAreaBottom" fmla="*/ 373320 h 372960"/>
            </a:gdLst>
            <a:ahLst/>
            <a:cxnLst/>
            <a:rect l="textAreaLeft" t="textAreaTop" r="textAreaRight" b="textAreaBottom"/>
            <a:pathLst>
              <a:path w="2718000" h="373359">
                <a:moveTo>
                  <a:pt x="2718000" y="0"/>
                </a:moveTo>
                <a:lnTo>
                  <a:pt x="2718000" y="373359"/>
                </a:lnTo>
                <a:lnTo>
                  <a:pt x="0" y="373359"/>
                </a:lnTo>
                <a:lnTo>
                  <a:pt x="0" y="225822"/>
                </a:lnTo>
                <a:lnTo>
                  <a:pt x="316103" y="244079"/>
                </a:lnTo>
                <a:cubicBezTo>
                  <a:pt x="433750" y="248600"/>
                  <a:pt x="553120" y="250916"/>
                  <a:pt x="673919" y="250916"/>
                </a:cubicBezTo>
                <a:cubicBezTo>
                  <a:pt x="1398714" y="250916"/>
                  <a:pt x="2072046" y="167534"/>
                  <a:pt x="2630589" y="24736"/>
                </a:cubicBezTo>
                <a:close/>
              </a:path>
            </a:pathLst>
          </a:custGeom>
          <a:solidFill>
            <a:srgbClr val="faa5eb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914400">
              <a:lnSpc>
                <a:spcPct val="11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365" name="标题 1"/>
          <p:cNvSpPr/>
          <p:nvPr/>
        </p:nvSpPr>
        <p:spPr>
          <a:xfrm>
            <a:off x="882360" y="3174480"/>
            <a:ext cx="4306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30000"/>
              </a:lnSpc>
            </a:pPr>
            <a:r>
              <a:rPr b="1" lang="en-US" sz="16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{{content_points[0]}}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标题 1"/>
          <p:cNvSpPr/>
          <p:nvPr/>
        </p:nvSpPr>
        <p:spPr>
          <a:xfrm>
            <a:off x="6757560" y="4218480"/>
            <a:ext cx="477252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400" strike="noStrike" u="none">
                <a:solidFill>
                  <a:schemeClr val="dk1">
                    <a:alpha val="70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{{detailed_content[1]}}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标题 1"/>
          <p:cNvSpPr/>
          <p:nvPr/>
        </p:nvSpPr>
        <p:spPr>
          <a:xfrm>
            <a:off x="6979320" y="3174480"/>
            <a:ext cx="4306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30000"/>
              </a:lnSpc>
            </a:pPr>
            <a:r>
              <a:rPr b="1" lang="en-US" sz="16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{{content_points[1]}}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标题 1"/>
          <p:cNvSpPr/>
          <p:nvPr/>
        </p:nvSpPr>
        <p:spPr>
          <a:xfrm>
            <a:off x="660240" y="4218480"/>
            <a:ext cx="4772520" cy="32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400" strike="noStrike" u="none">
                <a:solidFill>
                  <a:schemeClr val="dk1">
                    <a:alpha val="70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{{detailed_content[0]}}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69" name="组合 1"/>
          <p:cNvGrpSpPr/>
          <p:nvPr/>
        </p:nvGrpSpPr>
        <p:grpSpPr>
          <a:xfrm>
            <a:off x="10694520" y="585000"/>
            <a:ext cx="913680" cy="95760"/>
            <a:chOff x="10694520" y="585000"/>
            <a:chExt cx="913680" cy="95760"/>
          </a:xfrm>
        </p:grpSpPr>
        <p:sp>
          <p:nvSpPr>
            <p:cNvPr id="370" name="标题 1"/>
            <p:cNvSpPr/>
            <p:nvPr/>
          </p:nvSpPr>
          <p:spPr>
            <a:xfrm flipH="1">
              <a:off x="10694520" y="585000"/>
              <a:ext cx="89280" cy="89280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1680" bIns="31680"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sp>
          <p:nvSpPr>
            <p:cNvPr id="371" name="标题 1"/>
            <p:cNvSpPr/>
            <p:nvPr/>
          </p:nvSpPr>
          <p:spPr>
            <a:xfrm flipH="1">
              <a:off x="10904760" y="591480"/>
              <a:ext cx="703080" cy="89280"/>
            </a:xfrm>
            <a:custGeom>
              <a:avLst/>
              <a:gdLst>
                <a:gd name="textAreaLeft" fmla="*/ -360 w 703080"/>
                <a:gd name="textAreaRight" fmla="*/ 703080 w 70308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422763" h="53800">
                  <a:moveTo>
                    <a:pt x="26900" y="0"/>
                  </a:moveTo>
                  <a:cubicBezTo>
                    <a:pt x="12044" y="0"/>
                    <a:pt x="0" y="12044"/>
                    <a:pt x="0" y="26900"/>
                  </a:cubicBezTo>
                  <a:cubicBezTo>
                    <a:pt x="0" y="41756"/>
                    <a:pt x="12044" y="53800"/>
                    <a:pt x="26900" y="53800"/>
                  </a:cubicBezTo>
                  <a:cubicBezTo>
                    <a:pt x="41756" y="53800"/>
                    <a:pt x="53800" y="41756"/>
                    <a:pt x="53800" y="26900"/>
                  </a:cubicBezTo>
                  <a:cubicBezTo>
                    <a:pt x="53800" y="12044"/>
                    <a:pt x="41756" y="0"/>
                    <a:pt x="26900" y="0"/>
                  </a:cubicBezTo>
                  <a:close/>
                  <a:moveTo>
                    <a:pt x="149888" y="0"/>
                  </a:moveTo>
                  <a:cubicBezTo>
                    <a:pt x="135032" y="0"/>
                    <a:pt x="122988" y="12044"/>
                    <a:pt x="122988" y="26900"/>
                  </a:cubicBezTo>
                  <a:cubicBezTo>
                    <a:pt x="122988" y="41756"/>
                    <a:pt x="135032" y="53800"/>
                    <a:pt x="149888" y="53800"/>
                  </a:cubicBezTo>
                  <a:cubicBezTo>
                    <a:pt x="164744" y="53800"/>
                    <a:pt x="176788" y="41756"/>
                    <a:pt x="176788" y="26900"/>
                  </a:cubicBezTo>
                  <a:cubicBezTo>
                    <a:pt x="176788" y="12044"/>
                    <a:pt x="164744" y="0"/>
                    <a:pt x="149888" y="0"/>
                  </a:cubicBezTo>
                  <a:close/>
                  <a:moveTo>
                    <a:pt x="272875" y="0"/>
                  </a:moveTo>
                  <a:cubicBezTo>
                    <a:pt x="258019" y="0"/>
                    <a:pt x="245975" y="12044"/>
                    <a:pt x="245975" y="26900"/>
                  </a:cubicBezTo>
                  <a:cubicBezTo>
                    <a:pt x="245975" y="41756"/>
                    <a:pt x="258019" y="53800"/>
                    <a:pt x="272875" y="53800"/>
                  </a:cubicBezTo>
                  <a:cubicBezTo>
                    <a:pt x="287731" y="53800"/>
                    <a:pt x="299775" y="41756"/>
                    <a:pt x="299775" y="26900"/>
                  </a:cubicBezTo>
                  <a:cubicBezTo>
                    <a:pt x="299775" y="12044"/>
                    <a:pt x="287731" y="0"/>
                    <a:pt x="272875" y="0"/>
                  </a:cubicBezTo>
                  <a:close/>
                  <a:moveTo>
                    <a:pt x="395863" y="0"/>
                  </a:moveTo>
                  <a:cubicBezTo>
                    <a:pt x="381007" y="0"/>
                    <a:pt x="368963" y="12044"/>
                    <a:pt x="368963" y="26900"/>
                  </a:cubicBezTo>
                  <a:cubicBezTo>
                    <a:pt x="368963" y="41756"/>
                    <a:pt x="381007" y="53800"/>
                    <a:pt x="395863" y="53800"/>
                  </a:cubicBezTo>
                  <a:cubicBezTo>
                    <a:pt x="410719" y="53800"/>
                    <a:pt x="422763" y="41756"/>
                    <a:pt x="422763" y="26900"/>
                  </a:cubicBezTo>
                  <a:cubicBezTo>
                    <a:pt x="422763" y="12044"/>
                    <a:pt x="410719" y="0"/>
                    <a:pt x="395863" y="0"/>
                  </a:cubicBezTo>
                  <a:close/>
                </a:path>
              </a:pathLst>
            </a:custGeom>
            <a:solidFill>
              <a:schemeClr val="dk1">
                <a:alpha val="22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4640" bIns="44640"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</p:grpSp>
      <p:sp>
        <p:nvSpPr>
          <p:cNvPr id="372" name="文本框 11"/>
          <p:cNvSpPr/>
          <p:nvPr/>
        </p:nvSpPr>
        <p:spPr>
          <a:xfrm>
            <a:off x="810720" y="1019880"/>
            <a:ext cx="10797120" cy="49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图片 12" descr="E:/AI工具/AI Office/PPT模版/png/压缩/bg.jpgbg"/>
          <p:cNvPicPr/>
          <p:nvPr/>
        </p:nvPicPr>
        <p:blipFill>
          <a:blip r:embed="rId1"/>
          <a:srcRect l="0" t="6" r="0" b="6"/>
          <a:stretch/>
        </p:blipFill>
        <p:spPr>
          <a:xfrm>
            <a:off x="0" y="1800"/>
            <a:ext cx="12191760" cy="685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4" name="标题 1"/>
          <p:cNvSpPr/>
          <p:nvPr/>
        </p:nvSpPr>
        <p:spPr>
          <a:xfrm>
            <a:off x="810720" y="236880"/>
            <a:ext cx="777960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{{section_title}}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75" name="直接连接符 8"/>
          <p:cNvCxnSpPr/>
          <p:nvPr/>
        </p:nvCxnSpPr>
        <p:spPr>
          <a:xfrm>
            <a:off x="0" y="895320"/>
            <a:ext cx="5465520" cy="360"/>
          </a:xfrm>
          <a:prstGeom prst="straightConnector1">
            <a:avLst/>
          </a:prstGeom>
          <a:ln w="22225">
            <a:solidFill>
              <a:srgbClr val="ffffff"/>
            </a:solidFill>
          </a:ln>
        </p:spPr>
      </p:cxnSp>
      <p:grpSp>
        <p:nvGrpSpPr>
          <p:cNvPr id="376" name="组合 4"/>
          <p:cNvGrpSpPr/>
          <p:nvPr/>
        </p:nvGrpSpPr>
        <p:grpSpPr>
          <a:xfrm>
            <a:off x="299520" y="470520"/>
            <a:ext cx="297000" cy="297000"/>
            <a:chOff x="299520" y="470520"/>
            <a:chExt cx="297000" cy="297000"/>
          </a:xfrm>
        </p:grpSpPr>
        <p:sp>
          <p:nvSpPr>
            <p:cNvPr id="377" name="标题 1"/>
            <p:cNvSpPr/>
            <p:nvPr/>
          </p:nvSpPr>
          <p:spPr>
            <a:xfrm flipH="1">
              <a:off x="299160" y="470520"/>
              <a:ext cx="297000" cy="297000"/>
            </a:xfrm>
            <a:prstGeom prst="rect">
              <a:avLst/>
            </a:pr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cxnSp>
          <p:nvCxnSpPr>
            <p:cNvPr id="378" name="标题 1"/>
            <p:cNvCxnSpPr/>
            <p:nvPr/>
          </p:nvCxnSpPr>
          <p:spPr>
            <a:xfrm>
              <a:off x="392400" y="618840"/>
              <a:ext cx="111960" cy="360"/>
            </a:xfrm>
            <a:prstGeom prst="straightConnector1">
              <a:avLst/>
            </a:prstGeom>
            <a:ln w="11430">
              <a:solidFill>
                <a:srgbClr val="ffffff"/>
              </a:solidFill>
              <a:miter/>
            </a:ln>
          </p:spPr>
        </p:cxnSp>
        <p:sp>
          <p:nvSpPr>
            <p:cNvPr id="379" name="标题 1"/>
            <p:cNvSpPr/>
            <p:nvPr/>
          </p:nvSpPr>
          <p:spPr>
            <a:xfrm rot="18900000">
              <a:off x="418680" y="579960"/>
              <a:ext cx="77760" cy="77760"/>
            </a:xfrm>
            <a:custGeom>
              <a:avLst/>
              <a:gdLst>
                <a:gd name="textAreaLeft" fmla="*/ 0 w 77760"/>
                <a:gd name="textAreaRight" fmla="*/ 78120 w 77760"/>
                <a:gd name="textAreaTop" fmla="*/ 0 h 77760"/>
                <a:gd name="textAreaBottom" fmla="*/ 78120 h 77760"/>
              </a:gdLst>
              <a:ahLst/>
              <a:cxnLst/>
              <a:rect l="textAreaLeft" t="textAreaTop" r="textAreaRight" b="textAreaBottom"/>
              <a:pathLst>
                <a:path w="252248" h="252248">
                  <a:moveTo>
                    <a:pt x="252248" y="0"/>
                  </a:moveTo>
                  <a:lnTo>
                    <a:pt x="252248" y="252248"/>
                  </a:lnTo>
                  <a:lnTo>
                    <a:pt x="0" y="252248"/>
                  </a:lnTo>
                </a:path>
              </a:pathLst>
            </a:custGeom>
            <a:noFill/>
            <a:ln w="1143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8880" bIns="38880"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</p:grpSp>
      <p:pic>
        <p:nvPicPr>
          <p:cNvPr id="380" name="图片 14" descr="E:/AI工具/AI Office/PPT模版/png/压缩/ren2_.jpgren2_"/>
          <p:cNvPicPr/>
          <p:nvPr/>
        </p:nvPicPr>
        <p:blipFill>
          <a:blip r:embed="rId2"/>
          <a:srcRect l="0" t="9" r="0" b="9"/>
          <a:stretch/>
        </p:blipFill>
        <p:spPr>
          <a:xfrm>
            <a:off x="810720" y="1793160"/>
            <a:ext cx="3385440" cy="4513680"/>
          </a:xfrm>
          <a:prstGeom prst="rect">
            <a:avLst/>
          </a:prstGeom>
          <a:noFill/>
          <a:ln w="57150">
            <a:solidFill>
              <a:srgbClr val="ffffff"/>
            </a:solidFill>
            <a:miter/>
          </a:ln>
        </p:spPr>
      </p:pic>
      <p:sp>
        <p:nvSpPr>
          <p:cNvPr id="381" name="Rectangle 4"/>
          <p:cNvSpPr/>
          <p:nvPr/>
        </p:nvSpPr>
        <p:spPr>
          <a:xfrm>
            <a:off x="1661400" y="4456800"/>
            <a:ext cx="4065840" cy="1144080"/>
          </a:xfrm>
          <a:prstGeom prst="rect">
            <a:avLst/>
          </a:prstGeom>
          <a:solidFill>
            <a:srgbClr val="daf4fb"/>
          </a:solidFill>
          <a:ln>
            <a:noFill/>
          </a:ln>
          <a:effectLst>
            <a:outerShdw algn="t" blurRad="762120" dir="5400000" dist="254160" rotWithShape="0">
              <a:srgbClr val="076dcd">
                <a:alpha val="2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180000" rIns="360000" tIns="45000" bIns="108000" anchor="b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400" strike="noStrike" u="none">
                <a:solidFill>
                  <a:srgbClr val="1577c3"/>
                </a:solidFill>
                <a:effectLst/>
                <a:uFillTx/>
                <a:latin typeface="Open Sans"/>
                <a:ea typeface="Open Sans"/>
              </a:rPr>
              <a:t>T</a:t>
            </a:r>
            <a:r>
              <a:rPr b="1" lang="en-U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Open Sans"/>
                <a:ea typeface="Open Sans"/>
              </a:rPr>
              <a:t>hose good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2400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Open Sans"/>
                <a:ea typeface="Open Sans"/>
              </a:rPr>
              <a:t>times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Box 6"/>
          <p:cNvSpPr/>
          <p:nvPr/>
        </p:nvSpPr>
        <p:spPr>
          <a:xfrm>
            <a:off x="7119720" y="1882800"/>
            <a:ext cx="4046040" cy="35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216000" tIns="36000" bIns="36000" anchor="t">
            <a:spAutoFit/>
          </a:bodyPr>
          <a:p>
            <a:pPr defTabSz="914400">
              <a:lnSpc>
                <a:spcPct val="130000"/>
              </a:lnSpc>
              <a:spcBef>
                <a:spcPts val="1001"/>
              </a:spcBef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{{content_points[0]}}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Box 7"/>
          <p:cNvSpPr/>
          <p:nvPr/>
        </p:nvSpPr>
        <p:spPr>
          <a:xfrm>
            <a:off x="7119720" y="2337840"/>
            <a:ext cx="40460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216000" tIns="36000" bIns="36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000" strike="noStrike" u="none">
                <a:solidFill>
                  <a:schemeClr val="dk1">
                    <a:alpha val="70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{{detailed_content[0]}}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Box 6"/>
          <p:cNvSpPr/>
          <p:nvPr/>
        </p:nvSpPr>
        <p:spPr>
          <a:xfrm>
            <a:off x="7119720" y="4536360"/>
            <a:ext cx="4046040" cy="35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216000" tIns="36000" bIns="36000" anchor="t">
            <a:spAutoFit/>
          </a:bodyPr>
          <a:p>
            <a:pPr defTabSz="914400">
              <a:lnSpc>
                <a:spcPct val="130000"/>
              </a:lnSpc>
              <a:spcBef>
                <a:spcPts val="1001"/>
              </a:spcBef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{{content_points[1]}}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Box 7"/>
          <p:cNvSpPr/>
          <p:nvPr/>
        </p:nvSpPr>
        <p:spPr>
          <a:xfrm>
            <a:off x="7119720" y="4991760"/>
            <a:ext cx="40460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216000" tIns="36000" bIns="36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000" strike="noStrike" u="none">
                <a:solidFill>
                  <a:schemeClr val="dk1">
                    <a:alpha val="70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{{detailed_content[1]}}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86" name="组合 1"/>
          <p:cNvGrpSpPr/>
          <p:nvPr/>
        </p:nvGrpSpPr>
        <p:grpSpPr>
          <a:xfrm>
            <a:off x="10694520" y="585000"/>
            <a:ext cx="913680" cy="95760"/>
            <a:chOff x="10694520" y="585000"/>
            <a:chExt cx="913680" cy="95760"/>
          </a:xfrm>
        </p:grpSpPr>
        <p:sp>
          <p:nvSpPr>
            <p:cNvPr id="387" name="标题 1"/>
            <p:cNvSpPr/>
            <p:nvPr/>
          </p:nvSpPr>
          <p:spPr>
            <a:xfrm flipH="1">
              <a:off x="10694520" y="585000"/>
              <a:ext cx="89280" cy="89280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1680" bIns="31680"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sp>
          <p:nvSpPr>
            <p:cNvPr id="388" name="标题 1"/>
            <p:cNvSpPr/>
            <p:nvPr/>
          </p:nvSpPr>
          <p:spPr>
            <a:xfrm flipH="1">
              <a:off x="10904760" y="591480"/>
              <a:ext cx="703080" cy="89280"/>
            </a:xfrm>
            <a:custGeom>
              <a:avLst/>
              <a:gdLst>
                <a:gd name="textAreaLeft" fmla="*/ -360 w 703080"/>
                <a:gd name="textAreaRight" fmla="*/ 703080 w 70308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422763" h="53800">
                  <a:moveTo>
                    <a:pt x="26900" y="0"/>
                  </a:moveTo>
                  <a:cubicBezTo>
                    <a:pt x="12044" y="0"/>
                    <a:pt x="0" y="12044"/>
                    <a:pt x="0" y="26900"/>
                  </a:cubicBezTo>
                  <a:cubicBezTo>
                    <a:pt x="0" y="41756"/>
                    <a:pt x="12044" y="53800"/>
                    <a:pt x="26900" y="53800"/>
                  </a:cubicBezTo>
                  <a:cubicBezTo>
                    <a:pt x="41756" y="53800"/>
                    <a:pt x="53800" y="41756"/>
                    <a:pt x="53800" y="26900"/>
                  </a:cubicBezTo>
                  <a:cubicBezTo>
                    <a:pt x="53800" y="12044"/>
                    <a:pt x="41756" y="0"/>
                    <a:pt x="26900" y="0"/>
                  </a:cubicBezTo>
                  <a:close/>
                  <a:moveTo>
                    <a:pt x="149888" y="0"/>
                  </a:moveTo>
                  <a:cubicBezTo>
                    <a:pt x="135032" y="0"/>
                    <a:pt x="122988" y="12044"/>
                    <a:pt x="122988" y="26900"/>
                  </a:cubicBezTo>
                  <a:cubicBezTo>
                    <a:pt x="122988" y="41756"/>
                    <a:pt x="135032" y="53800"/>
                    <a:pt x="149888" y="53800"/>
                  </a:cubicBezTo>
                  <a:cubicBezTo>
                    <a:pt x="164744" y="53800"/>
                    <a:pt x="176788" y="41756"/>
                    <a:pt x="176788" y="26900"/>
                  </a:cubicBezTo>
                  <a:cubicBezTo>
                    <a:pt x="176788" y="12044"/>
                    <a:pt x="164744" y="0"/>
                    <a:pt x="149888" y="0"/>
                  </a:cubicBezTo>
                  <a:close/>
                  <a:moveTo>
                    <a:pt x="272875" y="0"/>
                  </a:moveTo>
                  <a:cubicBezTo>
                    <a:pt x="258019" y="0"/>
                    <a:pt x="245975" y="12044"/>
                    <a:pt x="245975" y="26900"/>
                  </a:cubicBezTo>
                  <a:cubicBezTo>
                    <a:pt x="245975" y="41756"/>
                    <a:pt x="258019" y="53800"/>
                    <a:pt x="272875" y="53800"/>
                  </a:cubicBezTo>
                  <a:cubicBezTo>
                    <a:pt x="287731" y="53800"/>
                    <a:pt x="299775" y="41756"/>
                    <a:pt x="299775" y="26900"/>
                  </a:cubicBezTo>
                  <a:cubicBezTo>
                    <a:pt x="299775" y="12044"/>
                    <a:pt x="287731" y="0"/>
                    <a:pt x="272875" y="0"/>
                  </a:cubicBezTo>
                  <a:close/>
                  <a:moveTo>
                    <a:pt x="395863" y="0"/>
                  </a:moveTo>
                  <a:cubicBezTo>
                    <a:pt x="381007" y="0"/>
                    <a:pt x="368963" y="12044"/>
                    <a:pt x="368963" y="26900"/>
                  </a:cubicBezTo>
                  <a:cubicBezTo>
                    <a:pt x="368963" y="41756"/>
                    <a:pt x="381007" y="53800"/>
                    <a:pt x="395863" y="53800"/>
                  </a:cubicBezTo>
                  <a:cubicBezTo>
                    <a:pt x="410719" y="53800"/>
                    <a:pt x="422763" y="41756"/>
                    <a:pt x="422763" y="26900"/>
                  </a:cubicBezTo>
                  <a:cubicBezTo>
                    <a:pt x="422763" y="12044"/>
                    <a:pt x="410719" y="0"/>
                    <a:pt x="395863" y="0"/>
                  </a:cubicBezTo>
                  <a:close/>
                </a:path>
              </a:pathLst>
            </a:custGeom>
            <a:solidFill>
              <a:schemeClr val="dk1">
                <a:alpha val="22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4640" bIns="44640"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</p:grpSp>
      <p:sp>
        <p:nvSpPr>
          <p:cNvPr id="389" name="文本框 10"/>
          <p:cNvSpPr/>
          <p:nvPr/>
        </p:nvSpPr>
        <p:spPr>
          <a:xfrm>
            <a:off x="810720" y="1019880"/>
            <a:ext cx="10797120" cy="49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图片 12" descr="E:/AI工具/AI Office/PPT模版/png/压缩/bg.jpgbg"/>
          <p:cNvPicPr/>
          <p:nvPr/>
        </p:nvPicPr>
        <p:blipFill>
          <a:blip r:embed="rId1"/>
          <a:srcRect l="0" t="6" r="0" b="6"/>
          <a:stretch/>
        </p:blipFill>
        <p:spPr>
          <a:xfrm>
            <a:off x="0" y="1800"/>
            <a:ext cx="12191760" cy="685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1" name="标题 1"/>
          <p:cNvSpPr/>
          <p:nvPr/>
        </p:nvSpPr>
        <p:spPr>
          <a:xfrm>
            <a:off x="810720" y="236880"/>
            <a:ext cx="777960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{{section_title}}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92" name="直接连接符 8"/>
          <p:cNvCxnSpPr/>
          <p:nvPr/>
        </p:nvCxnSpPr>
        <p:spPr>
          <a:xfrm>
            <a:off x="0" y="895320"/>
            <a:ext cx="5465520" cy="360"/>
          </a:xfrm>
          <a:prstGeom prst="straightConnector1">
            <a:avLst/>
          </a:prstGeom>
          <a:ln w="22225">
            <a:solidFill>
              <a:srgbClr val="ffffff"/>
            </a:solidFill>
          </a:ln>
        </p:spPr>
      </p:cxnSp>
      <p:grpSp>
        <p:nvGrpSpPr>
          <p:cNvPr id="393" name="组合 4"/>
          <p:cNvGrpSpPr/>
          <p:nvPr/>
        </p:nvGrpSpPr>
        <p:grpSpPr>
          <a:xfrm>
            <a:off x="299520" y="470520"/>
            <a:ext cx="297000" cy="297000"/>
            <a:chOff x="299520" y="470520"/>
            <a:chExt cx="297000" cy="297000"/>
          </a:xfrm>
        </p:grpSpPr>
        <p:sp>
          <p:nvSpPr>
            <p:cNvPr id="394" name="标题 1"/>
            <p:cNvSpPr/>
            <p:nvPr/>
          </p:nvSpPr>
          <p:spPr>
            <a:xfrm flipH="1">
              <a:off x="299160" y="470520"/>
              <a:ext cx="297000" cy="297000"/>
            </a:xfrm>
            <a:prstGeom prst="rect">
              <a:avLst/>
            </a:pr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cxnSp>
          <p:nvCxnSpPr>
            <p:cNvPr id="395" name="标题 1"/>
            <p:cNvCxnSpPr/>
            <p:nvPr/>
          </p:nvCxnSpPr>
          <p:spPr>
            <a:xfrm>
              <a:off x="392400" y="618840"/>
              <a:ext cx="111960" cy="360"/>
            </a:xfrm>
            <a:prstGeom prst="straightConnector1">
              <a:avLst/>
            </a:prstGeom>
            <a:ln w="11430">
              <a:solidFill>
                <a:srgbClr val="ffffff"/>
              </a:solidFill>
              <a:miter/>
            </a:ln>
          </p:spPr>
        </p:cxnSp>
        <p:sp>
          <p:nvSpPr>
            <p:cNvPr id="396" name="标题 1"/>
            <p:cNvSpPr/>
            <p:nvPr/>
          </p:nvSpPr>
          <p:spPr>
            <a:xfrm rot="18900000">
              <a:off x="418680" y="579960"/>
              <a:ext cx="77760" cy="77760"/>
            </a:xfrm>
            <a:custGeom>
              <a:avLst/>
              <a:gdLst>
                <a:gd name="textAreaLeft" fmla="*/ 0 w 77760"/>
                <a:gd name="textAreaRight" fmla="*/ 78120 w 77760"/>
                <a:gd name="textAreaTop" fmla="*/ 0 h 77760"/>
                <a:gd name="textAreaBottom" fmla="*/ 78120 h 77760"/>
              </a:gdLst>
              <a:ahLst/>
              <a:cxnLst/>
              <a:rect l="textAreaLeft" t="textAreaTop" r="textAreaRight" b="textAreaBottom"/>
              <a:pathLst>
                <a:path w="252248" h="252248">
                  <a:moveTo>
                    <a:pt x="252248" y="0"/>
                  </a:moveTo>
                  <a:lnTo>
                    <a:pt x="252248" y="252248"/>
                  </a:lnTo>
                  <a:lnTo>
                    <a:pt x="0" y="252248"/>
                  </a:lnTo>
                </a:path>
              </a:pathLst>
            </a:custGeom>
            <a:noFill/>
            <a:ln w="1143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8880" bIns="38880"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</p:grpSp>
      <p:cxnSp>
        <p:nvCxnSpPr>
          <p:cNvPr id="397" name="标题 1"/>
          <p:cNvCxnSpPr/>
          <p:nvPr/>
        </p:nvCxnSpPr>
        <p:spPr>
          <a:xfrm>
            <a:off x="723600" y="3145680"/>
            <a:ext cx="4667760" cy="360"/>
          </a:xfrm>
          <a:prstGeom prst="straightConnector1">
            <a:avLst/>
          </a:prstGeom>
          <a:ln cap="sq" w="12700">
            <a:solidFill>
              <a:srgbClr val="ffffff"/>
            </a:solidFill>
            <a:miter/>
          </a:ln>
        </p:spPr>
      </p:cxnSp>
      <p:cxnSp>
        <p:nvCxnSpPr>
          <p:cNvPr id="398" name="标题 1"/>
          <p:cNvCxnSpPr/>
          <p:nvPr/>
        </p:nvCxnSpPr>
        <p:spPr>
          <a:xfrm>
            <a:off x="723600" y="4666320"/>
            <a:ext cx="4667760" cy="360"/>
          </a:xfrm>
          <a:prstGeom prst="straightConnector1">
            <a:avLst/>
          </a:prstGeom>
          <a:ln cap="sq" w="12700">
            <a:solidFill>
              <a:srgbClr val="ffffff"/>
            </a:solidFill>
            <a:miter/>
          </a:ln>
        </p:spPr>
      </p:cxnSp>
      <p:cxnSp>
        <p:nvCxnSpPr>
          <p:cNvPr id="399" name="标题 1"/>
          <p:cNvCxnSpPr/>
          <p:nvPr/>
        </p:nvCxnSpPr>
        <p:spPr>
          <a:xfrm>
            <a:off x="723600" y="6188400"/>
            <a:ext cx="4667760" cy="360"/>
          </a:xfrm>
          <a:prstGeom prst="straightConnector1">
            <a:avLst/>
          </a:prstGeom>
          <a:ln cap="sq" w="12700">
            <a:solidFill>
              <a:srgbClr val="ffffff"/>
            </a:solidFill>
            <a:miter/>
          </a:ln>
        </p:spPr>
      </p:cxnSp>
      <p:sp>
        <p:nvSpPr>
          <p:cNvPr id="400" name="标题 1"/>
          <p:cNvSpPr/>
          <p:nvPr/>
        </p:nvSpPr>
        <p:spPr>
          <a:xfrm>
            <a:off x="1257480" y="1877760"/>
            <a:ext cx="45345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defTabSz="914400">
              <a:lnSpc>
                <a:spcPct val="130000"/>
              </a:lnSpc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{{content_points[0]}}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标题 1"/>
          <p:cNvSpPr/>
          <p:nvPr/>
        </p:nvSpPr>
        <p:spPr>
          <a:xfrm>
            <a:off x="723960" y="2306520"/>
            <a:ext cx="5166000" cy="20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900" strike="noStrike" u="none">
                <a:solidFill>
                  <a:schemeClr val="dk1">
                    <a:alpha val="70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{{detailed_content[0]}}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标题 1"/>
          <p:cNvSpPr/>
          <p:nvPr/>
        </p:nvSpPr>
        <p:spPr>
          <a:xfrm>
            <a:off x="1257480" y="3457440"/>
            <a:ext cx="45345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defTabSz="914400">
              <a:lnSpc>
                <a:spcPct val="130000"/>
              </a:lnSpc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{{content_points[1]}}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标题 1"/>
          <p:cNvSpPr/>
          <p:nvPr/>
        </p:nvSpPr>
        <p:spPr>
          <a:xfrm>
            <a:off x="723960" y="3890880"/>
            <a:ext cx="5165640" cy="20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900" strike="noStrike" u="none">
                <a:solidFill>
                  <a:schemeClr val="dk1">
                    <a:alpha val="70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{{detailed_content[1]}}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标题 1"/>
          <p:cNvSpPr/>
          <p:nvPr/>
        </p:nvSpPr>
        <p:spPr>
          <a:xfrm>
            <a:off x="1257480" y="4979520"/>
            <a:ext cx="45345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defTabSz="914400">
              <a:lnSpc>
                <a:spcPct val="130000"/>
              </a:lnSpc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{{content_points[2]}}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标题 1"/>
          <p:cNvSpPr/>
          <p:nvPr/>
        </p:nvSpPr>
        <p:spPr>
          <a:xfrm>
            <a:off x="723960" y="5413320"/>
            <a:ext cx="5165640" cy="20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900" strike="noStrike" u="none">
                <a:solidFill>
                  <a:schemeClr val="dk1">
                    <a:alpha val="70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{{detailed_content[2]}}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06" name="标题 1"/>
          <p:cNvCxnSpPr/>
          <p:nvPr/>
        </p:nvCxnSpPr>
        <p:spPr>
          <a:xfrm>
            <a:off x="6883200" y="3145680"/>
            <a:ext cx="4667760" cy="360"/>
          </a:xfrm>
          <a:prstGeom prst="straightConnector1">
            <a:avLst/>
          </a:prstGeom>
          <a:ln cap="sq" w="12700">
            <a:solidFill>
              <a:srgbClr val="ffffff"/>
            </a:solidFill>
            <a:miter/>
          </a:ln>
        </p:spPr>
      </p:cxnSp>
      <p:cxnSp>
        <p:nvCxnSpPr>
          <p:cNvPr id="407" name="标题 1"/>
          <p:cNvCxnSpPr/>
          <p:nvPr/>
        </p:nvCxnSpPr>
        <p:spPr>
          <a:xfrm>
            <a:off x="6883200" y="4666320"/>
            <a:ext cx="4667760" cy="360"/>
          </a:xfrm>
          <a:prstGeom prst="straightConnector1">
            <a:avLst/>
          </a:prstGeom>
          <a:ln cap="sq" w="12700">
            <a:solidFill>
              <a:srgbClr val="ffffff"/>
            </a:solidFill>
            <a:miter/>
          </a:ln>
        </p:spPr>
      </p:cxnSp>
      <p:cxnSp>
        <p:nvCxnSpPr>
          <p:cNvPr id="408" name="标题 1"/>
          <p:cNvCxnSpPr/>
          <p:nvPr/>
        </p:nvCxnSpPr>
        <p:spPr>
          <a:xfrm>
            <a:off x="6883200" y="6188400"/>
            <a:ext cx="4667760" cy="360"/>
          </a:xfrm>
          <a:prstGeom prst="straightConnector1">
            <a:avLst/>
          </a:prstGeom>
          <a:ln cap="sq" w="12700">
            <a:solidFill>
              <a:srgbClr val="ffffff"/>
            </a:solidFill>
            <a:miter/>
          </a:ln>
        </p:spPr>
      </p:cxnSp>
      <p:sp>
        <p:nvSpPr>
          <p:cNvPr id="409" name="标题 1"/>
          <p:cNvSpPr/>
          <p:nvPr/>
        </p:nvSpPr>
        <p:spPr>
          <a:xfrm>
            <a:off x="7512840" y="1879560"/>
            <a:ext cx="45345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defTabSz="914400">
              <a:lnSpc>
                <a:spcPct val="130000"/>
              </a:lnSpc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{{content_points[3]}}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标题 1"/>
          <p:cNvSpPr/>
          <p:nvPr/>
        </p:nvSpPr>
        <p:spPr>
          <a:xfrm>
            <a:off x="6883560" y="2306520"/>
            <a:ext cx="5166000" cy="20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900" strike="noStrike" u="none">
                <a:solidFill>
                  <a:schemeClr val="dk1">
                    <a:alpha val="70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{{detailed_content[3]}}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标题 1"/>
          <p:cNvSpPr/>
          <p:nvPr/>
        </p:nvSpPr>
        <p:spPr>
          <a:xfrm>
            <a:off x="7512840" y="3459600"/>
            <a:ext cx="45345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defTabSz="914400">
              <a:lnSpc>
                <a:spcPct val="130000"/>
              </a:lnSpc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{{content_points[4]}}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标题 1"/>
          <p:cNvSpPr/>
          <p:nvPr/>
        </p:nvSpPr>
        <p:spPr>
          <a:xfrm>
            <a:off x="6883560" y="3890880"/>
            <a:ext cx="5165640" cy="20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900" strike="noStrike" u="none">
                <a:solidFill>
                  <a:schemeClr val="dk1">
                    <a:alpha val="70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{{detailed_content[4]}}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标题 1"/>
          <p:cNvSpPr/>
          <p:nvPr/>
        </p:nvSpPr>
        <p:spPr>
          <a:xfrm>
            <a:off x="7512840" y="4981320"/>
            <a:ext cx="45345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 defTabSz="914400">
              <a:lnSpc>
                <a:spcPct val="130000"/>
              </a:lnSpc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{{content_points[5]}}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标题 1"/>
          <p:cNvSpPr/>
          <p:nvPr/>
        </p:nvSpPr>
        <p:spPr>
          <a:xfrm>
            <a:off x="6883560" y="5413320"/>
            <a:ext cx="5165640" cy="20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900" strike="noStrike" u="none">
                <a:solidFill>
                  <a:schemeClr val="dk1">
                    <a:alpha val="70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{{detailed_content[5]}}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标题 1"/>
          <p:cNvSpPr/>
          <p:nvPr/>
        </p:nvSpPr>
        <p:spPr>
          <a:xfrm>
            <a:off x="655920" y="1750320"/>
            <a:ext cx="616320" cy="52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6000"/>
              </a:lnSpc>
            </a:pPr>
            <a:r>
              <a:rPr b="1" lang="en-US" sz="3200" strike="noStrike" u="none">
                <a:solidFill>
                  <a:srgbClr val="3199ea"/>
                </a:solidFill>
                <a:effectLst/>
                <a:uFillTx/>
                <a:latin typeface="微软雅黑"/>
                <a:ea typeface="微软雅黑"/>
              </a:rPr>
              <a:t>01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标题 1"/>
          <p:cNvSpPr/>
          <p:nvPr/>
        </p:nvSpPr>
        <p:spPr>
          <a:xfrm>
            <a:off x="655920" y="3324240"/>
            <a:ext cx="616320" cy="52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6000"/>
              </a:lnSpc>
            </a:pPr>
            <a:r>
              <a:rPr b="1" lang="en-US" sz="3200" strike="noStrike" u="none">
                <a:solidFill>
                  <a:srgbClr val="d663e3"/>
                </a:solidFill>
                <a:effectLst/>
                <a:uFillTx/>
                <a:latin typeface="微软雅黑"/>
                <a:ea typeface="微软雅黑"/>
              </a:rPr>
              <a:t>02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标题 1"/>
          <p:cNvSpPr/>
          <p:nvPr/>
        </p:nvSpPr>
        <p:spPr>
          <a:xfrm>
            <a:off x="655920" y="4845240"/>
            <a:ext cx="616320" cy="52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6000"/>
              </a:lnSpc>
            </a:pPr>
            <a:r>
              <a:rPr b="1" lang="en-US" sz="3200" strike="noStrike" u="none">
                <a:solidFill>
                  <a:srgbClr val="3bb1a5"/>
                </a:solidFill>
                <a:effectLst/>
                <a:uFillTx/>
                <a:latin typeface="微软雅黑"/>
                <a:ea typeface="微软雅黑"/>
              </a:rPr>
              <a:t>03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标题 1"/>
          <p:cNvSpPr/>
          <p:nvPr/>
        </p:nvSpPr>
        <p:spPr>
          <a:xfrm>
            <a:off x="6883560" y="1751400"/>
            <a:ext cx="616320" cy="52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6000"/>
              </a:lnSpc>
            </a:pPr>
            <a:r>
              <a:rPr b="1" lang="en-US" sz="3200" strike="noStrike" u="none">
                <a:solidFill>
                  <a:srgbClr val="3199ea"/>
                </a:solidFill>
                <a:effectLst/>
                <a:uFillTx/>
                <a:latin typeface="微软雅黑"/>
                <a:ea typeface="微软雅黑"/>
              </a:rPr>
              <a:t>04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标题 1"/>
          <p:cNvSpPr/>
          <p:nvPr/>
        </p:nvSpPr>
        <p:spPr>
          <a:xfrm>
            <a:off x="6883560" y="3325320"/>
            <a:ext cx="616320" cy="52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6000"/>
              </a:lnSpc>
            </a:pPr>
            <a:r>
              <a:rPr b="1" lang="en-US" sz="3200" strike="noStrike" u="none">
                <a:solidFill>
                  <a:srgbClr val="d663e3"/>
                </a:solidFill>
                <a:effectLst/>
                <a:uFillTx/>
                <a:latin typeface="微软雅黑"/>
                <a:ea typeface="微软雅黑"/>
              </a:rPr>
              <a:t>05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标题 1"/>
          <p:cNvSpPr/>
          <p:nvPr/>
        </p:nvSpPr>
        <p:spPr>
          <a:xfrm>
            <a:off x="6883560" y="4846680"/>
            <a:ext cx="616320" cy="52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6000"/>
              </a:lnSpc>
            </a:pPr>
            <a:r>
              <a:rPr b="1" lang="en-US" sz="3200" strike="noStrike" u="none">
                <a:solidFill>
                  <a:srgbClr val="3bb1a5"/>
                </a:solidFill>
                <a:effectLst/>
                <a:uFillTx/>
                <a:latin typeface="微软雅黑"/>
                <a:ea typeface="微软雅黑"/>
              </a:rPr>
              <a:t>06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21" name="组合 1"/>
          <p:cNvGrpSpPr/>
          <p:nvPr/>
        </p:nvGrpSpPr>
        <p:grpSpPr>
          <a:xfrm>
            <a:off x="10694520" y="585000"/>
            <a:ext cx="913680" cy="95760"/>
            <a:chOff x="10694520" y="585000"/>
            <a:chExt cx="913680" cy="95760"/>
          </a:xfrm>
        </p:grpSpPr>
        <p:sp>
          <p:nvSpPr>
            <p:cNvPr id="422" name="标题 1"/>
            <p:cNvSpPr/>
            <p:nvPr/>
          </p:nvSpPr>
          <p:spPr>
            <a:xfrm flipH="1">
              <a:off x="10694520" y="585000"/>
              <a:ext cx="89280" cy="89280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1680" bIns="31680"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sp>
          <p:nvSpPr>
            <p:cNvPr id="423" name="标题 1"/>
            <p:cNvSpPr/>
            <p:nvPr/>
          </p:nvSpPr>
          <p:spPr>
            <a:xfrm flipH="1">
              <a:off x="10904760" y="591480"/>
              <a:ext cx="703080" cy="89280"/>
            </a:xfrm>
            <a:custGeom>
              <a:avLst/>
              <a:gdLst>
                <a:gd name="textAreaLeft" fmla="*/ -360 w 703080"/>
                <a:gd name="textAreaRight" fmla="*/ 703080 w 70308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422763" h="53800">
                  <a:moveTo>
                    <a:pt x="26900" y="0"/>
                  </a:moveTo>
                  <a:cubicBezTo>
                    <a:pt x="12044" y="0"/>
                    <a:pt x="0" y="12044"/>
                    <a:pt x="0" y="26900"/>
                  </a:cubicBezTo>
                  <a:cubicBezTo>
                    <a:pt x="0" y="41756"/>
                    <a:pt x="12044" y="53800"/>
                    <a:pt x="26900" y="53800"/>
                  </a:cubicBezTo>
                  <a:cubicBezTo>
                    <a:pt x="41756" y="53800"/>
                    <a:pt x="53800" y="41756"/>
                    <a:pt x="53800" y="26900"/>
                  </a:cubicBezTo>
                  <a:cubicBezTo>
                    <a:pt x="53800" y="12044"/>
                    <a:pt x="41756" y="0"/>
                    <a:pt x="26900" y="0"/>
                  </a:cubicBezTo>
                  <a:close/>
                  <a:moveTo>
                    <a:pt x="149888" y="0"/>
                  </a:moveTo>
                  <a:cubicBezTo>
                    <a:pt x="135032" y="0"/>
                    <a:pt x="122988" y="12044"/>
                    <a:pt x="122988" y="26900"/>
                  </a:cubicBezTo>
                  <a:cubicBezTo>
                    <a:pt x="122988" y="41756"/>
                    <a:pt x="135032" y="53800"/>
                    <a:pt x="149888" y="53800"/>
                  </a:cubicBezTo>
                  <a:cubicBezTo>
                    <a:pt x="164744" y="53800"/>
                    <a:pt x="176788" y="41756"/>
                    <a:pt x="176788" y="26900"/>
                  </a:cubicBezTo>
                  <a:cubicBezTo>
                    <a:pt x="176788" y="12044"/>
                    <a:pt x="164744" y="0"/>
                    <a:pt x="149888" y="0"/>
                  </a:cubicBezTo>
                  <a:close/>
                  <a:moveTo>
                    <a:pt x="272875" y="0"/>
                  </a:moveTo>
                  <a:cubicBezTo>
                    <a:pt x="258019" y="0"/>
                    <a:pt x="245975" y="12044"/>
                    <a:pt x="245975" y="26900"/>
                  </a:cubicBezTo>
                  <a:cubicBezTo>
                    <a:pt x="245975" y="41756"/>
                    <a:pt x="258019" y="53800"/>
                    <a:pt x="272875" y="53800"/>
                  </a:cubicBezTo>
                  <a:cubicBezTo>
                    <a:pt x="287731" y="53800"/>
                    <a:pt x="299775" y="41756"/>
                    <a:pt x="299775" y="26900"/>
                  </a:cubicBezTo>
                  <a:cubicBezTo>
                    <a:pt x="299775" y="12044"/>
                    <a:pt x="287731" y="0"/>
                    <a:pt x="272875" y="0"/>
                  </a:cubicBezTo>
                  <a:close/>
                  <a:moveTo>
                    <a:pt x="395863" y="0"/>
                  </a:moveTo>
                  <a:cubicBezTo>
                    <a:pt x="381007" y="0"/>
                    <a:pt x="368963" y="12044"/>
                    <a:pt x="368963" y="26900"/>
                  </a:cubicBezTo>
                  <a:cubicBezTo>
                    <a:pt x="368963" y="41756"/>
                    <a:pt x="381007" y="53800"/>
                    <a:pt x="395863" y="53800"/>
                  </a:cubicBezTo>
                  <a:cubicBezTo>
                    <a:pt x="410719" y="53800"/>
                    <a:pt x="422763" y="41756"/>
                    <a:pt x="422763" y="26900"/>
                  </a:cubicBezTo>
                  <a:cubicBezTo>
                    <a:pt x="422763" y="12044"/>
                    <a:pt x="410719" y="0"/>
                    <a:pt x="395863" y="0"/>
                  </a:cubicBezTo>
                  <a:close/>
                </a:path>
              </a:pathLst>
            </a:custGeom>
            <a:solidFill>
              <a:schemeClr val="dk1">
                <a:alpha val="22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4640" bIns="44640"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</p:grpSp>
      <p:sp>
        <p:nvSpPr>
          <p:cNvPr id="424" name="文本框 37"/>
          <p:cNvSpPr/>
          <p:nvPr/>
        </p:nvSpPr>
        <p:spPr>
          <a:xfrm>
            <a:off x="810720" y="1019880"/>
            <a:ext cx="10797120" cy="49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" name="图片 12" descr="E:/AI工具/AI Office/PPT模版/png/压缩/bg.jpgbg"/>
          <p:cNvPicPr/>
          <p:nvPr/>
        </p:nvPicPr>
        <p:blipFill>
          <a:blip r:embed="rId1"/>
          <a:srcRect l="0" t="6" r="0" b="6"/>
          <a:stretch/>
        </p:blipFill>
        <p:spPr>
          <a:xfrm>
            <a:off x="0" y="1800"/>
            <a:ext cx="12191760" cy="685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6" name="标题 1"/>
          <p:cNvSpPr/>
          <p:nvPr/>
        </p:nvSpPr>
        <p:spPr>
          <a:xfrm>
            <a:off x="810720" y="236880"/>
            <a:ext cx="777960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{{section_title}}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27" name="直接连接符 8"/>
          <p:cNvCxnSpPr/>
          <p:nvPr/>
        </p:nvCxnSpPr>
        <p:spPr>
          <a:xfrm>
            <a:off x="0" y="895320"/>
            <a:ext cx="5465520" cy="360"/>
          </a:xfrm>
          <a:prstGeom prst="straightConnector1">
            <a:avLst/>
          </a:prstGeom>
          <a:ln w="22225">
            <a:solidFill>
              <a:srgbClr val="ffffff"/>
            </a:solidFill>
          </a:ln>
        </p:spPr>
      </p:cxnSp>
      <p:grpSp>
        <p:nvGrpSpPr>
          <p:cNvPr id="428" name="组合 4"/>
          <p:cNvGrpSpPr/>
          <p:nvPr/>
        </p:nvGrpSpPr>
        <p:grpSpPr>
          <a:xfrm>
            <a:off x="299520" y="470520"/>
            <a:ext cx="297000" cy="297000"/>
            <a:chOff x="299520" y="470520"/>
            <a:chExt cx="297000" cy="297000"/>
          </a:xfrm>
        </p:grpSpPr>
        <p:sp>
          <p:nvSpPr>
            <p:cNvPr id="429" name="标题 1"/>
            <p:cNvSpPr/>
            <p:nvPr/>
          </p:nvSpPr>
          <p:spPr>
            <a:xfrm flipH="1">
              <a:off x="299160" y="470520"/>
              <a:ext cx="297000" cy="297000"/>
            </a:xfrm>
            <a:prstGeom prst="rect">
              <a:avLst/>
            </a:pr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cxnSp>
          <p:nvCxnSpPr>
            <p:cNvPr id="430" name="标题 1"/>
            <p:cNvCxnSpPr/>
            <p:nvPr/>
          </p:nvCxnSpPr>
          <p:spPr>
            <a:xfrm>
              <a:off x="392400" y="618840"/>
              <a:ext cx="111960" cy="360"/>
            </a:xfrm>
            <a:prstGeom prst="straightConnector1">
              <a:avLst/>
            </a:prstGeom>
            <a:ln w="11430">
              <a:solidFill>
                <a:srgbClr val="ffffff"/>
              </a:solidFill>
              <a:miter/>
            </a:ln>
          </p:spPr>
        </p:cxnSp>
        <p:sp>
          <p:nvSpPr>
            <p:cNvPr id="431" name="标题 1"/>
            <p:cNvSpPr/>
            <p:nvPr/>
          </p:nvSpPr>
          <p:spPr>
            <a:xfrm rot="18900000">
              <a:off x="418680" y="579960"/>
              <a:ext cx="77760" cy="77760"/>
            </a:xfrm>
            <a:custGeom>
              <a:avLst/>
              <a:gdLst>
                <a:gd name="textAreaLeft" fmla="*/ 0 w 77760"/>
                <a:gd name="textAreaRight" fmla="*/ 78120 w 77760"/>
                <a:gd name="textAreaTop" fmla="*/ 0 h 77760"/>
                <a:gd name="textAreaBottom" fmla="*/ 78120 h 77760"/>
              </a:gdLst>
              <a:ahLst/>
              <a:cxnLst/>
              <a:rect l="textAreaLeft" t="textAreaTop" r="textAreaRight" b="textAreaBottom"/>
              <a:pathLst>
                <a:path w="252248" h="252248">
                  <a:moveTo>
                    <a:pt x="252248" y="0"/>
                  </a:moveTo>
                  <a:lnTo>
                    <a:pt x="252248" y="252248"/>
                  </a:lnTo>
                  <a:lnTo>
                    <a:pt x="0" y="252248"/>
                  </a:lnTo>
                </a:path>
              </a:pathLst>
            </a:custGeom>
            <a:noFill/>
            <a:ln w="1143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8880" bIns="38880"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</p:grpSp>
      <p:grpSp>
        <p:nvGrpSpPr>
          <p:cNvPr id="432" name="组合 38"/>
          <p:cNvGrpSpPr/>
          <p:nvPr/>
        </p:nvGrpSpPr>
        <p:grpSpPr>
          <a:xfrm>
            <a:off x="424800" y="1678680"/>
            <a:ext cx="11252520" cy="4554720"/>
            <a:chOff x="424800" y="1678680"/>
            <a:chExt cx="11252520" cy="4554720"/>
          </a:xfrm>
        </p:grpSpPr>
        <p:cxnSp>
          <p:nvCxnSpPr>
            <p:cNvPr id="433" name="直接连接符 39"/>
            <p:cNvCxnSpPr/>
            <p:nvPr/>
          </p:nvCxnSpPr>
          <p:spPr>
            <a:xfrm>
              <a:off x="3171960" y="3190320"/>
              <a:ext cx="360" cy="3043080"/>
            </a:xfrm>
            <a:prstGeom prst="straightConnector1">
              <a:avLst/>
            </a:prstGeom>
            <a:ln>
              <a:solidFill>
                <a:srgbClr val="ffffff"/>
              </a:solidFill>
            </a:ln>
          </p:spPr>
        </p:cxnSp>
        <p:cxnSp>
          <p:nvCxnSpPr>
            <p:cNvPr id="434" name="直接连接符 40"/>
            <p:cNvCxnSpPr/>
            <p:nvPr/>
          </p:nvCxnSpPr>
          <p:spPr>
            <a:xfrm>
              <a:off x="6078600" y="1678680"/>
              <a:ext cx="360" cy="4554720"/>
            </a:xfrm>
            <a:prstGeom prst="straightConnector1">
              <a:avLst/>
            </a:prstGeom>
            <a:ln>
              <a:solidFill>
                <a:srgbClr val="ffffff"/>
              </a:solidFill>
            </a:ln>
          </p:spPr>
        </p:cxnSp>
        <p:cxnSp>
          <p:nvCxnSpPr>
            <p:cNvPr id="435" name="直接连接符 41"/>
            <p:cNvCxnSpPr/>
            <p:nvPr/>
          </p:nvCxnSpPr>
          <p:spPr>
            <a:xfrm>
              <a:off x="9052560" y="2085480"/>
              <a:ext cx="360" cy="4148280"/>
            </a:xfrm>
            <a:prstGeom prst="straightConnector1">
              <a:avLst/>
            </a:prstGeom>
            <a:ln>
              <a:solidFill>
                <a:srgbClr val="ffffff"/>
              </a:solidFill>
            </a:ln>
          </p:spPr>
        </p:cxnSp>
        <p:cxnSp>
          <p:nvCxnSpPr>
            <p:cNvPr id="436" name="直接连接符 42"/>
            <p:cNvCxnSpPr/>
            <p:nvPr/>
          </p:nvCxnSpPr>
          <p:spPr>
            <a:xfrm flipH="1">
              <a:off x="424800" y="4584600"/>
              <a:ext cx="11252880" cy="360"/>
            </a:xfrm>
            <a:prstGeom prst="straightConnector1">
              <a:avLst/>
            </a:prstGeom>
            <a:ln>
              <a:solidFill>
                <a:srgbClr val="ffffff"/>
              </a:solidFill>
            </a:ln>
          </p:spPr>
        </p:cxnSp>
      </p:grpSp>
      <p:grpSp>
        <p:nvGrpSpPr>
          <p:cNvPr id="437" name="组合 85"/>
          <p:cNvGrpSpPr/>
          <p:nvPr/>
        </p:nvGrpSpPr>
        <p:grpSpPr>
          <a:xfrm>
            <a:off x="513000" y="4734720"/>
            <a:ext cx="2527560" cy="473040"/>
            <a:chOff x="513000" y="4734720"/>
            <a:chExt cx="2527560" cy="473040"/>
          </a:xfrm>
        </p:grpSpPr>
        <p:sp>
          <p:nvSpPr>
            <p:cNvPr id="438" name="TextBox 25"/>
            <p:cNvSpPr/>
            <p:nvPr/>
          </p:nvSpPr>
          <p:spPr>
            <a:xfrm>
              <a:off x="513000" y="5054760"/>
              <a:ext cx="2527560" cy="15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spcBef>
                  <a:spcPts val="201"/>
                </a:spcBef>
              </a:pPr>
              <a:r>
                <a:rPr b="0" lang="en-US" sz="1000" strike="noStrike" u="none">
                  <a:solidFill>
                    <a:schemeClr val="dk1">
                      <a:alpha val="70000"/>
                    </a:schemeClr>
                  </a:solidFill>
                  <a:effectLst/>
                  <a:uFillTx/>
                  <a:latin typeface="微软雅黑"/>
                  <a:ea typeface="微软雅黑"/>
                </a:rPr>
                <a:t>{{detailed_content[0]}}</a:t>
              </a: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微软雅黑"/>
                  <a:ea typeface="微软雅黑"/>
                </a:rPr>
                <a:t> 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9" name="Rectangle 26"/>
            <p:cNvSpPr/>
            <p:nvPr/>
          </p:nvSpPr>
          <p:spPr>
            <a:xfrm>
              <a:off x="684360" y="4734720"/>
              <a:ext cx="2126160" cy="239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ct val="130000"/>
                </a:lnSpc>
              </a:pPr>
              <a:r>
                <a:rPr b="1" lang="en-US" sz="1200" strike="noStrike" u="none">
                  <a:solidFill>
                    <a:schemeClr val="dk1"/>
                  </a:solidFill>
                  <a:effectLst/>
                  <a:uFillTx/>
                  <a:latin typeface="微软雅黑"/>
                  <a:ea typeface="微软雅黑"/>
                </a:rPr>
                <a:t>{{content_points[0]}}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40" name="组合 98"/>
          <p:cNvGrpSpPr/>
          <p:nvPr/>
        </p:nvGrpSpPr>
        <p:grpSpPr>
          <a:xfrm>
            <a:off x="3391560" y="4734720"/>
            <a:ext cx="2527560" cy="473040"/>
            <a:chOff x="3391560" y="4734720"/>
            <a:chExt cx="2527560" cy="473040"/>
          </a:xfrm>
        </p:grpSpPr>
        <p:sp>
          <p:nvSpPr>
            <p:cNvPr id="441" name="TextBox 25"/>
            <p:cNvSpPr/>
            <p:nvPr/>
          </p:nvSpPr>
          <p:spPr>
            <a:xfrm>
              <a:off x="3391560" y="5054760"/>
              <a:ext cx="2527560" cy="15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spcBef>
                  <a:spcPts val="201"/>
                </a:spcBef>
              </a:pPr>
              <a:r>
                <a:rPr b="0" lang="en-US" sz="1000" strike="noStrike" u="none">
                  <a:solidFill>
                    <a:schemeClr val="dk1">
                      <a:alpha val="70000"/>
                    </a:schemeClr>
                  </a:solidFill>
                  <a:effectLst/>
                  <a:uFillTx/>
                  <a:latin typeface="微软雅黑"/>
                  <a:ea typeface="微软雅黑"/>
                </a:rPr>
                <a:t>{{detailed_content[1]}}</a:t>
              </a: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微软雅黑"/>
                  <a:ea typeface="微软雅黑"/>
                </a:rPr>
                <a:t> 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2" name="Rectangle 26"/>
            <p:cNvSpPr/>
            <p:nvPr/>
          </p:nvSpPr>
          <p:spPr>
            <a:xfrm>
              <a:off x="3562920" y="4734720"/>
              <a:ext cx="2126160" cy="239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ct val="130000"/>
                </a:lnSpc>
              </a:pPr>
              <a:r>
                <a:rPr b="1" lang="en-US" sz="1200" strike="noStrike" u="none">
                  <a:solidFill>
                    <a:schemeClr val="dk1"/>
                  </a:solidFill>
                  <a:effectLst/>
                  <a:uFillTx/>
                  <a:latin typeface="微软雅黑"/>
                  <a:ea typeface="微软雅黑"/>
                </a:rPr>
                <a:t>{{content_points[1]}}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43" name="组合 111"/>
          <p:cNvGrpSpPr/>
          <p:nvPr/>
        </p:nvGrpSpPr>
        <p:grpSpPr>
          <a:xfrm>
            <a:off x="911880" y="2408400"/>
            <a:ext cx="1945440" cy="1945440"/>
            <a:chOff x="911880" y="2408400"/>
            <a:chExt cx="1945440" cy="1945440"/>
          </a:xfrm>
        </p:grpSpPr>
        <p:pic>
          <p:nvPicPr>
            <p:cNvPr id="444" name="图片 108" descr="E:/AI工具/AI Office/PPT模版/png/压缩/ren2_.jpgren2_"/>
            <p:cNvPicPr/>
            <p:nvPr/>
          </p:nvPicPr>
          <p:blipFill>
            <a:blip r:embed="rId2"/>
            <a:srcRect l="0" t="12503" r="0" b="12503"/>
            <a:stretch/>
          </p:blipFill>
          <p:spPr>
            <a:xfrm>
              <a:off x="1038960" y="2535480"/>
              <a:ext cx="1818360" cy="1818360"/>
            </a:xfrm>
            <a:prstGeom prst="rect">
              <a:avLst/>
            </a:prstGeom>
            <a:noFill/>
            <a:ln w="44450">
              <a:solidFill>
                <a:srgbClr val="ffffff"/>
              </a:solidFill>
              <a:miter/>
            </a:ln>
          </p:spPr>
        </p:pic>
        <p:pic>
          <p:nvPicPr>
            <p:cNvPr id="445" name="图片 97" descr="E:/AI工具/AI Office/PPT模版/png/压缩/ren2_.jpgren2_"/>
            <p:cNvPicPr/>
            <p:nvPr/>
          </p:nvPicPr>
          <p:blipFill>
            <a:blip r:embed="rId3"/>
            <a:srcRect l="0" t="12503" r="0" b="12503"/>
            <a:stretch/>
          </p:blipFill>
          <p:spPr>
            <a:xfrm>
              <a:off x="911880" y="2408400"/>
              <a:ext cx="1818360" cy="1818360"/>
            </a:xfrm>
            <a:prstGeom prst="rect">
              <a:avLst/>
            </a:prstGeom>
            <a:noFill/>
            <a:ln w="44450">
              <a:solidFill>
                <a:srgbClr val="ffffff"/>
              </a:solidFill>
              <a:miter/>
            </a:ln>
          </p:spPr>
        </p:pic>
      </p:grpSp>
      <p:grpSp>
        <p:nvGrpSpPr>
          <p:cNvPr id="446" name="组合 101"/>
          <p:cNvGrpSpPr/>
          <p:nvPr/>
        </p:nvGrpSpPr>
        <p:grpSpPr>
          <a:xfrm>
            <a:off x="6270120" y="4734720"/>
            <a:ext cx="2527560" cy="473040"/>
            <a:chOff x="6270120" y="4734720"/>
            <a:chExt cx="2527560" cy="473040"/>
          </a:xfrm>
        </p:grpSpPr>
        <p:sp>
          <p:nvSpPr>
            <p:cNvPr id="447" name="TextBox 25"/>
            <p:cNvSpPr/>
            <p:nvPr/>
          </p:nvSpPr>
          <p:spPr>
            <a:xfrm>
              <a:off x="6270120" y="5054760"/>
              <a:ext cx="2527560" cy="15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spcBef>
                  <a:spcPts val="201"/>
                </a:spcBef>
              </a:pPr>
              <a:r>
                <a:rPr b="0" lang="en-US" sz="1000" strike="noStrike" u="none">
                  <a:solidFill>
                    <a:schemeClr val="dk1">
                      <a:alpha val="70000"/>
                    </a:schemeClr>
                  </a:solidFill>
                  <a:effectLst/>
                  <a:uFillTx/>
                  <a:latin typeface="微软雅黑"/>
                  <a:ea typeface="微软雅黑"/>
                </a:rPr>
                <a:t>{{detailed_content[2]}}</a:t>
              </a: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微软雅黑"/>
                  <a:ea typeface="微软雅黑"/>
                </a:rPr>
                <a:t> 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8" name="Rectangle 26"/>
            <p:cNvSpPr/>
            <p:nvPr/>
          </p:nvSpPr>
          <p:spPr>
            <a:xfrm>
              <a:off x="6441480" y="4734720"/>
              <a:ext cx="2126160" cy="239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ct val="130000"/>
                </a:lnSpc>
              </a:pPr>
              <a:r>
                <a:rPr b="1" lang="en-US" sz="1200" strike="noStrike" u="none">
                  <a:solidFill>
                    <a:schemeClr val="dk1"/>
                  </a:solidFill>
                  <a:effectLst/>
                  <a:uFillTx/>
                  <a:latin typeface="微软雅黑"/>
                  <a:ea typeface="微软雅黑"/>
                </a:rPr>
                <a:t>{{content_points[2]}}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49" name="组合 104"/>
          <p:cNvGrpSpPr/>
          <p:nvPr/>
        </p:nvGrpSpPr>
        <p:grpSpPr>
          <a:xfrm>
            <a:off x="9148320" y="4734720"/>
            <a:ext cx="2527560" cy="473040"/>
            <a:chOff x="9148320" y="4734720"/>
            <a:chExt cx="2527560" cy="473040"/>
          </a:xfrm>
        </p:grpSpPr>
        <p:sp>
          <p:nvSpPr>
            <p:cNvPr id="450" name="TextBox 25"/>
            <p:cNvSpPr/>
            <p:nvPr/>
          </p:nvSpPr>
          <p:spPr>
            <a:xfrm>
              <a:off x="9148320" y="5054760"/>
              <a:ext cx="2527560" cy="15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ct val="100000"/>
                </a:lnSpc>
                <a:spcBef>
                  <a:spcPts val="201"/>
                </a:spcBef>
              </a:pPr>
              <a:r>
                <a:rPr b="0" lang="en-US" sz="1000" strike="noStrike" u="none">
                  <a:solidFill>
                    <a:schemeClr val="dk1">
                      <a:alpha val="70000"/>
                    </a:schemeClr>
                  </a:solidFill>
                  <a:effectLst/>
                  <a:uFillTx/>
                  <a:latin typeface="微软雅黑"/>
                  <a:ea typeface="微软雅黑"/>
                </a:rPr>
                <a:t>{{detailed_content[3]}}</a:t>
              </a: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微软雅黑"/>
                  <a:ea typeface="微软雅黑"/>
                </a:rPr>
                <a:t> 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1" name="Rectangle 26"/>
            <p:cNvSpPr/>
            <p:nvPr/>
          </p:nvSpPr>
          <p:spPr>
            <a:xfrm>
              <a:off x="9320040" y="4734720"/>
              <a:ext cx="2126160" cy="239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 defTabSz="914400">
                <a:lnSpc>
                  <a:spcPct val="130000"/>
                </a:lnSpc>
              </a:pPr>
              <a:r>
                <a:rPr b="1" lang="en-US" sz="1200" strike="noStrike" u="none">
                  <a:solidFill>
                    <a:schemeClr val="dk1"/>
                  </a:solidFill>
                  <a:effectLst/>
                  <a:uFillTx/>
                  <a:latin typeface="微软雅黑"/>
                  <a:ea typeface="微软雅黑"/>
                </a:rPr>
                <a:t>{{content_points[3]}}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52" name="组合 112"/>
          <p:cNvGrpSpPr/>
          <p:nvPr/>
        </p:nvGrpSpPr>
        <p:grpSpPr>
          <a:xfrm>
            <a:off x="3715920" y="1974960"/>
            <a:ext cx="1945440" cy="1945080"/>
            <a:chOff x="3715920" y="1974960"/>
            <a:chExt cx="1945440" cy="1945080"/>
          </a:xfrm>
        </p:grpSpPr>
        <p:pic>
          <p:nvPicPr>
            <p:cNvPr id="453" name="图片 113" descr="E:/AI工具/AI Office/PPT模版/png/压缩/ren2_.jpgren2_"/>
            <p:cNvPicPr/>
            <p:nvPr/>
          </p:nvPicPr>
          <p:blipFill>
            <a:blip r:embed="rId4"/>
            <a:srcRect l="0" t="12503" r="0" b="12503"/>
            <a:stretch/>
          </p:blipFill>
          <p:spPr>
            <a:xfrm>
              <a:off x="3843000" y="2101680"/>
              <a:ext cx="1818360" cy="1818360"/>
            </a:xfrm>
            <a:prstGeom prst="rect">
              <a:avLst/>
            </a:prstGeom>
            <a:noFill/>
            <a:ln w="44450">
              <a:solidFill>
                <a:srgbClr val="ffffff"/>
              </a:solidFill>
              <a:miter/>
            </a:ln>
          </p:spPr>
        </p:pic>
        <p:pic>
          <p:nvPicPr>
            <p:cNvPr id="454" name="图片 114" descr="E:/AI工具/AI Office/PPT模版/png/压缩/ren2_.jpgren2_"/>
            <p:cNvPicPr/>
            <p:nvPr/>
          </p:nvPicPr>
          <p:blipFill>
            <a:blip r:embed="rId5"/>
            <a:srcRect l="0" t="12503" r="0" b="12503"/>
            <a:stretch/>
          </p:blipFill>
          <p:spPr>
            <a:xfrm>
              <a:off x="3715920" y="1974960"/>
              <a:ext cx="1818360" cy="1818360"/>
            </a:xfrm>
            <a:prstGeom prst="rect">
              <a:avLst/>
            </a:prstGeom>
            <a:noFill/>
            <a:ln w="44450">
              <a:solidFill>
                <a:srgbClr val="ffffff"/>
              </a:solidFill>
              <a:miter/>
            </a:ln>
          </p:spPr>
        </p:pic>
      </p:grpSp>
      <p:grpSp>
        <p:nvGrpSpPr>
          <p:cNvPr id="455" name="组合 115"/>
          <p:cNvGrpSpPr/>
          <p:nvPr/>
        </p:nvGrpSpPr>
        <p:grpSpPr>
          <a:xfrm>
            <a:off x="6616800" y="2296080"/>
            <a:ext cx="1945440" cy="1945440"/>
            <a:chOff x="6616800" y="2296080"/>
            <a:chExt cx="1945440" cy="1945440"/>
          </a:xfrm>
        </p:grpSpPr>
        <p:pic>
          <p:nvPicPr>
            <p:cNvPr id="456" name="图片 116" descr="E:/AI工具/AI Office/PPT模版/png/压缩/ren2_.jpgren2_"/>
            <p:cNvPicPr/>
            <p:nvPr/>
          </p:nvPicPr>
          <p:blipFill>
            <a:blip r:embed="rId6"/>
            <a:srcRect l="0" t="12503" r="0" b="12503"/>
            <a:stretch/>
          </p:blipFill>
          <p:spPr>
            <a:xfrm>
              <a:off x="6743880" y="2423160"/>
              <a:ext cx="1818360" cy="1818360"/>
            </a:xfrm>
            <a:prstGeom prst="rect">
              <a:avLst/>
            </a:prstGeom>
            <a:noFill/>
            <a:ln w="44450">
              <a:solidFill>
                <a:srgbClr val="ffffff"/>
              </a:solidFill>
              <a:miter/>
            </a:ln>
          </p:spPr>
        </p:pic>
        <p:pic>
          <p:nvPicPr>
            <p:cNvPr id="457" name="图片 117" descr="E:/AI工具/AI Office/PPT模版/png/压缩/ren2_.jpgren2_"/>
            <p:cNvPicPr/>
            <p:nvPr/>
          </p:nvPicPr>
          <p:blipFill>
            <a:blip r:embed="rId7"/>
            <a:srcRect l="0" t="12503" r="0" b="12503"/>
            <a:stretch/>
          </p:blipFill>
          <p:spPr>
            <a:xfrm>
              <a:off x="6616800" y="2296080"/>
              <a:ext cx="1818360" cy="1818360"/>
            </a:xfrm>
            <a:prstGeom prst="rect">
              <a:avLst/>
            </a:prstGeom>
            <a:noFill/>
            <a:ln w="44450">
              <a:solidFill>
                <a:srgbClr val="ffffff"/>
              </a:solidFill>
              <a:miter/>
            </a:ln>
          </p:spPr>
        </p:pic>
      </p:grpSp>
      <p:grpSp>
        <p:nvGrpSpPr>
          <p:cNvPr id="458" name="组合 118"/>
          <p:cNvGrpSpPr/>
          <p:nvPr/>
        </p:nvGrpSpPr>
        <p:grpSpPr>
          <a:xfrm>
            <a:off x="9542880" y="2101680"/>
            <a:ext cx="1945440" cy="1945440"/>
            <a:chOff x="9542880" y="2101680"/>
            <a:chExt cx="1945440" cy="1945440"/>
          </a:xfrm>
        </p:grpSpPr>
        <p:pic>
          <p:nvPicPr>
            <p:cNvPr id="459" name="图片 119" descr="E:/AI工具/AI Office/PPT模版/png/压缩/ren2_.jpgren2_"/>
            <p:cNvPicPr/>
            <p:nvPr/>
          </p:nvPicPr>
          <p:blipFill>
            <a:blip r:embed="rId8"/>
            <a:srcRect l="0" t="12503" r="0" b="12503"/>
            <a:stretch/>
          </p:blipFill>
          <p:spPr>
            <a:xfrm>
              <a:off x="9669960" y="2228760"/>
              <a:ext cx="1818360" cy="1818360"/>
            </a:xfrm>
            <a:prstGeom prst="rect">
              <a:avLst/>
            </a:prstGeom>
            <a:noFill/>
            <a:ln w="44450">
              <a:solidFill>
                <a:srgbClr val="ffffff"/>
              </a:solidFill>
              <a:miter/>
            </a:ln>
          </p:spPr>
        </p:pic>
        <p:pic>
          <p:nvPicPr>
            <p:cNvPr id="460" name="图片 120" descr="E:/AI工具/AI Office/PPT模版/png/压缩/ren2_.jpgren2_"/>
            <p:cNvPicPr/>
            <p:nvPr/>
          </p:nvPicPr>
          <p:blipFill>
            <a:blip r:embed="rId9"/>
            <a:srcRect l="0" t="12503" r="0" b="12503"/>
            <a:stretch/>
          </p:blipFill>
          <p:spPr>
            <a:xfrm>
              <a:off x="9542880" y="2101680"/>
              <a:ext cx="1818360" cy="1818360"/>
            </a:xfrm>
            <a:prstGeom prst="rect">
              <a:avLst/>
            </a:prstGeom>
            <a:noFill/>
            <a:ln w="44450">
              <a:solidFill>
                <a:srgbClr val="ffffff"/>
              </a:solidFill>
              <a:miter/>
            </a:ln>
          </p:spPr>
        </p:pic>
      </p:grpSp>
      <p:grpSp>
        <p:nvGrpSpPr>
          <p:cNvPr id="461" name="组合 1"/>
          <p:cNvGrpSpPr/>
          <p:nvPr/>
        </p:nvGrpSpPr>
        <p:grpSpPr>
          <a:xfrm>
            <a:off x="10694520" y="585000"/>
            <a:ext cx="913680" cy="95760"/>
            <a:chOff x="10694520" y="585000"/>
            <a:chExt cx="913680" cy="95760"/>
          </a:xfrm>
        </p:grpSpPr>
        <p:sp>
          <p:nvSpPr>
            <p:cNvPr id="462" name="标题 1"/>
            <p:cNvSpPr/>
            <p:nvPr/>
          </p:nvSpPr>
          <p:spPr>
            <a:xfrm flipH="1">
              <a:off x="10694520" y="585000"/>
              <a:ext cx="89280" cy="89280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1680" bIns="31680"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sp>
          <p:nvSpPr>
            <p:cNvPr id="463" name="标题 1"/>
            <p:cNvSpPr/>
            <p:nvPr/>
          </p:nvSpPr>
          <p:spPr>
            <a:xfrm flipH="1">
              <a:off x="10904760" y="591480"/>
              <a:ext cx="703080" cy="89280"/>
            </a:xfrm>
            <a:custGeom>
              <a:avLst/>
              <a:gdLst>
                <a:gd name="textAreaLeft" fmla="*/ -360 w 703080"/>
                <a:gd name="textAreaRight" fmla="*/ 703080 w 70308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422763" h="53800">
                  <a:moveTo>
                    <a:pt x="26900" y="0"/>
                  </a:moveTo>
                  <a:cubicBezTo>
                    <a:pt x="12044" y="0"/>
                    <a:pt x="0" y="12044"/>
                    <a:pt x="0" y="26900"/>
                  </a:cubicBezTo>
                  <a:cubicBezTo>
                    <a:pt x="0" y="41756"/>
                    <a:pt x="12044" y="53800"/>
                    <a:pt x="26900" y="53800"/>
                  </a:cubicBezTo>
                  <a:cubicBezTo>
                    <a:pt x="41756" y="53800"/>
                    <a:pt x="53800" y="41756"/>
                    <a:pt x="53800" y="26900"/>
                  </a:cubicBezTo>
                  <a:cubicBezTo>
                    <a:pt x="53800" y="12044"/>
                    <a:pt x="41756" y="0"/>
                    <a:pt x="26900" y="0"/>
                  </a:cubicBezTo>
                  <a:close/>
                  <a:moveTo>
                    <a:pt x="149888" y="0"/>
                  </a:moveTo>
                  <a:cubicBezTo>
                    <a:pt x="135032" y="0"/>
                    <a:pt x="122988" y="12044"/>
                    <a:pt x="122988" y="26900"/>
                  </a:cubicBezTo>
                  <a:cubicBezTo>
                    <a:pt x="122988" y="41756"/>
                    <a:pt x="135032" y="53800"/>
                    <a:pt x="149888" y="53800"/>
                  </a:cubicBezTo>
                  <a:cubicBezTo>
                    <a:pt x="164744" y="53800"/>
                    <a:pt x="176788" y="41756"/>
                    <a:pt x="176788" y="26900"/>
                  </a:cubicBezTo>
                  <a:cubicBezTo>
                    <a:pt x="176788" y="12044"/>
                    <a:pt x="164744" y="0"/>
                    <a:pt x="149888" y="0"/>
                  </a:cubicBezTo>
                  <a:close/>
                  <a:moveTo>
                    <a:pt x="272875" y="0"/>
                  </a:moveTo>
                  <a:cubicBezTo>
                    <a:pt x="258019" y="0"/>
                    <a:pt x="245975" y="12044"/>
                    <a:pt x="245975" y="26900"/>
                  </a:cubicBezTo>
                  <a:cubicBezTo>
                    <a:pt x="245975" y="41756"/>
                    <a:pt x="258019" y="53800"/>
                    <a:pt x="272875" y="53800"/>
                  </a:cubicBezTo>
                  <a:cubicBezTo>
                    <a:pt x="287731" y="53800"/>
                    <a:pt x="299775" y="41756"/>
                    <a:pt x="299775" y="26900"/>
                  </a:cubicBezTo>
                  <a:cubicBezTo>
                    <a:pt x="299775" y="12044"/>
                    <a:pt x="287731" y="0"/>
                    <a:pt x="272875" y="0"/>
                  </a:cubicBezTo>
                  <a:close/>
                  <a:moveTo>
                    <a:pt x="395863" y="0"/>
                  </a:moveTo>
                  <a:cubicBezTo>
                    <a:pt x="381007" y="0"/>
                    <a:pt x="368963" y="12044"/>
                    <a:pt x="368963" y="26900"/>
                  </a:cubicBezTo>
                  <a:cubicBezTo>
                    <a:pt x="368963" y="41756"/>
                    <a:pt x="381007" y="53800"/>
                    <a:pt x="395863" y="53800"/>
                  </a:cubicBezTo>
                  <a:cubicBezTo>
                    <a:pt x="410719" y="53800"/>
                    <a:pt x="422763" y="41756"/>
                    <a:pt x="422763" y="26900"/>
                  </a:cubicBezTo>
                  <a:cubicBezTo>
                    <a:pt x="422763" y="12044"/>
                    <a:pt x="410719" y="0"/>
                    <a:pt x="395863" y="0"/>
                  </a:cubicBezTo>
                  <a:close/>
                </a:path>
              </a:pathLst>
            </a:custGeom>
            <a:solidFill>
              <a:schemeClr val="dk1">
                <a:alpha val="22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4640" bIns="44640"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</p:grpSp>
      <p:sp>
        <p:nvSpPr>
          <p:cNvPr id="464" name="文本框 9"/>
          <p:cNvSpPr/>
          <p:nvPr/>
        </p:nvSpPr>
        <p:spPr>
          <a:xfrm>
            <a:off x="810720" y="1019880"/>
            <a:ext cx="10797120" cy="49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5" name="图片 12" descr="E:/AI工具/AI Office/PPT模版/png/压缩/bg.jpgbg"/>
          <p:cNvPicPr/>
          <p:nvPr/>
        </p:nvPicPr>
        <p:blipFill>
          <a:blip r:embed="rId1"/>
          <a:srcRect l="0" t="6" r="0" b="6"/>
          <a:stretch/>
        </p:blipFill>
        <p:spPr>
          <a:xfrm>
            <a:off x="0" y="1800"/>
            <a:ext cx="12191760" cy="685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6" name="标题 1"/>
          <p:cNvSpPr/>
          <p:nvPr/>
        </p:nvSpPr>
        <p:spPr>
          <a:xfrm>
            <a:off x="810720" y="236880"/>
            <a:ext cx="777960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{{section_title}}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67" name="直接连接符 8"/>
          <p:cNvCxnSpPr/>
          <p:nvPr/>
        </p:nvCxnSpPr>
        <p:spPr>
          <a:xfrm>
            <a:off x="0" y="895320"/>
            <a:ext cx="5465520" cy="360"/>
          </a:xfrm>
          <a:prstGeom prst="straightConnector1">
            <a:avLst/>
          </a:prstGeom>
          <a:ln w="22225">
            <a:solidFill>
              <a:srgbClr val="ffffff"/>
            </a:solidFill>
          </a:ln>
        </p:spPr>
      </p:cxnSp>
      <p:grpSp>
        <p:nvGrpSpPr>
          <p:cNvPr id="468" name="组合 4"/>
          <p:cNvGrpSpPr/>
          <p:nvPr/>
        </p:nvGrpSpPr>
        <p:grpSpPr>
          <a:xfrm>
            <a:off x="299520" y="470520"/>
            <a:ext cx="297000" cy="297000"/>
            <a:chOff x="299520" y="470520"/>
            <a:chExt cx="297000" cy="297000"/>
          </a:xfrm>
        </p:grpSpPr>
        <p:sp>
          <p:nvSpPr>
            <p:cNvPr id="469" name="标题 1"/>
            <p:cNvSpPr/>
            <p:nvPr/>
          </p:nvSpPr>
          <p:spPr>
            <a:xfrm flipH="1">
              <a:off x="299160" y="470520"/>
              <a:ext cx="297000" cy="297000"/>
            </a:xfrm>
            <a:prstGeom prst="rect">
              <a:avLst/>
            </a:pr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cxnSp>
          <p:nvCxnSpPr>
            <p:cNvPr id="470" name="标题 1"/>
            <p:cNvCxnSpPr/>
            <p:nvPr/>
          </p:nvCxnSpPr>
          <p:spPr>
            <a:xfrm>
              <a:off x="392400" y="618840"/>
              <a:ext cx="111960" cy="360"/>
            </a:xfrm>
            <a:prstGeom prst="straightConnector1">
              <a:avLst/>
            </a:prstGeom>
            <a:ln w="11430">
              <a:solidFill>
                <a:srgbClr val="ffffff"/>
              </a:solidFill>
              <a:miter/>
            </a:ln>
          </p:spPr>
        </p:cxnSp>
        <p:sp>
          <p:nvSpPr>
            <p:cNvPr id="471" name="标题 1"/>
            <p:cNvSpPr/>
            <p:nvPr/>
          </p:nvSpPr>
          <p:spPr>
            <a:xfrm rot="18900000">
              <a:off x="418680" y="579960"/>
              <a:ext cx="77760" cy="77760"/>
            </a:xfrm>
            <a:custGeom>
              <a:avLst/>
              <a:gdLst>
                <a:gd name="textAreaLeft" fmla="*/ 0 w 77760"/>
                <a:gd name="textAreaRight" fmla="*/ 78120 w 77760"/>
                <a:gd name="textAreaTop" fmla="*/ 0 h 77760"/>
                <a:gd name="textAreaBottom" fmla="*/ 78120 h 77760"/>
              </a:gdLst>
              <a:ahLst/>
              <a:cxnLst/>
              <a:rect l="textAreaLeft" t="textAreaTop" r="textAreaRight" b="textAreaBottom"/>
              <a:pathLst>
                <a:path w="252248" h="252248">
                  <a:moveTo>
                    <a:pt x="252248" y="0"/>
                  </a:moveTo>
                  <a:lnTo>
                    <a:pt x="252248" y="252248"/>
                  </a:lnTo>
                  <a:lnTo>
                    <a:pt x="0" y="252248"/>
                  </a:lnTo>
                </a:path>
              </a:pathLst>
            </a:custGeom>
            <a:noFill/>
            <a:ln w="1143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8880" bIns="38880"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</p:grpSp>
      <p:sp>
        <p:nvSpPr>
          <p:cNvPr id="472" name="矩形: 圆角 8"/>
          <p:cNvSpPr/>
          <p:nvPr/>
        </p:nvSpPr>
        <p:spPr>
          <a:xfrm>
            <a:off x="939240" y="2622600"/>
            <a:ext cx="4526640" cy="2717280"/>
          </a:xfrm>
          <a:prstGeom prst="roundRect">
            <a:avLst>
              <a:gd name="adj" fmla="val 0"/>
            </a:avLst>
          </a:prstGeom>
          <a:noFill/>
          <a:ln w="158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350" strike="noStrike" u="none">
              <a:solidFill>
                <a:schemeClr val="lt1"/>
              </a:solidFill>
              <a:effectLst/>
              <a:uFillTx/>
              <a:latin typeface="三极正智黑简体"/>
              <a:ea typeface="微软雅黑"/>
            </a:endParaRPr>
          </a:p>
        </p:txBody>
      </p:sp>
      <p:pic>
        <p:nvPicPr>
          <p:cNvPr id="473" name="图片 6" descr="E:/AI工具/AI Office/PPT模版/png/压缩/ren2_.jpgren2_"/>
          <p:cNvPicPr/>
          <p:nvPr/>
        </p:nvPicPr>
        <p:blipFill>
          <a:blip r:embed="rId2"/>
          <a:srcRect l="0" t="12499" r="0" b="12499"/>
          <a:stretch/>
        </p:blipFill>
        <p:spPr>
          <a:xfrm rot="20520000">
            <a:off x="766800" y="2221560"/>
            <a:ext cx="1033920" cy="1033920"/>
          </a:xfrm>
          <a:prstGeom prst="rect">
            <a:avLst/>
          </a:prstGeom>
          <a:noFill/>
          <a:ln w="57150">
            <a:solidFill>
              <a:srgbClr val="ffffff"/>
            </a:solidFill>
            <a:miter/>
          </a:ln>
        </p:spPr>
      </p:pic>
      <p:sp>
        <p:nvSpPr>
          <p:cNvPr id="474" name="TextBox 6"/>
          <p:cNvSpPr/>
          <p:nvPr/>
        </p:nvSpPr>
        <p:spPr>
          <a:xfrm>
            <a:off x="1179720" y="3500280"/>
            <a:ext cx="4046040" cy="35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216000" tIns="36000" bIns="36000" anchor="t">
            <a:spAutoFit/>
          </a:bodyPr>
          <a:p>
            <a:pPr defTabSz="914400">
              <a:lnSpc>
                <a:spcPct val="130000"/>
              </a:lnSpc>
              <a:spcBef>
                <a:spcPts val="1001"/>
              </a:spcBef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{{content_points[0]}}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Box 7"/>
          <p:cNvSpPr/>
          <p:nvPr/>
        </p:nvSpPr>
        <p:spPr>
          <a:xfrm>
            <a:off x="1179720" y="3866400"/>
            <a:ext cx="40460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216000" tIns="36000" bIns="36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000" strike="noStrike" u="none">
                <a:solidFill>
                  <a:schemeClr val="dk1">
                    <a:alpha val="70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{{detailed_content[0]}}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76" name="组合 37"/>
          <p:cNvGrpSpPr/>
          <p:nvPr/>
        </p:nvGrpSpPr>
        <p:grpSpPr>
          <a:xfrm>
            <a:off x="1104840" y="2981160"/>
            <a:ext cx="4478400" cy="2474640"/>
            <a:chOff x="1104840" y="2981160"/>
            <a:chExt cx="4478400" cy="2474640"/>
          </a:xfrm>
        </p:grpSpPr>
        <p:cxnSp>
          <p:nvCxnSpPr>
            <p:cNvPr id="477" name="直接连接符 32"/>
            <p:cNvCxnSpPr/>
            <p:nvPr/>
          </p:nvCxnSpPr>
          <p:spPr>
            <a:xfrm>
              <a:off x="5465880" y="2981880"/>
              <a:ext cx="117720" cy="360"/>
            </a:xfrm>
            <a:prstGeom prst="straightConnector1">
              <a:avLst/>
            </a:prstGeom>
            <a:ln w="15875">
              <a:solidFill>
                <a:srgbClr val="ffffff"/>
              </a:solidFill>
            </a:ln>
          </p:spPr>
        </p:cxnSp>
        <p:cxnSp>
          <p:nvCxnSpPr>
            <p:cNvPr id="478" name="直接连接符 34"/>
            <p:cNvCxnSpPr/>
            <p:nvPr/>
          </p:nvCxnSpPr>
          <p:spPr>
            <a:xfrm>
              <a:off x="5574960" y="2981160"/>
              <a:ext cx="360" cy="2467800"/>
            </a:xfrm>
            <a:prstGeom prst="straightConnector1">
              <a:avLst/>
            </a:prstGeom>
            <a:ln w="15875">
              <a:solidFill>
                <a:srgbClr val="ffffff"/>
              </a:solidFill>
            </a:ln>
          </p:spPr>
        </p:cxnSp>
        <p:cxnSp>
          <p:nvCxnSpPr>
            <p:cNvPr id="479" name="直接连接符 35"/>
            <p:cNvCxnSpPr/>
            <p:nvPr/>
          </p:nvCxnSpPr>
          <p:spPr>
            <a:xfrm flipH="1">
              <a:off x="1104840" y="5448240"/>
              <a:ext cx="4475880" cy="360"/>
            </a:xfrm>
            <a:prstGeom prst="straightConnector1">
              <a:avLst/>
            </a:prstGeom>
            <a:ln w="15875">
              <a:solidFill>
                <a:srgbClr val="ffffff"/>
              </a:solidFill>
            </a:ln>
          </p:spPr>
        </p:cxnSp>
        <p:cxnSp>
          <p:nvCxnSpPr>
            <p:cNvPr id="480" name="直接连接符 36"/>
            <p:cNvCxnSpPr/>
            <p:nvPr/>
          </p:nvCxnSpPr>
          <p:spPr>
            <a:xfrm flipV="1">
              <a:off x="1104840" y="5335200"/>
              <a:ext cx="360" cy="120960"/>
            </a:xfrm>
            <a:prstGeom prst="straightConnector1">
              <a:avLst/>
            </a:prstGeom>
            <a:ln w="15875">
              <a:solidFill>
                <a:srgbClr val="ffffff"/>
              </a:solidFill>
            </a:ln>
          </p:spPr>
        </p:cxnSp>
      </p:grpSp>
      <p:sp>
        <p:nvSpPr>
          <p:cNvPr id="481" name="矩形: 圆角 8"/>
          <p:cNvSpPr/>
          <p:nvPr/>
        </p:nvSpPr>
        <p:spPr>
          <a:xfrm>
            <a:off x="7089120" y="2598480"/>
            <a:ext cx="4526640" cy="2717280"/>
          </a:xfrm>
          <a:prstGeom prst="roundRect">
            <a:avLst>
              <a:gd name="adj" fmla="val 0"/>
            </a:avLst>
          </a:prstGeom>
          <a:noFill/>
          <a:ln w="158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350" strike="noStrike" u="none">
              <a:solidFill>
                <a:schemeClr val="lt1"/>
              </a:solidFill>
              <a:effectLst/>
              <a:uFillTx/>
              <a:latin typeface="三极正智黑简体"/>
              <a:ea typeface="微软雅黑"/>
            </a:endParaRPr>
          </a:p>
        </p:txBody>
      </p:sp>
      <p:pic>
        <p:nvPicPr>
          <p:cNvPr id="482" name="图片 39" descr="E:/AI工具/AI Office/PPT模版/png/压缩/ren2_.jpgren2_"/>
          <p:cNvPicPr/>
          <p:nvPr/>
        </p:nvPicPr>
        <p:blipFill>
          <a:blip r:embed="rId3"/>
          <a:srcRect l="0" t="12499" r="0" b="12499"/>
          <a:stretch/>
        </p:blipFill>
        <p:spPr>
          <a:xfrm rot="20520000">
            <a:off x="6916680" y="2197440"/>
            <a:ext cx="1033920" cy="1033920"/>
          </a:xfrm>
          <a:prstGeom prst="rect">
            <a:avLst/>
          </a:prstGeom>
          <a:noFill/>
          <a:ln w="57150">
            <a:solidFill>
              <a:srgbClr val="ffffff"/>
            </a:solidFill>
            <a:miter/>
          </a:ln>
        </p:spPr>
      </p:pic>
      <p:sp>
        <p:nvSpPr>
          <p:cNvPr id="483" name="TextBox 6"/>
          <p:cNvSpPr/>
          <p:nvPr/>
        </p:nvSpPr>
        <p:spPr>
          <a:xfrm>
            <a:off x="7329960" y="3476160"/>
            <a:ext cx="4046040" cy="35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216000" tIns="36000" bIns="36000" anchor="t">
            <a:spAutoFit/>
          </a:bodyPr>
          <a:p>
            <a:pPr defTabSz="914400">
              <a:lnSpc>
                <a:spcPct val="130000"/>
              </a:lnSpc>
              <a:spcBef>
                <a:spcPts val="1001"/>
              </a:spcBef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{{content_points[1]}}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Box 7"/>
          <p:cNvSpPr/>
          <p:nvPr/>
        </p:nvSpPr>
        <p:spPr>
          <a:xfrm>
            <a:off x="7329960" y="3842280"/>
            <a:ext cx="40460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216000" tIns="36000" bIns="36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000" strike="noStrike" u="none">
                <a:solidFill>
                  <a:schemeClr val="dk1">
                    <a:alpha val="70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{{detailed_content[1]}}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85" name="组合 42"/>
          <p:cNvGrpSpPr/>
          <p:nvPr/>
        </p:nvGrpSpPr>
        <p:grpSpPr>
          <a:xfrm>
            <a:off x="7254720" y="2957040"/>
            <a:ext cx="4478760" cy="2474640"/>
            <a:chOff x="7254720" y="2957040"/>
            <a:chExt cx="4478760" cy="2474640"/>
          </a:xfrm>
        </p:grpSpPr>
        <p:cxnSp>
          <p:nvCxnSpPr>
            <p:cNvPr id="486" name="直接连接符 43"/>
            <p:cNvCxnSpPr/>
            <p:nvPr/>
          </p:nvCxnSpPr>
          <p:spPr>
            <a:xfrm>
              <a:off x="11615760" y="2957760"/>
              <a:ext cx="118080" cy="360"/>
            </a:xfrm>
            <a:prstGeom prst="straightConnector1">
              <a:avLst/>
            </a:prstGeom>
            <a:ln w="15875">
              <a:solidFill>
                <a:srgbClr val="ffffff"/>
              </a:solidFill>
            </a:ln>
          </p:spPr>
        </p:cxnSp>
        <p:cxnSp>
          <p:nvCxnSpPr>
            <p:cNvPr id="487" name="直接连接符 44"/>
            <p:cNvCxnSpPr/>
            <p:nvPr/>
          </p:nvCxnSpPr>
          <p:spPr>
            <a:xfrm>
              <a:off x="11725200" y="2957040"/>
              <a:ext cx="360" cy="2467800"/>
            </a:xfrm>
            <a:prstGeom prst="straightConnector1">
              <a:avLst/>
            </a:prstGeom>
            <a:ln w="15875">
              <a:solidFill>
                <a:srgbClr val="ffffff"/>
              </a:solidFill>
            </a:ln>
          </p:spPr>
        </p:cxnSp>
        <p:cxnSp>
          <p:nvCxnSpPr>
            <p:cNvPr id="488" name="直接连接符 45"/>
            <p:cNvCxnSpPr/>
            <p:nvPr/>
          </p:nvCxnSpPr>
          <p:spPr>
            <a:xfrm flipH="1">
              <a:off x="7254720" y="5424120"/>
              <a:ext cx="4475880" cy="360"/>
            </a:xfrm>
            <a:prstGeom prst="straightConnector1">
              <a:avLst/>
            </a:prstGeom>
            <a:ln w="15875">
              <a:solidFill>
                <a:srgbClr val="ffffff"/>
              </a:solidFill>
            </a:ln>
          </p:spPr>
        </p:cxnSp>
        <p:cxnSp>
          <p:nvCxnSpPr>
            <p:cNvPr id="489" name="直接连接符 46"/>
            <p:cNvCxnSpPr/>
            <p:nvPr/>
          </p:nvCxnSpPr>
          <p:spPr>
            <a:xfrm flipV="1">
              <a:off x="7254720" y="5311080"/>
              <a:ext cx="360" cy="120960"/>
            </a:xfrm>
            <a:prstGeom prst="straightConnector1">
              <a:avLst/>
            </a:prstGeom>
            <a:ln w="15875">
              <a:solidFill>
                <a:srgbClr val="ffffff"/>
              </a:solidFill>
            </a:ln>
          </p:spPr>
        </p:cxnSp>
      </p:grpSp>
      <p:grpSp>
        <p:nvGrpSpPr>
          <p:cNvPr id="490" name="组合 7"/>
          <p:cNvGrpSpPr/>
          <p:nvPr/>
        </p:nvGrpSpPr>
        <p:grpSpPr>
          <a:xfrm>
            <a:off x="10694520" y="585000"/>
            <a:ext cx="913680" cy="95760"/>
            <a:chOff x="10694520" y="585000"/>
            <a:chExt cx="913680" cy="95760"/>
          </a:xfrm>
        </p:grpSpPr>
        <p:sp>
          <p:nvSpPr>
            <p:cNvPr id="491" name="标题 1"/>
            <p:cNvSpPr/>
            <p:nvPr/>
          </p:nvSpPr>
          <p:spPr>
            <a:xfrm flipH="1">
              <a:off x="10694520" y="585000"/>
              <a:ext cx="89280" cy="89280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1680" bIns="31680"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sp>
          <p:nvSpPr>
            <p:cNvPr id="492" name="标题 1"/>
            <p:cNvSpPr/>
            <p:nvPr/>
          </p:nvSpPr>
          <p:spPr>
            <a:xfrm flipH="1">
              <a:off x="10904760" y="591480"/>
              <a:ext cx="703080" cy="89280"/>
            </a:xfrm>
            <a:custGeom>
              <a:avLst/>
              <a:gdLst>
                <a:gd name="textAreaLeft" fmla="*/ -360 w 703080"/>
                <a:gd name="textAreaRight" fmla="*/ 703080 w 70308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422763" h="53800">
                  <a:moveTo>
                    <a:pt x="26900" y="0"/>
                  </a:moveTo>
                  <a:cubicBezTo>
                    <a:pt x="12044" y="0"/>
                    <a:pt x="0" y="12044"/>
                    <a:pt x="0" y="26900"/>
                  </a:cubicBezTo>
                  <a:cubicBezTo>
                    <a:pt x="0" y="41756"/>
                    <a:pt x="12044" y="53800"/>
                    <a:pt x="26900" y="53800"/>
                  </a:cubicBezTo>
                  <a:cubicBezTo>
                    <a:pt x="41756" y="53800"/>
                    <a:pt x="53800" y="41756"/>
                    <a:pt x="53800" y="26900"/>
                  </a:cubicBezTo>
                  <a:cubicBezTo>
                    <a:pt x="53800" y="12044"/>
                    <a:pt x="41756" y="0"/>
                    <a:pt x="26900" y="0"/>
                  </a:cubicBezTo>
                  <a:close/>
                  <a:moveTo>
                    <a:pt x="149888" y="0"/>
                  </a:moveTo>
                  <a:cubicBezTo>
                    <a:pt x="135032" y="0"/>
                    <a:pt x="122988" y="12044"/>
                    <a:pt x="122988" y="26900"/>
                  </a:cubicBezTo>
                  <a:cubicBezTo>
                    <a:pt x="122988" y="41756"/>
                    <a:pt x="135032" y="53800"/>
                    <a:pt x="149888" y="53800"/>
                  </a:cubicBezTo>
                  <a:cubicBezTo>
                    <a:pt x="164744" y="53800"/>
                    <a:pt x="176788" y="41756"/>
                    <a:pt x="176788" y="26900"/>
                  </a:cubicBezTo>
                  <a:cubicBezTo>
                    <a:pt x="176788" y="12044"/>
                    <a:pt x="164744" y="0"/>
                    <a:pt x="149888" y="0"/>
                  </a:cubicBezTo>
                  <a:close/>
                  <a:moveTo>
                    <a:pt x="272875" y="0"/>
                  </a:moveTo>
                  <a:cubicBezTo>
                    <a:pt x="258019" y="0"/>
                    <a:pt x="245975" y="12044"/>
                    <a:pt x="245975" y="26900"/>
                  </a:cubicBezTo>
                  <a:cubicBezTo>
                    <a:pt x="245975" y="41756"/>
                    <a:pt x="258019" y="53800"/>
                    <a:pt x="272875" y="53800"/>
                  </a:cubicBezTo>
                  <a:cubicBezTo>
                    <a:pt x="287731" y="53800"/>
                    <a:pt x="299775" y="41756"/>
                    <a:pt x="299775" y="26900"/>
                  </a:cubicBezTo>
                  <a:cubicBezTo>
                    <a:pt x="299775" y="12044"/>
                    <a:pt x="287731" y="0"/>
                    <a:pt x="272875" y="0"/>
                  </a:cubicBezTo>
                  <a:close/>
                  <a:moveTo>
                    <a:pt x="395863" y="0"/>
                  </a:moveTo>
                  <a:cubicBezTo>
                    <a:pt x="381007" y="0"/>
                    <a:pt x="368963" y="12044"/>
                    <a:pt x="368963" y="26900"/>
                  </a:cubicBezTo>
                  <a:cubicBezTo>
                    <a:pt x="368963" y="41756"/>
                    <a:pt x="381007" y="53800"/>
                    <a:pt x="395863" y="53800"/>
                  </a:cubicBezTo>
                  <a:cubicBezTo>
                    <a:pt x="410719" y="53800"/>
                    <a:pt x="422763" y="41756"/>
                    <a:pt x="422763" y="26900"/>
                  </a:cubicBezTo>
                  <a:cubicBezTo>
                    <a:pt x="422763" y="12044"/>
                    <a:pt x="410719" y="0"/>
                    <a:pt x="395863" y="0"/>
                  </a:cubicBezTo>
                  <a:close/>
                </a:path>
              </a:pathLst>
            </a:custGeom>
            <a:solidFill>
              <a:schemeClr val="dk1">
                <a:alpha val="22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4640" bIns="44640"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</p:grpSp>
      <p:sp>
        <p:nvSpPr>
          <p:cNvPr id="493" name="文本框 11"/>
          <p:cNvSpPr/>
          <p:nvPr/>
        </p:nvSpPr>
        <p:spPr>
          <a:xfrm>
            <a:off x="810720" y="1019880"/>
            <a:ext cx="10797120" cy="49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图片 12" descr="E:/AI工具/AI Office/PPT模版/png/压缩/bg.jpgbg"/>
          <p:cNvPicPr/>
          <p:nvPr/>
        </p:nvPicPr>
        <p:blipFill>
          <a:blip r:embed="rId1"/>
          <a:srcRect l="0" t="6" r="0" b="6"/>
          <a:stretch/>
        </p:blipFill>
        <p:spPr>
          <a:xfrm>
            <a:off x="0" y="1800"/>
            <a:ext cx="12191760" cy="685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5" name="标题 1"/>
          <p:cNvSpPr/>
          <p:nvPr/>
        </p:nvSpPr>
        <p:spPr>
          <a:xfrm>
            <a:off x="810720" y="236880"/>
            <a:ext cx="777960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{{section_title}}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96" name="直接连接符 8"/>
          <p:cNvCxnSpPr/>
          <p:nvPr/>
        </p:nvCxnSpPr>
        <p:spPr>
          <a:xfrm>
            <a:off x="0" y="895320"/>
            <a:ext cx="5465520" cy="360"/>
          </a:xfrm>
          <a:prstGeom prst="straightConnector1">
            <a:avLst/>
          </a:prstGeom>
          <a:ln w="22225">
            <a:solidFill>
              <a:srgbClr val="ffffff"/>
            </a:solidFill>
          </a:ln>
        </p:spPr>
      </p:cxnSp>
      <p:grpSp>
        <p:nvGrpSpPr>
          <p:cNvPr id="497" name="组合 4"/>
          <p:cNvGrpSpPr/>
          <p:nvPr/>
        </p:nvGrpSpPr>
        <p:grpSpPr>
          <a:xfrm>
            <a:off x="299520" y="470520"/>
            <a:ext cx="297000" cy="297000"/>
            <a:chOff x="299520" y="470520"/>
            <a:chExt cx="297000" cy="297000"/>
          </a:xfrm>
        </p:grpSpPr>
        <p:sp>
          <p:nvSpPr>
            <p:cNvPr id="498" name="标题 1"/>
            <p:cNvSpPr/>
            <p:nvPr/>
          </p:nvSpPr>
          <p:spPr>
            <a:xfrm flipH="1">
              <a:off x="299160" y="470520"/>
              <a:ext cx="297000" cy="297000"/>
            </a:xfrm>
            <a:prstGeom prst="rect">
              <a:avLst/>
            </a:prstGeom>
            <a:solidFill>
              <a:srgbClr val="000000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cxnSp>
          <p:nvCxnSpPr>
            <p:cNvPr id="499" name="标题 1"/>
            <p:cNvCxnSpPr/>
            <p:nvPr/>
          </p:nvCxnSpPr>
          <p:spPr>
            <a:xfrm>
              <a:off x="392400" y="618840"/>
              <a:ext cx="111960" cy="360"/>
            </a:xfrm>
            <a:prstGeom prst="straightConnector1">
              <a:avLst/>
            </a:prstGeom>
            <a:ln w="11430">
              <a:solidFill>
                <a:srgbClr val="ffffff"/>
              </a:solidFill>
              <a:miter/>
            </a:ln>
          </p:spPr>
        </p:cxnSp>
        <p:sp>
          <p:nvSpPr>
            <p:cNvPr id="500" name="标题 1"/>
            <p:cNvSpPr/>
            <p:nvPr/>
          </p:nvSpPr>
          <p:spPr>
            <a:xfrm rot="18900000">
              <a:off x="418680" y="579960"/>
              <a:ext cx="77760" cy="77760"/>
            </a:xfrm>
            <a:custGeom>
              <a:avLst/>
              <a:gdLst>
                <a:gd name="textAreaLeft" fmla="*/ 0 w 77760"/>
                <a:gd name="textAreaRight" fmla="*/ 78120 w 77760"/>
                <a:gd name="textAreaTop" fmla="*/ 0 h 77760"/>
                <a:gd name="textAreaBottom" fmla="*/ 78120 h 77760"/>
              </a:gdLst>
              <a:ahLst/>
              <a:cxnLst/>
              <a:rect l="textAreaLeft" t="textAreaTop" r="textAreaRight" b="textAreaBottom"/>
              <a:pathLst>
                <a:path w="252248" h="252248">
                  <a:moveTo>
                    <a:pt x="252248" y="0"/>
                  </a:moveTo>
                  <a:lnTo>
                    <a:pt x="252248" y="252248"/>
                  </a:lnTo>
                  <a:lnTo>
                    <a:pt x="0" y="252248"/>
                  </a:lnTo>
                </a:path>
              </a:pathLst>
            </a:custGeom>
            <a:noFill/>
            <a:ln w="11430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tIns="38880" bIns="38880"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</p:grpSp>
      <p:pic>
        <p:nvPicPr>
          <p:cNvPr id="501" name="图片 14" descr="E:/AI工具/AI Office/PPT模版/png/压缩/ren2_.jpgren2_"/>
          <p:cNvPicPr/>
          <p:nvPr/>
        </p:nvPicPr>
        <p:blipFill>
          <a:blip r:embed="rId2"/>
          <a:srcRect l="0" t="9" r="0" b="9"/>
          <a:stretch/>
        </p:blipFill>
        <p:spPr>
          <a:xfrm>
            <a:off x="1204560" y="1793160"/>
            <a:ext cx="3385440" cy="4513680"/>
          </a:xfrm>
          <a:prstGeom prst="rect">
            <a:avLst/>
          </a:prstGeom>
          <a:noFill/>
          <a:ln w="57150">
            <a:solidFill>
              <a:srgbClr val="ffffff"/>
            </a:solidFill>
            <a:miter/>
          </a:ln>
        </p:spPr>
      </p:pic>
      <p:sp>
        <p:nvSpPr>
          <p:cNvPr id="502" name="矩形 7"/>
          <p:cNvSpPr/>
          <p:nvPr/>
        </p:nvSpPr>
        <p:spPr>
          <a:xfrm>
            <a:off x="1203840" y="1793160"/>
            <a:ext cx="3386880" cy="4511880"/>
          </a:xfrm>
          <a:prstGeom prst="rect">
            <a:avLst/>
          </a:prstGeom>
          <a:solidFill>
            <a:schemeClr val="dk1">
              <a:alpha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Arial"/>
              <a:ea typeface="微软雅黑"/>
            </a:endParaRPr>
          </a:p>
        </p:txBody>
      </p:sp>
      <p:sp>
        <p:nvSpPr>
          <p:cNvPr id="503" name="TextBox 6"/>
          <p:cNvSpPr/>
          <p:nvPr/>
        </p:nvSpPr>
        <p:spPr>
          <a:xfrm>
            <a:off x="1359360" y="4431600"/>
            <a:ext cx="3147840" cy="35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216000" tIns="36000" bIns="36000" anchor="t">
            <a:spAutoFit/>
          </a:bodyPr>
          <a:p>
            <a:pPr defTabSz="914400">
              <a:lnSpc>
                <a:spcPct val="130000"/>
              </a:lnSpc>
              <a:spcBef>
                <a:spcPts val="1001"/>
              </a:spcBef>
            </a:pPr>
            <a:r>
              <a:rPr b="1" lang="en-US" sz="14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{{content_points[0]}}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Box 7"/>
          <p:cNvSpPr/>
          <p:nvPr/>
        </p:nvSpPr>
        <p:spPr>
          <a:xfrm>
            <a:off x="1359360" y="4782240"/>
            <a:ext cx="314784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216000" tIns="36000" bIns="36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000" strike="noStrike" u="none">
                <a:solidFill>
                  <a:schemeClr val="lt1">
                    <a:alpha val="70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{{detailed_content[0]}}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5" name="图片 11" descr="E:/AI工具/AI Office/PPT模版/png/压缩/ren2_.jpgren2_"/>
          <p:cNvPicPr/>
          <p:nvPr/>
        </p:nvPicPr>
        <p:blipFill>
          <a:blip r:embed="rId3"/>
          <a:srcRect l="0" t="13702" r="0" b="51894"/>
          <a:stretch/>
        </p:blipFill>
        <p:spPr>
          <a:xfrm>
            <a:off x="6830640" y="1859400"/>
            <a:ext cx="4586760" cy="2103480"/>
          </a:xfrm>
          <a:prstGeom prst="rect">
            <a:avLst/>
          </a:prstGeom>
          <a:noFill/>
          <a:ln w="57150">
            <a:solidFill>
              <a:srgbClr val="ffffff"/>
            </a:solidFill>
            <a:miter/>
          </a:ln>
        </p:spPr>
      </p:pic>
      <p:sp>
        <p:nvSpPr>
          <p:cNvPr id="506" name="TextBox 6"/>
          <p:cNvSpPr/>
          <p:nvPr/>
        </p:nvSpPr>
        <p:spPr>
          <a:xfrm>
            <a:off x="6830640" y="4260240"/>
            <a:ext cx="4587480" cy="35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216000" tIns="36000" bIns="36000" anchor="t">
            <a:spAutoFit/>
          </a:bodyPr>
          <a:p>
            <a:pPr defTabSz="914400">
              <a:lnSpc>
                <a:spcPct val="130000"/>
              </a:lnSpc>
              <a:spcBef>
                <a:spcPts val="1001"/>
              </a:spcBef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{{content_points[1]}}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Box 7"/>
          <p:cNvSpPr/>
          <p:nvPr/>
        </p:nvSpPr>
        <p:spPr>
          <a:xfrm>
            <a:off x="6830640" y="4626720"/>
            <a:ext cx="45874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216000" tIns="36000" bIns="36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en-US" sz="1000" strike="noStrike" u="none">
                <a:solidFill>
                  <a:schemeClr val="dk1">
                    <a:alpha val="70000"/>
                  </a:schemeClr>
                </a:solidFill>
                <a:effectLst/>
                <a:uFillTx/>
                <a:latin typeface="微软雅黑"/>
                <a:ea typeface="微软雅黑"/>
              </a:rPr>
              <a:t>{{detailed_content[1]}}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08" name="组合 1"/>
          <p:cNvGrpSpPr/>
          <p:nvPr/>
        </p:nvGrpSpPr>
        <p:grpSpPr>
          <a:xfrm>
            <a:off x="10694520" y="585000"/>
            <a:ext cx="913680" cy="95760"/>
            <a:chOff x="10694520" y="585000"/>
            <a:chExt cx="913680" cy="95760"/>
          </a:xfrm>
        </p:grpSpPr>
        <p:sp>
          <p:nvSpPr>
            <p:cNvPr id="509" name="标题 1"/>
            <p:cNvSpPr/>
            <p:nvPr/>
          </p:nvSpPr>
          <p:spPr>
            <a:xfrm flipH="1">
              <a:off x="10694520" y="585000"/>
              <a:ext cx="89280" cy="89280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1680" bIns="31680"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  <p:sp>
          <p:nvSpPr>
            <p:cNvPr id="510" name="标题 1"/>
            <p:cNvSpPr/>
            <p:nvPr/>
          </p:nvSpPr>
          <p:spPr>
            <a:xfrm flipH="1">
              <a:off x="10904760" y="591480"/>
              <a:ext cx="703080" cy="89280"/>
            </a:xfrm>
            <a:custGeom>
              <a:avLst/>
              <a:gdLst>
                <a:gd name="textAreaLeft" fmla="*/ -360 w 703080"/>
                <a:gd name="textAreaRight" fmla="*/ 703080 w 703080"/>
                <a:gd name="textAreaTop" fmla="*/ 0 h 89280"/>
                <a:gd name="textAreaBottom" fmla="*/ 89640 h 89280"/>
              </a:gdLst>
              <a:ahLst/>
              <a:cxnLst/>
              <a:rect l="textAreaLeft" t="textAreaTop" r="textAreaRight" b="textAreaBottom"/>
              <a:pathLst>
                <a:path w="422763" h="53800">
                  <a:moveTo>
                    <a:pt x="26900" y="0"/>
                  </a:moveTo>
                  <a:cubicBezTo>
                    <a:pt x="12044" y="0"/>
                    <a:pt x="0" y="12044"/>
                    <a:pt x="0" y="26900"/>
                  </a:cubicBezTo>
                  <a:cubicBezTo>
                    <a:pt x="0" y="41756"/>
                    <a:pt x="12044" y="53800"/>
                    <a:pt x="26900" y="53800"/>
                  </a:cubicBezTo>
                  <a:cubicBezTo>
                    <a:pt x="41756" y="53800"/>
                    <a:pt x="53800" y="41756"/>
                    <a:pt x="53800" y="26900"/>
                  </a:cubicBezTo>
                  <a:cubicBezTo>
                    <a:pt x="53800" y="12044"/>
                    <a:pt x="41756" y="0"/>
                    <a:pt x="26900" y="0"/>
                  </a:cubicBezTo>
                  <a:close/>
                  <a:moveTo>
                    <a:pt x="149888" y="0"/>
                  </a:moveTo>
                  <a:cubicBezTo>
                    <a:pt x="135032" y="0"/>
                    <a:pt x="122988" y="12044"/>
                    <a:pt x="122988" y="26900"/>
                  </a:cubicBezTo>
                  <a:cubicBezTo>
                    <a:pt x="122988" y="41756"/>
                    <a:pt x="135032" y="53800"/>
                    <a:pt x="149888" y="53800"/>
                  </a:cubicBezTo>
                  <a:cubicBezTo>
                    <a:pt x="164744" y="53800"/>
                    <a:pt x="176788" y="41756"/>
                    <a:pt x="176788" y="26900"/>
                  </a:cubicBezTo>
                  <a:cubicBezTo>
                    <a:pt x="176788" y="12044"/>
                    <a:pt x="164744" y="0"/>
                    <a:pt x="149888" y="0"/>
                  </a:cubicBezTo>
                  <a:close/>
                  <a:moveTo>
                    <a:pt x="272875" y="0"/>
                  </a:moveTo>
                  <a:cubicBezTo>
                    <a:pt x="258019" y="0"/>
                    <a:pt x="245975" y="12044"/>
                    <a:pt x="245975" y="26900"/>
                  </a:cubicBezTo>
                  <a:cubicBezTo>
                    <a:pt x="245975" y="41756"/>
                    <a:pt x="258019" y="53800"/>
                    <a:pt x="272875" y="53800"/>
                  </a:cubicBezTo>
                  <a:cubicBezTo>
                    <a:pt x="287731" y="53800"/>
                    <a:pt x="299775" y="41756"/>
                    <a:pt x="299775" y="26900"/>
                  </a:cubicBezTo>
                  <a:cubicBezTo>
                    <a:pt x="299775" y="12044"/>
                    <a:pt x="287731" y="0"/>
                    <a:pt x="272875" y="0"/>
                  </a:cubicBezTo>
                  <a:close/>
                  <a:moveTo>
                    <a:pt x="395863" y="0"/>
                  </a:moveTo>
                  <a:cubicBezTo>
                    <a:pt x="381007" y="0"/>
                    <a:pt x="368963" y="12044"/>
                    <a:pt x="368963" y="26900"/>
                  </a:cubicBezTo>
                  <a:cubicBezTo>
                    <a:pt x="368963" y="41756"/>
                    <a:pt x="381007" y="53800"/>
                    <a:pt x="395863" y="53800"/>
                  </a:cubicBezTo>
                  <a:cubicBezTo>
                    <a:pt x="410719" y="53800"/>
                    <a:pt x="422763" y="41756"/>
                    <a:pt x="422763" y="26900"/>
                  </a:cubicBezTo>
                  <a:cubicBezTo>
                    <a:pt x="422763" y="12044"/>
                    <a:pt x="410719" y="0"/>
                    <a:pt x="395863" y="0"/>
                  </a:cubicBezTo>
                  <a:close/>
                </a:path>
              </a:pathLst>
            </a:custGeom>
            <a:solidFill>
              <a:schemeClr val="dk1">
                <a:alpha val="22000"/>
              </a:schemeClr>
            </a:solidFill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4640" bIns="44640" anchor="ctr">
              <a:noAutofit/>
            </a:bodyPr>
            <a:p>
              <a:pPr algn="ctr" defTabSz="914400">
                <a:lnSpc>
                  <a:spcPct val="11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endParaRPr>
            </a:p>
          </p:txBody>
        </p:sp>
      </p:grpSp>
      <p:sp>
        <p:nvSpPr>
          <p:cNvPr id="511" name="文本框 17"/>
          <p:cNvSpPr/>
          <p:nvPr/>
        </p:nvSpPr>
        <p:spPr>
          <a:xfrm>
            <a:off x="810720" y="1019880"/>
            <a:ext cx="10797120" cy="49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" name="图片 12" descr="E:/AI工具/AI Office/PPT模版/png/压缩/bg.jpgbg"/>
          <p:cNvPicPr/>
          <p:nvPr/>
        </p:nvPicPr>
        <p:blipFill>
          <a:blip r:embed="rId1"/>
          <a:srcRect l="0" t="6" r="0" b="6"/>
          <a:stretch/>
        </p:blipFill>
        <p:spPr>
          <a:xfrm>
            <a:off x="0" y="1800"/>
            <a:ext cx="12191760" cy="6855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3" name="图片 19" descr="E:/AI工具/AI Office/PPT模版/png/压缩/c72d1003a38ffda3b017e71dda05305c7a96b82138a82-WMIvuF.pngc72d1003a38ffda3b017e71dda05305c7a96b82138a82-WMIvuF"/>
          <p:cNvPicPr/>
          <p:nvPr/>
        </p:nvPicPr>
        <p:blipFill>
          <a:blip r:embed="rId2">
            <a:alphaModFix amt="90000"/>
          </a:blip>
          <a:srcRect l="6" t="0" r="6" b="0"/>
          <a:stretch/>
        </p:blipFill>
        <p:spPr>
          <a:xfrm>
            <a:off x="6911280" y="747360"/>
            <a:ext cx="3833280" cy="536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4" name="文本框 3"/>
          <p:cNvSpPr/>
          <p:nvPr/>
        </p:nvSpPr>
        <p:spPr>
          <a:xfrm>
            <a:off x="6245280" y="1532880"/>
            <a:ext cx="5544360" cy="58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zh-CN" sz="3200" strike="noStrike" u="non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感谢观看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文本框 4"/>
          <p:cNvSpPr/>
          <p:nvPr/>
        </p:nvSpPr>
        <p:spPr>
          <a:xfrm>
            <a:off x="6469920" y="3038040"/>
            <a:ext cx="507960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2000" strike="noStrike" u="none">
                <a:solidFill>
                  <a:srgbClr val="333333"/>
                </a:solidFill>
                <a:effectLst/>
                <a:uFillTx/>
                <a:latin typeface="微软雅黑"/>
                <a:ea typeface="微软雅黑"/>
              </a:rPr>
              <a:t>THANKS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16" name="直接连接符 15"/>
          <p:cNvCxnSpPr/>
          <p:nvPr/>
        </p:nvCxnSpPr>
        <p:spPr>
          <a:xfrm>
            <a:off x="6585480" y="2326320"/>
            <a:ext cx="4863600" cy="360"/>
          </a:xfrm>
          <a:prstGeom prst="straightConnector1">
            <a:avLst/>
          </a:prstGeom>
          <a:ln>
            <a:solidFill>
              <a:schemeClr val="lt1">
                <a:alpha val="82000"/>
              </a:schemeClr>
            </a:solidFill>
          </a:ln>
        </p:spPr>
      </p:cxnSp>
      <p:cxnSp>
        <p:nvCxnSpPr>
          <p:cNvPr id="517" name="直接连接符 16"/>
          <p:cNvCxnSpPr/>
          <p:nvPr/>
        </p:nvCxnSpPr>
        <p:spPr>
          <a:xfrm>
            <a:off x="6585480" y="3598200"/>
            <a:ext cx="4863600" cy="360"/>
          </a:xfrm>
          <a:prstGeom prst="straightConnector1">
            <a:avLst/>
          </a:prstGeom>
          <a:ln>
            <a:solidFill>
              <a:schemeClr val="lt1">
                <a:alpha val="82000"/>
              </a:schemeClr>
            </a:solidFill>
          </a:ln>
        </p:spPr>
      </p:cxnSp>
      <p:pic>
        <p:nvPicPr>
          <p:cNvPr id="518" name="图片 31" descr="E:/AI工具/AI Office/PPT模版/png/压缩/ren2_.jpgren2_"/>
          <p:cNvPicPr/>
          <p:nvPr/>
        </p:nvPicPr>
        <p:blipFill>
          <a:blip r:embed="rId3"/>
          <a:srcRect l="0" t="9" r="0" b="9"/>
          <a:stretch/>
        </p:blipFill>
        <p:spPr>
          <a:xfrm rot="300000">
            <a:off x="1977840" y="1044360"/>
            <a:ext cx="3357000" cy="4475880"/>
          </a:xfrm>
          <a:prstGeom prst="rect">
            <a:avLst/>
          </a:prstGeom>
          <a:noFill/>
          <a:ln w="57150">
            <a:solidFill>
              <a:srgbClr val="ffffff"/>
            </a:solidFill>
            <a:miter/>
          </a:ln>
        </p:spPr>
      </p:pic>
      <p:pic>
        <p:nvPicPr>
          <p:cNvPr id="519" name="图片 26" descr="E:/AI工具/AI Office/PPT模版/png/压缩/ren_.jpgren_"/>
          <p:cNvPicPr/>
          <p:nvPr/>
        </p:nvPicPr>
        <p:blipFill>
          <a:blip r:embed="rId4"/>
          <a:srcRect l="14" t="0" r="14" b="0"/>
          <a:stretch/>
        </p:blipFill>
        <p:spPr>
          <a:xfrm flipH="1" rot="21180000">
            <a:off x="1303200" y="1057680"/>
            <a:ext cx="3560040" cy="4747680"/>
          </a:xfrm>
          <a:prstGeom prst="rect">
            <a:avLst/>
          </a:prstGeom>
          <a:noFill/>
          <a:ln w="98425">
            <a:solidFill>
              <a:srgbClr val="ffffff"/>
            </a:solidFill>
            <a:miter/>
          </a:ln>
        </p:spPr>
      </p:pic>
      <p:pic>
        <p:nvPicPr>
          <p:cNvPr id="520" name="图片 29" descr="bc6ab406da4fedea34e7e52d1c73cf8f0ca7a61412864-sPfPio"/>
          <p:cNvPicPr/>
          <p:nvPr/>
        </p:nvPicPr>
        <p:blipFill>
          <a:blip r:embed="rId5"/>
          <a:stretch/>
        </p:blipFill>
        <p:spPr>
          <a:xfrm>
            <a:off x="567720" y="654840"/>
            <a:ext cx="1082160" cy="1082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1" name="文本框 2"/>
          <p:cNvSpPr/>
          <p:nvPr/>
        </p:nvSpPr>
        <p:spPr>
          <a:xfrm>
            <a:off x="7273440" y="4763520"/>
            <a:ext cx="16977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rPr>
              <a:t>{{author}}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文本框 7"/>
          <p:cNvSpPr/>
          <p:nvPr/>
        </p:nvSpPr>
        <p:spPr>
          <a:xfrm>
            <a:off x="9574200" y="4763160"/>
            <a:ext cx="23058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微软雅黑"/>
              </a:rPr>
              <a:t>{{date}}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3" name="图片 2" descr="E:/AI工具/AI Office/PPT模版/png/Frame.pngFrame"/>
          <p:cNvPicPr/>
          <p:nvPr/>
        </p:nvPicPr>
        <p:blipFill>
          <a:blip r:embed="rId6"/>
          <a:srcRect l="0" t="68" r="0" b="68"/>
          <a:stretch/>
        </p:blipFill>
        <p:spPr>
          <a:xfrm flipH="1">
            <a:off x="6819120" y="4735440"/>
            <a:ext cx="425160" cy="425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4" name="图片 3" descr="E:/AI工具/AI Office/PPT模版/png/时间.png时间"/>
          <p:cNvPicPr/>
          <p:nvPr/>
        </p:nvPicPr>
        <p:blipFill>
          <a:blip r:embed="rId7"/>
          <a:srcRect l="0" t="68" r="0" b="68"/>
          <a:stretch/>
        </p:blipFill>
        <p:spPr>
          <a:xfrm flipH="1">
            <a:off x="9123120" y="4745160"/>
            <a:ext cx="412560" cy="412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WPS">
  <a:themeElements>
    <a:clrScheme name="WP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 pitchFamily="0" charset="1"/>
        <a:ea typeface="微软雅黑" pitchFamily="0" charset="1"/>
        <a:cs typeface=""/>
      </a:majorFont>
      <a:minorFont>
        <a:latin typeface="Arial" pitchFamily="0" charset="1"/>
        <a:ea typeface="微软雅黑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  <a:tileRect l="0" t="0" r="0" b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27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LibreOffice/25.2.4.2$Windows_X86_64 LibreOffice_project/508ff62361999404a9d3590fe47df713b5888744</Application>
  <AppVersion>15.0000</AppVersion>
  <Words>2639</Words>
  <Paragraphs>305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2019-06-19T02:08:00Z</dcterms:created>
  <dc:creator/>
  <dc:description/>
  <dc:language>zh-CN</dc:language>
  <cp:lastModifiedBy/>
  <dcterms:modified xsi:type="dcterms:W3CDTF">2025-08-22T17:43:51Z</dcterms:modified>
  <cp:revision>214</cp:revision>
  <dc:subject/>
  <dc:title>空白演示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42420D62768C4020B8810DB7391EC3D9_11</vt:lpwstr>
  </property>
  <property fmtid="{D5CDD505-2E9C-101B-9397-08002B2CF9AE}" pid="3" name="KSOProductBuildVer">
    <vt:lpwstr>2052-12.1.0.21915</vt:lpwstr>
  </property>
  <property fmtid="{D5CDD505-2E9C-101B-9397-08002B2CF9AE}" pid="4" name="Notes">
    <vt:i4>4</vt:i4>
  </property>
  <property fmtid="{D5CDD505-2E9C-101B-9397-08002B2CF9AE}" pid="5" name="PresentationFormat">
    <vt:lpwstr>宽屏</vt:lpwstr>
  </property>
  <property fmtid="{D5CDD505-2E9C-101B-9397-08002B2CF9AE}" pid="6" name="Slides">
    <vt:i4>20</vt:i4>
  </property>
</Properties>
</file>