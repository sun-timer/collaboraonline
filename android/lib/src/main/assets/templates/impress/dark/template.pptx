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71.xml.rels" ContentType="application/vnd.openxmlformats-package.relationships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40.xml" ContentType="application/vnd.openxmlformats-officedocument.theme+xml"/>
  <Override PartName="/ppt/theme/theme6.xml" ContentType="application/vnd.openxmlformats-officedocument.theme+xml"/>
  <Override PartName="/ppt/theme/theme41.xml" ContentType="application/vnd.openxmlformats-officedocument.theme+xml"/>
  <Override PartName="/ppt/theme/theme7.xml" ContentType="application/vnd.openxmlformats-officedocument.theme+xml"/>
  <Override PartName="/ppt/theme/theme42.xml" ContentType="application/vnd.openxmlformats-officedocument.theme+xml"/>
  <Override PartName="/ppt/theme/theme8.xml" ContentType="application/vnd.openxmlformats-officedocument.theme+xml"/>
  <Override PartName="/ppt/theme/theme43.xml" ContentType="application/vnd.openxmlformats-officedocument.theme+xml"/>
  <Override PartName="/ppt/theme/theme9.xml" ContentType="application/vnd.openxmlformats-officedocument.theme+xml"/>
  <Override PartName="/ppt/theme/theme44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7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9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5" r:id="rId3"/>
    <p:sldMasterId id="2147483667" r:id="rId4"/>
    <p:sldMasterId id="2147483669" r:id="rId5"/>
    <p:sldMasterId id="2147483671" r:id="rId6"/>
    <p:sldMasterId id="2147483673" r:id="rId7"/>
    <p:sldMasterId id="2147483675" r:id="rId8"/>
    <p:sldMasterId id="2147483677" r:id="rId9"/>
    <p:sldMasterId id="2147483679" r:id="rId10"/>
    <p:sldMasterId id="2147483681" r:id="rId11"/>
    <p:sldMasterId id="2147483683" r:id="rId12"/>
    <p:sldMasterId id="2147483685" r:id="rId13"/>
    <p:sldMasterId id="2147483687" r:id="rId14"/>
    <p:sldMasterId id="2147483689" r:id="rId15"/>
    <p:sldMasterId id="2147483691" r:id="rId16"/>
    <p:sldMasterId id="2147483693" r:id="rId17"/>
    <p:sldMasterId id="2147483695" r:id="rId18"/>
    <p:sldMasterId id="2147483697" r:id="rId19"/>
    <p:sldMasterId id="2147483699" r:id="rId20"/>
    <p:sldMasterId id="2147483701" r:id="rId21"/>
    <p:sldMasterId id="2147483703" r:id="rId22"/>
    <p:sldMasterId id="2147483705" r:id="rId23"/>
    <p:sldMasterId id="2147483707" r:id="rId24"/>
    <p:sldMasterId id="2147483709" r:id="rId25"/>
    <p:sldMasterId id="2147483711" r:id="rId26"/>
    <p:sldMasterId id="2147483713" r:id="rId27"/>
    <p:sldMasterId id="2147483715" r:id="rId28"/>
    <p:sldMasterId id="2147483717" r:id="rId29"/>
    <p:sldMasterId id="2147483719" r:id="rId30"/>
    <p:sldMasterId id="2147483721" r:id="rId31"/>
    <p:sldMasterId id="2147483723" r:id="rId32"/>
    <p:sldMasterId id="2147483725" r:id="rId33"/>
    <p:sldMasterId id="2147483727" r:id="rId34"/>
    <p:sldMasterId id="2147483729" r:id="rId35"/>
    <p:sldMasterId id="2147483731" r:id="rId36"/>
    <p:sldMasterId id="2147483733" r:id="rId37"/>
    <p:sldMasterId id="2147483735" r:id="rId38"/>
    <p:sldMasterId id="2147483737" r:id="rId39"/>
    <p:sldMasterId id="2147483739" r:id="rId40"/>
    <p:sldMasterId id="2147483741" r:id="rId41"/>
    <p:sldMasterId id="2147483743" r:id="rId42"/>
    <p:sldMasterId id="2147483745" r:id="rId43"/>
    <p:sldMasterId id="2147483747" r:id="rId44"/>
    <p:sldMasterId id="2147483749" r:id="rId45"/>
    <p:sldMasterId id="2147483751" r:id="rId46"/>
    <p:sldMasterId id="2147483753" r:id="rId47"/>
    <p:sldMasterId id="2147483755" r:id="rId48"/>
    <p:sldMasterId id="2147483757" r:id="rId49"/>
    <p:sldMasterId id="2147483759" r:id="rId50"/>
    <p:sldMasterId id="2147483761" r:id="rId51"/>
    <p:sldMasterId id="2147483763" r:id="rId52"/>
    <p:sldMasterId id="2147483765" r:id="rId53"/>
    <p:sldMasterId id="2147483767" r:id="rId54"/>
    <p:sldMasterId id="2147483769" r:id="rId55"/>
    <p:sldMasterId id="2147483771" r:id="rId56"/>
    <p:sldMasterId id="2147483773" r:id="rId57"/>
    <p:sldMasterId id="2147483775" r:id="rId58"/>
    <p:sldMasterId id="2147483777" r:id="rId59"/>
  </p:sldMasterIdLst>
  <p:notesMasterIdLst>
    <p:notesMasterId r:id="rId60"/>
  </p:notesMasterIdLst>
  <p:sldIdLst>
    <p:sldId id="256" r:id="rId61"/>
    <p:sldId id="257" r:id="rId62"/>
    <p:sldId id="258" r:id="rId63"/>
    <p:sldId id="259" r:id="rId64"/>
    <p:sldId id="260" r:id="rId65"/>
    <p:sldId id="261" r:id="rId66"/>
    <p:sldId id="262" r:id="rId67"/>
    <p:sldId id="263" r:id="rId68"/>
    <p:sldId id="264" r:id="rId69"/>
    <p:sldId id="265" r:id="rId70"/>
    <p:sldId id="266" r:id="rId71"/>
    <p:sldId id="267" r:id="rId72"/>
    <p:sldId id="268" r:id="rId73"/>
    <p:sldId id="269" r:id="rId74"/>
    <p:sldId id="270" r:id="rId75"/>
    <p:sldId id="271" r:id="rId76"/>
    <p:sldId id="272" r:id="rId77"/>
    <p:sldId id="273" r:id="rId78"/>
    <p:sldId id="274" r:id="rId7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5.xml"/><Relationship Id="rId4" Type="http://schemas.openxmlformats.org/officeDocument/2006/relationships/slideMaster" Target="slideMasters/slideMaster16.xml"/><Relationship Id="rId5" Type="http://schemas.openxmlformats.org/officeDocument/2006/relationships/slideMaster" Target="slideMasters/slideMaster17.xml"/><Relationship Id="rId6" Type="http://schemas.openxmlformats.org/officeDocument/2006/relationships/slideMaster" Target="slideMasters/slideMaster18.xml"/><Relationship Id="rId7" Type="http://schemas.openxmlformats.org/officeDocument/2006/relationships/slideMaster" Target="slideMasters/slideMaster19.xml"/><Relationship Id="rId8" Type="http://schemas.openxmlformats.org/officeDocument/2006/relationships/slideMaster" Target="slideMasters/slideMaster20.xml"/><Relationship Id="rId9" Type="http://schemas.openxmlformats.org/officeDocument/2006/relationships/slideMaster" Target="slideMasters/slideMaster21.xml"/><Relationship Id="rId10" Type="http://schemas.openxmlformats.org/officeDocument/2006/relationships/slideMaster" Target="slideMasters/slideMaster22.xml"/><Relationship Id="rId11" Type="http://schemas.openxmlformats.org/officeDocument/2006/relationships/slideMaster" Target="slideMasters/slideMaster23.xml"/><Relationship Id="rId12" Type="http://schemas.openxmlformats.org/officeDocument/2006/relationships/slideMaster" Target="slideMasters/slideMaster24.xml"/><Relationship Id="rId13" Type="http://schemas.openxmlformats.org/officeDocument/2006/relationships/slideMaster" Target="slideMasters/slideMaster25.xml"/><Relationship Id="rId14" Type="http://schemas.openxmlformats.org/officeDocument/2006/relationships/slideMaster" Target="slideMasters/slideMaster26.xml"/><Relationship Id="rId15" Type="http://schemas.openxmlformats.org/officeDocument/2006/relationships/slideMaster" Target="slideMasters/slideMaster27.xml"/><Relationship Id="rId16" Type="http://schemas.openxmlformats.org/officeDocument/2006/relationships/slideMaster" Target="slideMasters/slideMaster28.xml"/><Relationship Id="rId17" Type="http://schemas.openxmlformats.org/officeDocument/2006/relationships/slideMaster" Target="slideMasters/slideMaster29.xml"/><Relationship Id="rId18" Type="http://schemas.openxmlformats.org/officeDocument/2006/relationships/slideMaster" Target="slideMasters/slideMaster30.xml"/><Relationship Id="rId19" Type="http://schemas.openxmlformats.org/officeDocument/2006/relationships/slideMaster" Target="slideMasters/slideMaster31.xml"/><Relationship Id="rId20" Type="http://schemas.openxmlformats.org/officeDocument/2006/relationships/slideMaster" Target="slideMasters/slideMaster32.xml"/><Relationship Id="rId21" Type="http://schemas.openxmlformats.org/officeDocument/2006/relationships/slideMaster" Target="slideMasters/slideMaster33.xml"/><Relationship Id="rId22" Type="http://schemas.openxmlformats.org/officeDocument/2006/relationships/slideMaster" Target="slideMasters/slideMaster34.xml"/><Relationship Id="rId23" Type="http://schemas.openxmlformats.org/officeDocument/2006/relationships/slideMaster" Target="slideMasters/slideMaster35.xml"/><Relationship Id="rId24" Type="http://schemas.openxmlformats.org/officeDocument/2006/relationships/slideMaster" Target="slideMasters/slideMaster36.xml"/><Relationship Id="rId25" Type="http://schemas.openxmlformats.org/officeDocument/2006/relationships/slideMaster" Target="slideMasters/slideMaster37.xml"/><Relationship Id="rId26" Type="http://schemas.openxmlformats.org/officeDocument/2006/relationships/slideMaster" Target="slideMasters/slideMaster38.xml"/><Relationship Id="rId27" Type="http://schemas.openxmlformats.org/officeDocument/2006/relationships/slideMaster" Target="slideMasters/slideMaster39.xml"/><Relationship Id="rId28" Type="http://schemas.openxmlformats.org/officeDocument/2006/relationships/slideMaster" Target="slideMasters/slideMaster40.xml"/><Relationship Id="rId29" Type="http://schemas.openxmlformats.org/officeDocument/2006/relationships/slideMaster" Target="slideMasters/slideMaster41.xml"/><Relationship Id="rId30" Type="http://schemas.openxmlformats.org/officeDocument/2006/relationships/slideMaster" Target="slideMasters/slideMaster42.xml"/><Relationship Id="rId31" Type="http://schemas.openxmlformats.org/officeDocument/2006/relationships/slideMaster" Target="slideMasters/slideMaster43.xml"/><Relationship Id="rId32" Type="http://schemas.openxmlformats.org/officeDocument/2006/relationships/slideMaster" Target="slideMasters/slideMaster44.xml"/><Relationship Id="rId33" Type="http://schemas.openxmlformats.org/officeDocument/2006/relationships/slideMaster" Target="slideMasters/slideMaster45.xml"/><Relationship Id="rId34" Type="http://schemas.openxmlformats.org/officeDocument/2006/relationships/slideMaster" Target="slideMasters/slideMaster46.xml"/><Relationship Id="rId35" Type="http://schemas.openxmlformats.org/officeDocument/2006/relationships/slideMaster" Target="slideMasters/slideMaster47.xml"/><Relationship Id="rId36" Type="http://schemas.openxmlformats.org/officeDocument/2006/relationships/slideMaster" Target="slideMasters/slideMaster48.xml"/><Relationship Id="rId37" Type="http://schemas.openxmlformats.org/officeDocument/2006/relationships/slideMaster" Target="slideMasters/slideMaster49.xml"/><Relationship Id="rId38" Type="http://schemas.openxmlformats.org/officeDocument/2006/relationships/slideMaster" Target="slideMasters/slideMaster50.xml"/><Relationship Id="rId39" Type="http://schemas.openxmlformats.org/officeDocument/2006/relationships/slideMaster" Target="slideMasters/slideMaster51.xml"/><Relationship Id="rId40" Type="http://schemas.openxmlformats.org/officeDocument/2006/relationships/slideMaster" Target="slideMasters/slideMaster52.xml"/><Relationship Id="rId41" Type="http://schemas.openxmlformats.org/officeDocument/2006/relationships/slideMaster" Target="slideMasters/slideMaster53.xml"/><Relationship Id="rId42" Type="http://schemas.openxmlformats.org/officeDocument/2006/relationships/slideMaster" Target="slideMasters/slideMaster54.xml"/><Relationship Id="rId43" Type="http://schemas.openxmlformats.org/officeDocument/2006/relationships/slideMaster" Target="slideMasters/slideMaster55.xml"/><Relationship Id="rId44" Type="http://schemas.openxmlformats.org/officeDocument/2006/relationships/slideMaster" Target="slideMasters/slideMaster56.xml"/><Relationship Id="rId45" Type="http://schemas.openxmlformats.org/officeDocument/2006/relationships/slideMaster" Target="slideMasters/slideMaster57.xml"/><Relationship Id="rId46" Type="http://schemas.openxmlformats.org/officeDocument/2006/relationships/slideMaster" Target="slideMasters/slideMaster58.xml"/><Relationship Id="rId47" Type="http://schemas.openxmlformats.org/officeDocument/2006/relationships/slideMaster" Target="slideMasters/slideMaster59.xml"/><Relationship Id="rId48" Type="http://schemas.openxmlformats.org/officeDocument/2006/relationships/slideMaster" Target="slideMasters/slideMaster60.xml"/><Relationship Id="rId49" Type="http://schemas.openxmlformats.org/officeDocument/2006/relationships/slideMaster" Target="slideMasters/slideMaster61.xml"/><Relationship Id="rId50" Type="http://schemas.openxmlformats.org/officeDocument/2006/relationships/slideMaster" Target="slideMasters/slideMaster62.xml"/><Relationship Id="rId51" Type="http://schemas.openxmlformats.org/officeDocument/2006/relationships/slideMaster" Target="slideMasters/slideMaster63.xml"/><Relationship Id="rId52" Type="http://schemas.openxmlformats.org/officeDocument/2006/relationships/slideMaster" Target="slideMasters/slideMaster64.xml"/><Relationship Id="rId53" Type="http://schemas.openxmlformats.org/officeDocument/2006/relationships/slideMaster" Target="slideMasters/slideMaster65.xml"/><Relationship Id="rId54" Type="http://schemas.openxmlformats.org/officeDocument/2006/relationships/slideMaster" Target="slideMasters/slideMaster66.xml"/><Relationship Id="rId55" Type="http://schemas.openxmlformats.org/officeDocument/2006/relationships/slideMaster" Target="slideMasters/slideMaster67.xml"/><Relationship Id="rId56" Type="http://schemas.openxmlformats.org/officeDocument/2006/relationships/slideMaster" Target="slideMasters/slideMaster68.xml"/><Relationship Id="rId57" Type="http://schemas.openxmlformats.org/officeDocument/2006/relationships/slideMaster" Target="slideMasters/slideMaster69.xml"/><Relationship Id="rId58" Type="http://schemas.openxmlformats.org/officeDocument/2006/relationships/slideMaster" Target="slideMasters/slideMaster70.xml"/><Relationship Id="rId59" Type="http://schemas.openxmlformats.org/officeDocument/2006/relationships/slideMaster" Target="slideMasters/slideMaster71.xml"/><Relationship Id="rId60" Type="http://schemas.openxmlformats.org/officeDocument/2006/relationships/notesMaster" Target="notesMasters/notesMaster1.xml"/><Relationship Id="rId61" Type="http://schemas.openxmlformats.org/officeDocument/2006/relationships/slide" Target="slides/slide1.xml"/><Relationship Id="rId62" Type="http://schemas.openxmlformats.org/officeDocument/2006/relationships/slide" Target="slides/slide2.xml"/><Relationship Id="rId63" Type="http://schemas.openxmlformats.org/officeDocument/2006/relationships/slide" Target="slides/slide3.xml"/><Relationship Id="rId64" Type="http://schemas.openxmlformats.org/officeDocument/2006/relationships/slide" Target="slides/slide4.xml"/><Relationship Id="rId65" Type="http://schemas.openxmlformats.org/officeDocument/2006/relationships/slide" Target="slides/slide5.xml"/><Relationship Id="rId66" Type="http://schemas.openxmlformats.org/officeDocument/2006/relationships/slide" Target="slides/slide6.xml"/><Relationship Id="rId67" Type="http://schemas.openxmlformats.org/officeDocument/2006/relationships/slide" Target="slides/slide7.xml"/><Relationship Id="rId68" Type="http://schemas.openxmlformats.org/officeDocument/2006/relationships/slide" Target="slides/slide8.xml"/><Relationship Id="rId69" Type="http://schemas.openxmlformats.org/officeDocument/2006/relationships/slide" Target="slides/slide9.xml"/><Relationship Id="rId70" Type="http://schemas.openxmlformats.org/officeDocument/2006/relationships/slide" Target="slides/slide10.xml"/><Relationship Id="rId71" Type="http://schemas.openxmlformats.org/officeDocument/2006/relationships/slide" Target="slides/slide11.xml"/><Relationship Id="rId72" Type="http://schemas.openxmlformats.org/officeDocument/2006/relationships/slide" Target="slides/slide12.xml"/><Relationship Id="rId73" Type="http://schemas.openxmlformats.org/officeDocument/2006/relationships/slide" Target="slides/slide13.xml"/><Relationship Id="rId74" Type="http://schemas.openxmlformats.org/officeDocument/2006/relationships/slide" Target="slides/slide14.xml"/><Relationship Id="rId75" Type="http://schemas.openxmlformats.org/officeDocument/2006/relationships/slide" Target="slides/slide15.xml"/><Relationship Id="rId76" Type="http://schemas.openxmlformats.org/officeDocument/2006/relationships/slide" Target="slides/slide16.xml"/><Relationship Id="rId77" Type="http://schemas.openxmlformats.org/officeDocument/2006/relationships/slide" Target="slides/slide17.xml"/><Relationship Id="rId78" Type="http://schemas.openxmlformats.org/officeDocument/2006/relationships/slide" Target="slides/slide18.xml"/><Relationship Id="rId79" Type="http://schemas.openxmlformats.org/officeDocument/2006/relationships/slide" Target="slides/slide19.xml"/><Relationship Id="rId8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3D3910F-086C-4CBC-B086-D81A3429214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416160" y="1562760"/>
            <a:ext cx="7500240" cy="421884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833400" y="6015960"/>
            <a:ext cx="6666120" cy="49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--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416160" y="1562760"/>
            <a:ext cx="7500240" cy="421884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833400" y="6015960"/>
            <a:ext cx="6666120" cy="49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--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416160" y="1562760"/>
            <a:ext cx="7500240" cy="421884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833400" y="6015960"/>
            <a:ext cx="6666120" cy="49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--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3403440" y="3862800"/>
            <a:ext cx="2650320" cy="1806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600">
            <a:solidFill>
              <a:schemeClr val="lt1"/>
            </a:solidFill>
            <a:round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60240" y="1446120"/>
            <a:ext cx="2650320" cy="1806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600">
            <a:solidFill>
              <a:schemeClr val="lt1"/>
            </a:solidFill>
            <a:round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46640" y="1446120"/>
            <a:ext cx="2650320" cy="1806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600">
            <a:solidFill>
              <a:schemeClr val="lt1"/>
            </a:solidFill>
            <a:round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8889840" y="3862800"/>
            <a:ext cx="2650320" cy="1806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600">
            <a:solidFill>
              <a:schemeClr val="lt1"/>
            </a:solidFill>
            <a:round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198800" y="914400"/>
            <a:ext cx="9798840" cy="257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zh-CN" sz="6000" strike="noStrike" u="none">
                <a:solidFill>
                  <a:srgbClr val="000000"/>
                </a:solidFill>
                <a:effectLst/>
                <a:uFillTx/>
                <a:latin typeface="等线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1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2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403E08-1557-422D-8933-28F58C9DFB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B6D826-37FC-42F3-81FB-BD225753FD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5F46C73-1728-40A8-878F-8DC27BAAAA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DE07640-E966-4D2E-8670-EE205F1DDA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AEC8F65-F69C-4ACC-AFFC-F4F3CCA20E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默认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21E7677-5910-4534-8456-D52EC06703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C57AFCC-2CDD-4050-AA33-7BD6B41D39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39E1BCA-7767-4645-B173-072525766E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CE5846D-8130-4ACF-A2A5-8B40D8649F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C63D572-436B-4DF3-9297-73F47AF3CE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B08DA78E-9E48-429C-BE74-8BBEA08FEF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7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8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9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0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21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22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23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24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25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26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27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28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29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30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31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32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33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34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35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36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37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38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9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40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41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42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43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44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45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46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47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48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49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50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51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52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53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54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55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56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57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58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59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60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61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62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63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64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65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66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67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68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69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70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71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72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7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图片 13" descr="E:/临时/新建文件夹 (2)/图片10.png图片10"/>
          <p:cNvPicPr/>
          <p:nvPr/>
        </p:nvPicPr>
        <p:blipFill>
          <a:blip r:embed="rId1"/>
          <a:srcRect l="0" t="10" r="0" b="10"/>
          <a:stretch/>
        </p:blipFill>
        <p:spPr>
          <a:xfrm>
            <a:off x="0" y="0"/>
            <a:ext cx="12191760" cy="687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圆角矩形 2"/>
          <p:cNvSpPr/>
          <p:nvPr/>
        </p:nvSpPr>
        <p:spPr>
          <a:xfrm>
            <a:off x="0" y="-19080"/>
            <a:ext cx="7403040" cy="687672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50b1e"/>
              </a:gs>
              <a:gs pos="47000">
                <a:srgbClr val="060e2a">
                  <a:alpha val="85000"/>
                </a:srgbClr>
              </a:gs>
              <a:gs pos="82000">
                <a:srgbClr val="07174c">
                  <a:alpha val="0"/>
                </a:srgbClr>
              </a:gs>
            </a:gsLst>
            <a:lin ang="0"/>
          </a:gradFill>
          <a:ln w="6350">
            <a:noFill/>
          </a:ln>
          <a:effectLst>
            <a:softEdge rad="12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rgbClr val="f33829"/>
              </a:solidFill>
              <a:effectLst/>
              <a:uFillTx/>
              <a:latin typeface="等线"/>
            </a:endParaRPr>
          </a:p>
        </p:txBody>
      </p:sp>
      <p:sp>
        <p:nvSpPr>
          <p:cNvPr id="99" name="Text 3"/>
          <p:cNvSpPr/>
          <p:nvPr/>
        </p:nvSpPr>
        <p:spPr>
          <a:xfrm>
            <a:off x="720000" y="1221480"/>
            <a:ext cx="75366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t">
            <a:spAutoFit/>
          </a:bodyPr>
          <a:p>
            <a:pPr defTabSz="914400">
              <a:lnSpc>
                <a:spcPct val="113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思源黑体 CN Regular"/>
                <a:ea typeface="思源黑体 CN Regular"/>
              </a:rPr>
              <a:t>{{subtitle}}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935280" y="5229360"/>
            <a:ext cx="263988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t">
            <a:spAutoFit/>
          </a:bodyPr>
          <a:p>
            <a:pPr defTabSz="914400">
              <a:lnSpc>
                <a:spcPct val="113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Normal"/>
                <a:ea typeface="思源黑体 CN Normal"/>
              </a:rPr>
              <a:t>{{author}}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4004280" y="5229360"/>
            <a:ext cx="263988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t">
            <a:spAutoFit/>
          </a:bodyPr>
          <a:p>
            <a:pPr defTabSz="914400">
              <a:lnSpc>
                <a:spcPct val="113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Roboto Cn"/>
                <a:ea typeface="思源黑体 CN Light"/>
              </a:rPr>
              <a:t>{{date}}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文本框 2"/>
          <p:cNvSpPr/>
          <p:nvPr/>
        </p:nvSpPr>
        <p:spPr>
          <a:xfrm>
            <a:off x="935280" y="3932640"/>
            <a:ext cx="724428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340" strike="noStrike" u="none">
                <a:solidFill>
                  <a:schemeClr val="lt1"/>
                </a:solidFill>
                <a:effectLst/>
                <a:uFillTx/>
                <a:latin typeface="Roboto Lt"/>
                <a:ea typeface="思源黑体 CN Light"/>
              </a:rPr>
              <a:t>Little Potato Technology Co., Ltd</a:t>
            </a:r>
            <a:endParaRPr b="0" lang="en-US" sz="1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720000" y="2454840"/>
            <a:ext cx="9079560" cy="12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6400" strike="noStrike" u="none">
                <a:solidFill>
                  <a:schemeClr val="lt1"/>
                </a:solidFill>
                <a:effectLst/>
                <a:uFillTx/>
                <a:latin typeface="汉仪菱心体简"/>
                <a:ea typeface="汉仪菱心体简"/>
              </a:rPr>
              <a:t>{{title}}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5" descr="E:/临时/新建文件夹 (2)/图片11.png图片11"/>
          <p:cNvPicPr/>
          <p:nvPr/>
        </p:nvPicPr>
        <p:blipFill>
          <a:blip r:embed="rId1"/>
          <a:srcRect l="6" t="0" r="6" b="0"/>
          <a:stretch/>
        </p:blipFill>
        <p:spPr>
          <a:xfrm>
            <a:off x="0" y="0"/>
            <a:ext cx="12191760" cy="69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文本框 2"/>
          <p:cNvSpPr/>
          <p:nvPr/>
        </p:nvSpPr>
        <p:spPr>
          <a:xfrm>
            <a:off x="11931120" y="7404120"/>
            <a:ext cx="40636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06" name="文本框 4"/>
          <p:cNvSpPr/>
          <p:nvPr/>
        </p:nvSpPr>
        <p:spPr>
          <a:xfrm>
            <a:off x="12954600" y="6862320"/>
            <a:ext cx="40636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07" name="标题 1"/>
          <p:cNvSpPr/>
          <p:nvPr/>
        </p:nvSpPr>
        <p:spPr>
          <a:xfrm rot="5400000">
            <a:off x="-2233080" y="2919600"/>
            <a:ext cx="5697360" cy="12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000" strike="noStrike" u="none">
                <a:solidFill>
                  <a:schemeClr val="lt1">
                    <a:alpha val="55000"/>
                  </a:schemeClr>
                </a:solidFill>
                <a:effectLst/>
                <a:uFillTx/>
                <a:latin typeface="Roboto Bk"/>
                <a:ea typeface="思源黑体 CN Bold"/>
              </a:rPr>
              <a:t>CONTENTS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标题 1"/>
          <p:cNvSpPr/>
          <p:nvPr/>
        </p:nvSpPr>
        <p:spPr>
          <a:xfrm>
            <a:off x="930240" y="477000"/>
            <a:ext cx="161172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48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目录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1609200" y="1556280"/>
            <a:ext cx="1003140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t">
            <a:spAutoFit/>
          </a:bodyPr>
          <a:p>
            <a:pPr defTabSz="914400">
              <a:lnSpc>
                <a:spcPct val="113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{{toc_content}}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圆角矩形 2"/>
          <p:cNvSpPr/>
          <p:nvPr/>
        </p:nvSpPr>
        <p:spPr>
          <a:xfrm>
            <a:off x="4811400" y="44280"/>
            <a:ext cx="7380360" cy="690408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7174c">
                  <a:alpha val="0"/>
                </a:srgbClr>
              </a:gs>
              <a:gs pos="51000">
                <a:srgbClr val="060e2a">
                  <a:alpha val="85000"/>
                </a:srgbClr>
              </a:gs>
              <a:gs pos="100000">
                <a:srgbClr val="050b1e"/>
              </a:gs>
            </a:gsLst>
            <a:lin ang="0"/>
          </a:gradFill>
          <a:ln w="6350">
            <a:noFill/>
          </a:ln>
          <a:effectLst>
            <a:softEdge rad="12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rgbClr val="f33829"/>
              </a:solidFill>
              <a:effectLst/>
              <a:uFillTx/>
              <a:latin typeface="等线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112" name="图片 12" descr="E:/临时/新建文件夹 (2)/图片12.png图片12"/>
          <p:cNvPicPr/>
          <p:nvPr/>
        </p:nvPicPr>
        <p:blipFill>
          <a:blip r:embed="rId1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图片 4" descr="E:/临时/新建文件夹 (2)/图片13.png图片13"/>
          <p:cNvPicPr/>
          <p:nvPr/>
        </p:nvPicPr>
        <p:blipFill>
          <a:blip r:embed="rId2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同侧圆角矩形 10"/>
          <p:cNvSpPr/>
          <p:nvPr/>
        </p:nvSpPr>
        <p:spPr>
          <a:xfrm rot="16200000">
            <a:off x="9199800" y="1685520"/>
            <a:ext cx="2471760" cy="3511800"/>
          </a:xfrm>
          <a:prstGeom prst="round2SameRect">
            <a:avLst>
              <a:gd name="adj1" fmla="val 50000"/>
              <a:gd name="adj2" fmla="val 0"/>
            </a:avLst>
          </a:prstGeom>
          <a:gradFill rotWithShape="0">
            <a:gsLst>
              <a:gs pos="0">
                <a:srgbClr val="ffffff"/>
              </a:gs>
              <a:gs pos="100000">
                <a:srgbClr val="306eec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grpSp>
        <p:nvGrpSpPr>
          <p:cNvPr id="115" name="组合 3"/>
          <p:cNvGrpSpPr/>
          <p:nvPr/>
        </p:nvGrpSpPr>
        <p:grpSpPr>
          <a:xfrm>
            <a:off x="8226360" y="1752120"/>
            <a:ext cx="3344400" cy="3344400"/>
            <a:chOff x="8226360" y="1752120"/>
            <a:chExt cx="3344400" cy="3344400"/>
          </a:xfrm>
        </p:grpSpPr>
        <p:sp>
          <p:nvSpPr>
            <p:cNvPr id="116" name="标题 1"/>
            <p:cNvSpPr/>
            <p:nvPr/>
          </p:nvSpPr>
          <p:spPr>
            <a:xfrm rot="19741200">
              <a:off x="8679600" y="2205360"/>
              <a:ext cx="2437560" cy="243756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117" name="标题 1"/>
            <p:cNvSpPr/>
            <p:nvPr/>
          </p:nvSpPr>
          <p:spPr>
            <a:xfrm>
              <a:off x="9069120" y="2594520"/>
              <a:ext cx="1658880" cy="1658880"/>
            </a:xfrm>
            <a:prstGeom prst="ellipse">
              <a:avLst/>
            </a:prstGeom>
            <a:gradFill rotWithShape="0">
              <a:gsLst>
                <a:gs pos="24000">
                  <a:srgbClr val="1234ef"/>
                </a:gs>
                <a:gs pos="71000">
                  <a:srgbClr val="4aa2e9"/>
                </a:gs>
              </a:gsLst>
              <a:lin ang="13500000"/>
            </a:gradFill>
            <a:ln w="15875">
              <a:noFill/>
            </a:ln>
            <a:effectLst>
              <a:outerShdw algn="t" blurRad="279360" dir="5400000" dist="343080" rotWithShape="0" sx="88000" sy="88000">
                <a:srgbClr val="018efb">
                  <a:alpha val="42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5600" strike="noStrike" u="none">
                  <a:solidFill>
                    <a:schemeClr val="lt1"/>
                  </a:solidFill>
                  <a:effectLst/>
                  <a:uFillTx/>
                  <a:latin typeface="Roboto Bk"/>
                </a:rPr>
                <a:t>{{section_number}}</a:t>
              </a:r>
              <a:endParaRPr b="0" lang="en-US" sz="5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" name="文本框 2"/>
          <p:cNvSpPr/>
          <p:nvPr/>
        </p:nvSpPr>
        <p:spPr>
          <a:xfrm>
            <a:off x="701640" y="1628640"/>
            <a:ext cx="735660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13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5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文本框 3"/>
          <p:cNvSpPr/>
          <p:nvPr/>
        </p:nvSpPr>
        <p:spPr>
          <a:xfrm>
            <a:off x="701640" y="3860640"/>
            <a:ext cx="75236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13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{{section_overview}}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 1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121" name="图片 20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图片 21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4" name="矩形 11"/>
          <p:cNvSpPr/>
          <p:nvPr/>
        </p:nvSpPr>
        <p:spPr>
          <a:xfrm>
            <a:off x="15840" y="3876120"/>
            <a:ext cx="5108760" cy="2981520"/>
          </a:xfrm>
          <a:prstGeom prst="rect">
            <a:avLst/>
          </a:prstGeom>
          <a:gradFill rotWithShape="0">
            <a:gsLst>
              <a:gs pos="53000">
                <a:srgbClr val="1f66f5">
                  <a:alpha val="0"/>
                </a:srgbClr>
              </a:gs>
              <a:gs pos="100000">
                <a:srgbClr val="1f66f5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125" name="标题 1"/>
          <p:cNvSpPr/>
          <p:nvPr/>
        </p:nvSpPr>
        <p:spPr>
          <a:xfrm>
            <a:off x="1099080" y="486360"/>
            <a:ext cx="78076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6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127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128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129" name="圆角矩形 14"/>
          <p:cNvSpPr/>
          <p:nvPr/>
        </p:nvSpPr>
        <p:spPr>
          <a:xfrm>
            <a:off x="0" y="1557000"/>
            <a:ext cx="4726080" cy="447768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130" name="标题 1"/>
          <p:cNvSpPr/>
          <p:nvPr/>
        </p:nvSpPr>
        <p:spPr>
          <a:xfrm>
            <a:off x="5212080" y="1485360"/>
            <a:ext cx="609624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{{title}}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文本框 3"/>
          <p:cNvSpPr/>
          <p:nvPr/>
        </p:nvSpPr>
        <p:spPr>
          <a:xfrm>
            <a:off x="5068440" y="3876120"/>
            <a:ext cx="123156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40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90</a:t>
            </a: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%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标题 1"/>
          <p:cNvSpPr/>
          <p:nvPr/>
        </p:nvSpPr>
        <p:spPr>
          <a:xfrm>
            <a:off x="5212080" y="3357360"/>
            <a:ext cx="35326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文本框 5"/>
          <p:cNvSpPr/>
          <p:nvPr/>
        </p:nvSpPr>
        <p:spPr>
          <a:xfrm>
            <a:off x="8906400" y="3876120"/>
            <a:ext cx="123156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40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90</a:t>
            </a: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%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标题 1"/>
          <p:cNvSpPr/>
          <p:nvPr/>
        </p:nvSpPr>
        <p:spPr>
          <a:xfrm>
            <a:off x="9050040" y="3357360"/>
            <a:ext cx="29433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文本框 13"/>
          <p:cNvSpPr/>
          <p:nvPr/>
        </p:nvSpPr>
        <p:spPr>
          <a:xfrm>
            <a:off x="5212080" y="4582800"/>
            <a:ext cx="3250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9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文本框 15"/>
          <p:cNvSpPr/>
          <p:nvPr/>
        </p:nvSpPr>
        <p:spPr>
          <a:xfrm>
            <a:off x="9050040" y="4582800"/>
            <a:ext cx="29674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9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7" name="标题 1"/>
          <p:cNvCxnSpPr/>
          <p:nvPr/>
        </p:nvCxnSpPr>
        <p:spPr>
          <a:xfrm>
            <a:off x="5375880" y="2997000"/>
            <a:ext cx="2057760" cy="360"/>
          </a:xfrm>
          <a:prstGeom prst="straightConnector1">
            <a:avLst/>
          </a:prstGeom>
          <a:ln cap="sq" w="25400">
            <a:solidFill>
              <a:schemeClr val="lt1">
                <a:alpha val="7000"/>
              </a:schemeClr>
            </a:solidFill>
            <a:miter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4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139" name="图片 2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图片 3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2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3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144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145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146" name="圆角矩形 20"/>
          <p:cNvSpPr/>
          <p:nvPr/>
        </p:nvSpPr>
        <p:spPr>
          <a:xfrm>
            <a:off x="574200" y="1370160"/>
            <a:ext cx="6241680" cy="17643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50000"/>
                </a:srgbClr>
              </a:gs>
              <a:gs pos="100000">
                <a:srgbClr val="1f66f5">
                  <a:alpha val="74000"/>
                </a:srgbClr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147" name="圆角矩形 21"/>
          <p:cNvSpPr/>
          <p:nvPr/>
        </p:nvSpPr>
        <p:spPr>
          <a:xfrm>
            <a:off x="6916320" y="1370160"/>
            <a:ext cx="4785120" cy="4807800"/>
          </a:xfrm>
          <a:prstGeom prst="roundRect">
            <a:avLst>
              <a:gd name="adj" fmla="val 0"/>
            </a:avLst>
          </a:prstGeom>
          <a:gradFill rotWithShape="0">
            <a:gsLst>
              <a:gs pos="5000">
                <a:srgbClr val="1f66f5">
                  <a:alpha val="30000"/>
                </a:srgbClr>
              </a:gs>
              <a:gs pos="98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cxnSp>
        <p:nvCxnSpPr>
          <p:cNvPr id="148" name="标题 1"/>
          <p:cNvCxnSpPr/>
          <p:nvPr/>
        </p:nvCxnSpPr>
        <p:spPr>
          <a:xfrm>
            <a:off x="7368120" y="3717000"/>
            <a:ext cx="741240" cy="360"/>
          </a:xfrm>
          <a:prstGeom prst="straightConnector1">
            <a:avLst/>
          </a:prstGeom>
          <a:ln cap="sq" w="12700">
            <a:solidFill>
              <a:srgbClr val="026fcb"/>
            </a:solidFill>
            <a:miter/>
          </a:ln>
        </p:spPr>
      </p:cxnSp>
      <p:sp>
        <p:nvSpPr>
          <p:cNvPr id="149" name="标题 1"/>
          <p:cNvSpPr/>
          <p:nvPr/>
        </p:nvSpPr>
        <p:spPr>
          <a:xfrm>
            <a:off x="7296480" y="163116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文本框 1"/>
          <p:cNvSpPr/>
          <p:nvPr/>
        </p:nvSpPr>
        <p:spPr>
          <a:xfrm>
            <a:off x="7287840" y="2002680"/>
            <a:ext cx="411372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9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标题 1"/>
          <p:cNvSpPr/>
          <p:nvPr/>
        </p:nvSpPr>
        <p:spPr>
          <a:xfrm>
            <a:off x="7368120" y="429120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文本框 23"/>
          <p:cNvSpPr/>
          <p:nvPr/>
        </p:nvSpPr>
        <p:spPr>
          <a:xfrm>
            <a:off x="7287840" y="4652640"/>
            <a:ext cx="411372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9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标题 1"/>
          <p:cNvSpPr/>
          <p:nvPr/>
        </p:nvSpPr>
        <p:spPr>
          <a:xfrm>
            <a:off x="861840" y="1485360"/>
            <a:ext cx="43581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{{title}}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圆角矩形 14"/>
          <p:cNvSpPr/>
          <p:nvPr/>
        </p:nvSpPr>
        <p:spPr>
          <a:xfrm>
            <a:off x="574200" y="3285000"/>
            <a:ext cx="6241680" cy="289260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4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156" name="图片 1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图片 2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矩形 11"/>
          <p:cNvSpPr/>
          <p:nvPr/>
        </p:nvSpPr>
        <p:spPr>
          <a:xfrm>
            <a:off x="6599520" y="620280"/>
            <a:ext cx="5108760" cy="2981520"/>
          </a:xfrm>
          <a:prstGeom prst="rect">
            <a:avLst/>
          </a:prstGeom>
          <a:gradFill rotWithShape="0">
            <a:gsLst>
              <a:gs pos="53000">
                <a:srgbClr val="1f66f5">
                  <a:alpha val="0"/>
                </a:srgbClr>
              </a:gs>
              <a:gs pos="100000">
                <a:srgbClr val="1f66f5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159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60" name="标题 1"/>
          <p:cNvSpPr/>
          <p:nvPr/>
        </p:nvSpPr>
        <p:spPr>
          <a:xfrm>
            <a:off x="1099080" y="486360"/>
            <a:ext cx="91234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1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162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163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164" name="标题 1"/>
          <p:cNvSpPr/>
          <p:nvPr/>
        </p:nvSpPr>
        <p:spPr>
          <a:xfrm>
            <a:off x="1960920" y="2109600"/>
            <a:ext cx="49654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标题 1"/>
          <p:cNvSpPr/>
          <p:nvPr/>
        </p:nvSpPr>
        <p:spPr>
          <a:xfrm>
            <a:off x="1946880" y="1639080"/>
            <a:ext cx="46083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标题 1"/>
          <p:cNvSpPr/>
          <p:nvPr/>
        </p:nvSpPr>
        <p:spPr>
          <a:xfrm>
            <a:off x="1974960" y="3734640"/>
            <a:ext cx="493992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标题 1"/>
          <p:cNvSpPr/>
          <p:nvPr/>
        </p:nvSpPr>
        <p:spPr>
          <a:xfrm>
            <a:off x="1960920" y="3321000"/>
            <a:ext cx="46083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标题 1"/>
          <p:cNvSpPr/>
          <p:nvPr/>
        </p:nvSpPr>
        <p:spPr>
          <a:xfrm>
            <a:off x="1989000" y="5367960"/>
            <a:ext cx="45460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{{detailed_content[2]}}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标题 1"/>
          <p:cNvSpPr/>
          <p:nvPr/>
        </p:nvSpPr>
        <p:spPr>
          <a:xfrm>
            <a:off x="1974960" y="4940280"/>
            <a:ext cx="46083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标题 1"/>
          <p:cNvSpPr/>
          <p:nvPr/>
        </p:nvSpPr>
        <p:spPr>
          <a:xfrm>
            <a:off x="1039320" y="1701000"/>
            <a:ext cx="571320" cy="571320"/>
          </a:xfrm>
          <a:custGeom>
            <a:avLst/>
            <a:gdLst>
              <a:gd name="textAreaLeft" fmla="*/ 0 w 571320"/>
              <a:gd name="textAreaRight" fmla="*/ 571680 w 571320"/>
              <a:gd name="textAreaTop" fmla="*/ 0 h 571320"/>
              <a:gd name="textAreaBottom" fmla="*/ 571680 h 57132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1f66f5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71" name="标题 1"/>
          <p:cNvSpPr/>
          <p:nvPr/>
        </p:nvSpPr>
        <p:spPr>
          <a:xfrm>
            <a:off x="1039320" y="3357360"/>
            <a:ext cx="571320" cy="571320"/>
          </a:xfrm>
          <a:custGeom>
            <a:avLst/>
            <a:gdLst>
              <a:gd name="textAreaLeft" fmla="*/ 0 w 571320"/>
              <a:gd name="textAreaRight" fmla="*/ 571680 w 571320"/>
              <a:gd name="textAreaTop" fmla="*/ 0 h 571320"/>
              <a:gd name="textAreaBottom" fmla="*/ 571680 h 57132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1f66f5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72" name="标题 1"/>
          <p:cNvSpPr/>
          <p:nvPr/>
        </p:nvSpPr>
        <p:spPr>
          <a:xfrm>
            <a:off x="1039320" y="4941720"/>
            <a:ext cx="571320" cy="571320"/>
          </a:xfrm>
          <a:custGeom>
            <a:avLst/>
            <a:gdLst>
              <a:gd name="textAreaLeft" fmla="*/ 0 w 571320"/>
              <a:gd name="textAreaRight" fmla="*/ 571680 w 571320"/>
              <a:gd name="textAreaTop" fmla="*/ 0 h 571320"/>
              <a:gd name="textAreaBottom" fmla="*/ 571680 h 57132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1f66f5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73" name="圆角矩形 14"/>
          <p:cNvSpPr/>
          <p:nvPr/>
        </p:nvSpPr>
        <p:spPr>
          <a:xfrm>
            <a:off x="7247880" y="1844640"/>
            <a:ext cx="3986280" cy="377676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174" name="文本框 3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 4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176" name="图片 1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图片 2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79" name="标题 1"/>
          <p:cNvSpPr/>
          <p:nvPr/>
        </p:nvSpPr>
        <p:spPr>
          <a:xfrm>
            <a:off x="1099080" y="486360"/>
            <a:ext cx="82548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0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181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182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183" name="任意多边形: 形状 123"/>
          <p:cNvSpPr/>
          <p:nvPr/>
        </p:nvSpPr>
        <p:spPr>
          <a:xfrm>
            <a:off x="4177440" y="1941840"/>
            <a:ext cx="3836880" cy="3836520"/>
          </a:xfrm>
          <a:custGeom>
            <a:avLst/>
            <a:gdLst>
              <a:gd name="textAreaLeft" fmla="*/ 0 w 3836880"/>
              <a:gd name="textAreaRight" fmla="*/ 3837240 w 3836880"/>
              <a:gd name="textAreaTop" fmla="*/ 0 h 3836520"/>
              <a:gd name="textAreaBottom" fmla="*/ 3836880 h 3836520"/>
              <a:gd name="GluePoint1X" fmla="*/ 2692204 w 2729385"/>
              <a:gd name="GluePoint1Y" fmla="*/ 1274829 h 2729267"/>
              <a:gd name="GluePoint2X" fmla="*/ 1454493 w 2729385"/>
              <a:gd name="GluePoint2Y" fmla="*/ 37176 h 2729267"/>
              <a:gd name="GluePoint3X" fmla="*/ 1274893 w 2729385"/>
              <a:gd name="GluePoint3Y" fmla="*/ 37176 h 2729267"/>
              <a:gd name="GluePoint4X" fmla="*/ 37182 w 2729385"/>
              <a:gd name="GluePoint4Y" fmla="*/ 1274829 h 2729267"/>
              <a:gd name="GluePoint5X" fmla="*/ 37182 w 2729385"/>
              <a:gd name="GluePoint5Y" fmla="*/ 1454438 h 2729267"/>
              <a:gd name="GluePoint6X" fmla="*/ 1274893 w 2729385"/>
              <a:gd name="GluePoint6Y" fmla="*/ 2692092 h 2729267"/>
              <a:gd name="GluePoint7X" fmla="*/ 1454493 w 2729385"/>
              <a:gd name="GluePoint7Y" fmla="*/ 2692092 h 2729267"/>
              <a:gd name="GluePoint8X" fmla="*/ 2692204 w 2729385"/>
              <a:gd name="GluePoint8Y" fmla="*/ 1454438 h 2729267"/>
              <a:gd name="GluePoint9X" fmla="*/ 2692204 w 2729385"/>
              <a:gd name="GluePoint9Y" fmla="*/ 1274829 h 27292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729385" h="2729267">
                <a:moveTo>
                  <a:pt x="2692204" y="1274829"/>
                </a:moveTo>
                <a:lnTo>
                  <a:pt x="1454493" y="37176"/>
                </a:lnTo>
                <a:cubicBezTo>
                  <a:pt x="1404923" y="-12391"/>
                  <a:pt x="1324463" y="-12391"/>
                  <a:pt x="1274893" y="37176"/>
                </a:cubicBezTo>
                <a:lnTo>
                  <a:pt x="37182" y="1274829"/>
                </a:lnTo>
                <a:cubicBezTo>
                  <a:pt x="-12393" y="1324401"/>
                  <a:pt x="-12393" y="1404866"/>
                  <a:pt x="37182" y="1454438"/>
                </a:cubicBezTo>
                <a:lnTo>
                  <a:pt x="1274893" y="2692092"/>
                </a:lnTo>
                <a:cubicBezTo>
                  <a:pt x="1324463" y="2741659"/>
                  <a:pt x="1404923" y="2741659"/>
                  <a:pt x="1454493" y="2692092"/>
                </a:cubicBezTo>
                <a:lnTo>
                  <a:pt x="2692204" y="1454438"/>
                </a:lnTo>
                <a:cubicBezTo>
                  <a:pt x="2741779" y="1404866"/>
                  <a:pt x="2741779" y="1324401"/>
                  <a:pt x="2692204" y="1274829"/>
                </a:cubicBezTo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0" r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049"/>
              </a:spcBef>
            </a:pPr>
            <a:endParaRPr b="0" lang="en-US" sz="4800" spc="193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4" name="任意多边形: 形状 100"/>
          <p:cNvSpPr/>
          <p:nvPr/>
        </p:nvSpPr>
        <p:spPr>
          <a:xfrm>
            <a:off x="-433800" y="1636200"/>
            <a:ext cx="5164560" cy="4564080"/>
          </a:xfrm>
          <a:custGeom>
            <a:avLst/>
            <a:gdLst>
              <a:gd name="textAreaLeft" fmla="*/ 0 w 5164560"/>
              <a:gd name="textAreaRight" fmla="*/ 5164920 w 5164560"/>
              <a:gd name="textAreaTop" fmla="*/ 0 h 4564080"/>
              <a:gd name="textAreaBottom" fmla="*/ 4564440 h 4564080"/>
              <a:gd name="GluePoint1X" fmla="*/ 127000 w 4421412"/>
              <a:gd name="GluePoint1Y" fmla="*/ 0 h 3907223"/>
              <a:gd name="GluePoint2X" fmla="*/ 2752010 w 4421412"/>
              <a:gd name="GluePoint2Y" fmla="*/ 0 h 3907223"/>
              <a:gd name="GluePoint3X" fmla="*/ 2849043 w 4421412"/>
              <a:gd name="GluePoint3Y" fmla="*/ 45063 h 3907223"/>
              <a:gd name="GluePoint4X" fmla="*/ 4391471 w 4421412"/>
              <a:gd name="GluePoint4Y" fmla="*/ 1871675 h 3907223"/>
              <a:gd name="GluePoint5X" fmla="*/ 4391471 w 4421412"/>
              <a:gd name="GluePoint5Y" fmla="*/ 2035548 h 3907223"/>
              <a:gd name="GluePoint6X" fmla="*/ 2849043 w 4421412"/>
              <a:gd name="GluePoint6Y" fmla="*/ 3862160 h 3907223"/>
              <a:gd name="GluePoint7X" fmla="*/ 2752010 w 4421412"/>
              <a:gd name="GluePoint7Y" fmla="*/ 3907223 h 3907223"/>
              <a:gd name="GluePoint8X" fmla="*/ 127000 w 4421412"/>
              <a:gd name="GluePoint8Y" fmla="*/ 3907223 h 3907223"/>
              <a:gd name="GluePoint9X" fmla="*/ 0 w 4421412"/>
              <a:gd name="GluePoint9Y" fmla="*/ 3780223 h 3907223"/>
              <a:gd name="GluePoint10X" fmla="*/ 0 w 4421412"/>
              <a:gd name="GluePoint10Y" fmla="*/ 127000 h 3907223"/>
              <a:gd name="GluePoint11X" fmla="*/ 127000 w 4421412"/>
              <a:gd name="GluePoint11Y" fmla="*/ 0 h 390722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4421412" h="3907223">
                <a:moveTo>
                  <a:pt x="127000" y="0"/>
                </a:moveTo>
                <a:lnTo>
                  <a:pt x="2752010" y="0"/>
                </a:lnTo>
                <a:cubicBezTo>
                  <a:pt x="2789404" y="0"/>
                  <a:pt x="2824918" y="16493"/>
                  <a:pt x="2849043" y="45063"/>
                </a:cubicBezTo>
                <a:lnTo>
                  <a:pt x="4391471" y="1871675"/>
                </a:lnTo>
                <a:cubicBezTo>
                  <a:pt x="4431393" y="1918953"/>
                  <a:pt x="4431393" y="1988271"/>
                  <a:pt x="4391471" y="2035548"/>
                </a:cubicBezTo>
                <a:lnTo>
                  <a:pt x="2849043" y="3862160"/>
                </a:lnTo>
                <a:cubicBezTo>
                  <a:pt x="2824918" y="3890730"/>
                  <a:pt x="2789404" y="3907223"/>
                  <a:pt x="2752010" y="3907223"/>
                </a:cubicBezTo>
                <a:lnTo>
                  <a:pt x="127000" y="3907223"/>
                </a:lnTo>
                <a:cubicBezTo>
                  <a:pt x="56896" y="3907223"/>
                  <a:pt x="0" y="3850327"/>
                  <a:pt x="0" y="3780223"/>
                </a:cubicBezTo>
                <a:lnTo>
                  <a:pt x="0" y="127000"/>
                </a:lnTo>
                <a:cubicBezTo>
                  <a:pt x="0" y="56896"/>
                  <a:pt x="56896" y="0"/>
                  <a:pt x="127000" y="0"/>
                </a:cubicBezTo>
              </a:path>
            </a:pathLst>
          </a:custGeom>
          <a:gradFill rotWithShape="0">
            <a:gsLst>
              <a:gs pos="0">
                <a:srgbClr val="1f66f5"/>
              </a:gs>
              <a:gs pos="100000">
                <a:srgbClr val="1f66f5">
                  <a:alpha val="0"/>
                </a:srgbClr>
              </a:gs>
            </a:gsLst>
            <a:lin ang="10800000"/>
          </a:gradFill>
          <a:ln w="12700">
            <a:noFill/>
          </a:ln>
          <a:effectLst>
            <a:outerShdw algn="ctr" blurRad="495360" dir="5400000" dist="76320" rotWithShape="0" sx="50000" sy="50000">
              <a:srgbClr val="1397f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185" name="任意多边形: 形状 110"/>
          <p:cNvSpPr/>
          <p:nvPr/>
        </p:nvSpPr>
        <p:spPr>
          <a:xfrm>
            <a:off x="7460640" y="1636200"/>
            <a:ext cx="5164560" cy="4564080"/>
          </a:xfrm>
          <a:custGeom>
            <a:avLst/>
            <a:gdLst>
              <a:gd name="textAreaLeft" fmla="*/ 0 w 5164560"/>
              <a:gd name="textAreaRight" fmla="*/ 5164920 w 5164560"/>
              <a:gd name="textAreaTop" fmla="*/ 0 h 4564080"/>
              <a:gd name="textAreaBottom" fmla="*/ 4564440 h 4564080"/>
              <a:gd name="GluePoint1X" fmla="*/ 4294413 w 4421413"/>
              <a:gd name="GluePoint1Y" fmla="*/ 0 h 3907223"/>
              <a:gd name="GluePoint2X" fmla="*/ 1669403 w 4421413"/>
              <a:gd name="GluePoint2Y" fmla="*/ 0 h 3907223"/>
              <a:gd name="GluePoint3X" fmla="*/ 1572369 w 4421413"/>
              <a:gd name="GluePoint3Y" fmla="*/ 45063 h 3907223"/>
              <a:gd name="GluePoint4X" fmla="*/ 29942 w 4421413"/>
              <a:gd name="GluePoint4Y" fmla="*/ 1871675 h 3907223"/>
              <a:gd name="GluePoint5X" fmla="*/ 29942 w 4421413"/>
              <a:gd name="GluePoint5Y" fmla="*/ 2035548 h 3907223"/>
              <a:gd name="GluePoint6X" fmla="*/ 1572369 w 4421413"/>
              <a:gd name="GluePoint6Y" fmla="*/ 3862160 h 3907223"/>
              <a:gd name="GluePoint7X" fmla="*/ 1669402 w 4421413"/>
              <a:gd name="GluePoint7Y" fmla="*/ 3907223 h 3907223"/>
              <a:gd name="GluePoint8X" fmla="*/ 4294413 w 4421413"/>
              <a:gd name="GluePoint8Y" fmla="*/ 3907223 h 3907223"/>
              <a:gd name="GluePoint9X" fmla="*/ 4421413 w 4421413"/>
              <a:gd name="GluePoint9Y" fmla="*/ 3780223 h 3907223"/>
              <a:gd name="GluePoint10X" fmla="*/ 4421413 w 4421413"/>
              <a:gd name="GluePoint10Y" fmla="*/ 127000 h 3907223"/>
              <a:gd name="GluePoint11X" fmla="*/ 4294413 w 4421413"/>
              <a:gd name="GluePoint11Y" fmla="*/ 0 h 390722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4421413" h="3907223">
                <a:moveTo>
                  <a:pt x="4294413" y="0"/>
                </a:moveTo>
                <a:lnTo>
                  <a:pt x="1669403" y="0"/>
                </a:lnTo>
                <a:cubicBezTo>
                  <a:pt x="1632009" y="0"/>
                  <a:pt x="1596495" y="16493"/>
                  <a:pt x="1572369" y="45063"/>
                </a:cubicBezTo>
                <a:lnTo>
                  <a:pt x="29942" y="1871675"/>
                </a:lnTo>
                <a:cubicBezTo>
                  <a:pt x="-9980" y="1918953"/>
                  <a:pt x="-9980" y="1988271"/>
                  <a:pt x="29942" y="2035548"/>
                </a:cubicBezTo>
                <a:lnTo>
                  <a:pt x="1572369" y="3862160"/>
                </a:lnTo>
                <a:cubicBezTo>
                  <a:pt x="1596495" y="3890730"/>
                  <a:pt x="1632009" y="3907223"/>
                  <a:pt x="1669402" y="3907223"/>
                </a:cubicBezTo>
                <a:lnTo>
                  <a:pt x="4294413" y="3907223"/>
                </a:lnTo>
                <a:cubicBezTo>
                  <a:pt x="4364518" y="3907223"/>
                  <a:pt x="4421413" y="3850327"/>
                  <a:pt x="4421413" y="3780223"/>
                </a:cubicBezTo>
                <a:lnTo>
                  <a:pt x="4421413" y="127000"/>
                </a:lnTo>
                <a:cubicBezTo>
                  <a:pt x="4421413" y="56896"/>
                  <a:pt x="4364518" y="0"/>
                  <a:pt x="4294413" y="0"/>
                </a:cubicBezTo>
              </a:path>
            </a:pathLst>
          </a:custGeom>
          <a:gradFill rotWithShape="0">
            <a:gsLst>
              <a:gs pos="0">
                <a:srgbClr val="1f66f5"/>
              </a:gs>
              <a:gs pos="100000">
                <a:srgbClr val="1f66f5">
                  <a:alpha val="0"/>
                </a:srgbClr>
              </a:gs>
            </a:gsLst>
            <a:lin ang="0"/>
          </a:gradFill>
          <a:ln w="12700">
            <a:noFill/>
          </a:ln>
          <a:effectLst>
            <a:outerShdw algn="ctr" blurRad="495360" dir="5400000" dist="76320" rotWithShape="0" sx="95000" sy="95000">
              <a:srgbClr val="1397f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186" name="五边形 5"/>
          <p:cNvSpPr/>
          <p:nvPr/>
        </p:nvSpPr>
        <p:spPr>
          <a:xfrm>
            <a:off x="546120" y="2496240"/>
            <a:ext cx="4754160" cy="2844000"/>
          </a:xfrm>
          <a:prstGeom prst="homePlate">
            <a:avLst>
              <a:gd name="adj" fmla="val 42221"/>
            </a:avLst>
          </a:prstGeom>
          <a:noFill/>
          <a:ln>
            <a:solidFill>
              <a:srgbClr val="0288f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60120">
              <a:lnSpc>
                <a:spcPct val="100000"/>
              </a:lnSpc>
              <a:tabLst>
                <a:tab algn="l" pos="0"/>
              </a:tabLst>
            </a:pPr>
            <a:endParaRPr b="0" lang="en-US" sz="1890" strike="noStrike" u="none">
              <a:solidFill>
                <a:srgbClr val="ffffff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187" name="五边形 5"/>
          <p:cNvSpPr/>
          <p:nvPr/>
        </p:nvSpPr>
        <p:spPr>
          <a:xfrm flipH="1">
            <a:off x="6891480" y="2496240"/>
            <a:ext cx="4754160" cy="2844000"/>
          </a:xfrm>
          <a:prstGeom prst="homePlate">
            <a:avLst>
              <a:gd name="adj" fmla="val 42221"/>
            </a:avLst>
          </a:prstGeom>
          <a:noFill/>
          <a:ln>
            <a:solidFill>
              <a:srgbClr val="0288f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60120">
              <a:lnSpc>
                <a:spcPct val="100000"/>
              </a:lnSpc>
              <a:tabLst>
                <a:tab algn="l" pos="0"/>
              </a:tabLst>
            </a:pPr>
            <a:endParaRPr b="0" lang="en-US" sz="1890" strike="noStrike" u="none">
              <a:solidFill>
                <a:srgbClr val="ffffff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188" name="任意多边形: 形状 90"/>
          <p:cNvSpPr/>
          <p:nvPr/>
        </p:nvSpPr>
        <p:spPr>
          <a:xfrm>
            <a:off x="4896720" y="2661120"/>
            <a:ext cx="2397960" cy="2397960"/>
          </a:xfrm>
          <a:custGeom>
            <a:avLst/>
            <a:gdLst>
              <a:gd name="textAreaLeft" fmla="*/ 0 w 2397960"/>
              <a:gd name="textAreaRight" fmla="*/ 2398320 w 2397960"/>
              <a:gd name="textAreaTop" fmla="*/ 0 h 2397960"/>
              <a:gd name="textAreaBottom" fmla="*/ 2398320 h 2397960"/>
              <a:gd name="GluePoint1X" fmla="*/ 2692204 w 2729385"/>
              <a:gd name="GluePoint1Y" fmla="*/ 1274829 h 2729267"/>
              <a:gd name="GluePoint2X" fmla="*/ 1454493 w 2729385"/>
              <a:gd name="GluePoint2Y" fmla="*/ 37176 h 2729267"/>
              <a:gd name="GluePoint3X" fmla="*/ 1274893 w 2729385"/>
              <a:gd name="GluePoint3Y" fmla="*/ 37176 h 2729267"/>
              <a:gd name="GluePoint4X" fmla="*/ 37182 w 2729385"/>
              <a:gd name="GluePoint4Y" fmla="*/ 1274829 h 2729267"/>
              <a:gd name="GluePoint5X" fmla="*/ 37182 w 2729385"/>
              <a:gd name="GluePoint5Y" fmla="*/ 1454438 h 2729267"/>
              <a:gd name="GluePoint6X" fmla="*/ 1274893 w 2729385"/>
              <a:gd name="GluePoint6Y" fmla="*/ 2692092 h 2729267"/>
              <a:gd name="GluePoint7X" fmla="*/ 1454493 w 2729385"/>
              <a:gd name="GluePoint7Y" fmla="*/ 2692092 h 2729267"/>
              <a:gd name="GluePoint8X" fmla="*/ 2692204 w 2729385"/>
              <a:gd name="GluePoint8Y" fmla="*/ 1454438 h 2729267"/>
              <a:gd name="GluePoint9X" fmla="*/ 2692204 w 2729385"/>
              <a:gd name="GluePoint9Y" fmla="*/ 1274829 h 27292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729385" h="2729267">
                <a:moveTo>
                  <a:pt x="2692204" y="1274829"/>
                </a:moveTo>
                <a:lnTo>
                  <a:pt x="1454493" y="37176"/>
                </a:lnTo>
                <a:cubicBezTo>
                  <a:pt x="1404923" y="-12391"/>
                  <a:pt x="1324463" y="-12391"/>
                  <a:pt x="1274893" y="37176"/>
                </a:cubicBezTo>
                <a:lnTo>
                  <a:pt x="37182" y="1274829"/>
                </a:lnTo>
                <a:cubicBezTo>
                  <a:pt x="-12393" y="1324401"/>
                  <a:pt x="-12393" y="1404866"/>
                  <a:pt x="37182" y="1454438"/>
                </a:cubicBezTo>
                <a:lnTo>
                  <a:pt x="1274893" y="2692092"/>
                </a:lnTo>
                <a:cubicBezTo>
                  <a:pt x="1324463" y="2741659"/>
                  <a:pt x="1404923" y="2741659"/>
                  <a:pt x="1454493" y="2692092"/>
                </a:cubicBezTo>
                <a:lnTo>
                  <a:pt x="2692204" y="1454438"/>
                </a:lnTo>
                <a:cubicBezTo>
                  <a:pt x="2741779" y="1404866"/>
                  <a:pt x="2741779" y="1324401"/>
                  <a:pt x="2692204" y="1274829"/>
                </a:cubicBezTo>
              </a:path>
            </a:pathLst>
          </a:custGeom>
          <a:gradFill rotWithShape="0">
            <a:gsLst>
              <a:gs pos="20000">
                <a:srgbClr val="1234ef"/>
              </a:gs>
              <a:gs pos="96000">
                <a:srgbClr val="4aa2e9"/>
              </a:gs>
            </a:gsLst>
            <a:lin ang="1638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0" r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049"/>
              </a:spcBef>
            </a:pPr>
            <a:endParaRPr b="0" lang="en-US" sz="4800" spc="193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9" name="任意多边形: 形状 95"/>
          <p:cNvSpPr/>
          <p:nvPr/>
        </p:nvSpPr>
        <p:spPr>
          <a:xfrm>
            <a:off x="426600" y="2328120"/>
            <a:ext cx="3540240" cy="3138840"/>
          </a:xfrm>
          <a:custGeom>
            <a:avLst/>
            <a:gdLst>
              <a:gd name="textAreaLeft" fmla="*/ 0 w 3540240"/>
              <a:gd name="textAreaRight" fmla="*/ 3540600 w 3540240"/>
              <a:gd name="textAreaTop" fmla="*/ 0 h 3138840"/>
              <a:gd name="textAreaBottom" fmla="*/ 3139200 h 3138840"/>
              <a:gd name="GluePoint1X" fmla="*/ 127000 w 3218621"/>
              <a:gd name="GluePoint1Y" fmla="*/ 0 h 2853661"/>
              <a:gd name="GluePoint2X" fmla="*/ 1994045 w 3218621"/>
              <a:gd name="GluePoint2Y" fmla="*/ 0 h 2853661"/>
              <a:gd name="GluePoint3X" fmla="*/ 2091078 w 3218621"/>
              <a:gd name="GluePoint3Y" fmla="*/ 45064 h 2853661"/>
              <a:gd name="GluePoint4X" fmla="*/ 3188680 w 3218621"/>
              <a:gd name="GluePoint4Y" fmla="*/ 1344895 h 2853661"/>
              <a:gd name="GluePoint5X" fmla="*/ 3188680 w 3218621"/>
              <a:gd name="GluePoint5Y" fmla="*/ 1508768 h 2853661"/>
              <a:gd name="GluePoint6X" fmla="*/ 2091078 w 3218621"/>
              <a:gd name="GluePoint6Y" fmla="*/ 2808598 h 2853661"/>
              <a:gd name="GluePoint7X" fmla="*/ 1994045 w 3218621"/>
              <a:gd name="GluePoint7Y" fmla="*/ 2853661 h 2853661"/>
              <a:gd name="GluePoint8X" fmla="*/ 127000 w 3218621"/>
              <a:gd name="GluePoint8Y" fmla="*/ 2853661 h 2853661"/>
              <a:gd name="GluePoint9X" fmla="*/ 0 w 3218621"/>
              <a:gd name="GluePoint9Y" fmla="*/ 2726661 h 2853661"/>
              <a:gd name="GluePoint10X" fmla="*/ 0 w 3218621"/>
              <a:gd name="GluePoint10Y" fmla="*/ 127000 h 2853661"/>
              <a:gd name="GluePoint11X" fmla="*/ 127000 w 3218621"/>
              <a:gd name="GluePoint11Y" fmla="*/ 0 h 28536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3218621" h="2853661">
                <a:moveTo>
                  <a:pt x="127000" y="0"/>
                </a:moveTo>
                <a:lnTo>
                  <a:pt x="1994045" y="0"/>
                </a:lnTo>
                <a:cubicBezTo>
                  <a:pt x="2031438" y="0"/>
                  <a:pt x="2066952" y="16493"/>
                  <a:pt x="2091078" y="45064"/>
                </a:cubicBezTo>
                <a:lnTo>
                  <a:pt x="3188680" y="1344895"/>
                </a:lnTo>
                <a:cubicBezTo>
                  <a:pt x="3228602" y="1392172"/>
                  <a:pt x="3228602" y="1461490"/>
                  <a:pt x="3188680" y="1508768"/>
                </a:cubicBezTo>
                <a:lnTo>
                  <a:pt x="2091078" y="2808598"/>
                </a:lnTo>
                <a:cubicBezTo>
                  <a:pt x="2066952" y="2837168"/>
                  <a:pt x="2031438" y="2853661"/>
                  <a:pt x="1994045" y="2853661"/>
                </a:cubicBezTo>
                <a:lnTo>
                  <a:pt x="127000" y="2853661"/>
                </a:lnTo>
                <a:cubicBezTo>
                  <a:pt x="56896" y="2853661"/>
                  <a:pt x="0" y="2796765"/>
                  <a:pt x="0" y="2726661"/>
                </a:cubicBezTo>
                <a:lnTo>
                  <a:pt x="0" y="127000"/>
                </a:lnTo>
                <a:cubicBezTo>
                  <a:pt x="0" y="56896"/>
                  <a:pt x="56896" y="0"/>
                  <a:pt x="127000" y="0"/>
                </a:cubicBezTo>
              </a:path>
            </a:pathLst>
          </a:custGeom>
          <a:gradFill rotWithShape="0">
            <a:gsLst>
              <a:gs pos="0">
                <a:srgbClr val="1f66f5"/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12700">
            <a:noFill/>
          </a:ln>
          <a:effectLst>
            <a:outerShdw algn="ctr" blurRad="495360" dir="5400000" dist="76320" rotWithShape="0" sx="95000" sy="95000">
              <a:srgbClr val="1397f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190" name="任意多边形: 形状 105"/>
          <p:cNvSpPr/>
          <p:nvPr/>
        </p:nvSpPr>
        <p:spPr>
          <a:xfrm>
            <a:off x="8203680" y="2329920"/>
            <a:ext cx="3583080" cy="3176280"/>
          </a:xfrm>
          <a:custGeom>
            <a:avLst/>
            <a:gdLst>
              <a:gd name="textAreaLeft" fmla="*/ 0 w 3583080"/>
              <a:gd name="textAreaRight" fmla="*/ 3583440 w 3583080"/>
              <a:gd name="textAreaTop" fmla="*/ 0 h 3176280"/>
              <a:gd name="textAreaBottom" fmla="*/ 3176640 h 3176280"/>
              <a:gd name="GluePoint1X" fmla="*/ 3130688 w 3257688"/>
              <a:gd name="GluePoint1Y" fmla="*/ 0 h 2887881"/>
              <a:gd name="GluePoint2X" fmla="*/ 1239026 w 3257688"/>
              <a:gd name="GluePoint2Y" fmla="*/ 0 h 2887881"/>
              <a:gd name="GluePoint3X" fmla="*/ 1141992 w 3257688"/>
              <a:gd name="GluePoint3Y" fmla="*/ 45064 h 2887881"/>
              <a:gd name="GluePoint4X" fmla="*/ 29942 w 3257688"/>
              <a:gd name="GluePoint4Y" fmla="*/ 1362005 h 2887881"/>
              <a:gd name="GluePoint5X" fmla="*/ 29942 w 3257688"/>
              <a:gd name="GluePoint5Y" fmla="*/ 1525878 h 2887881"/>
              <a:gd name="GluePoint6X" fmla="*/ 1141992 w 3257688"/>
              <a:gd name="GluePoint6Y" fmla="*/ 2842817 h 2887881"/>
              <a:gd name="GluePoint7X" fmla="*/ 1239025 w 3257688"/>
              <a:gd name="GluePoint7Y" fmla="*/ 2887881 h 2887881"/>
              <a:gd name="GluePoint8X" fmla="*/ 3130688 w 3257688"/>
              <a:gd name="GluePoint8Y" fmla="*/ 2887881 h 2887881"/>
              <a:gd name="GluePoint9X" fmla="*/ 3257688 w 3257688"/>
              <a:gd name="GluePoint9Y" fmla="*/ 2760881 h 2887881"/>
              <a:gd name="GluePoint10X" fmla="*/ 3257688 w 3257688"/>
              <a:gd name="GluePoint10Y" fmla="*/ 127000 h 2887881"/>
              <a:gd name="GluePoint11X" fmla="*/ 3130688 w 3257688"/>
              <a:gd name="GluePoint11Y" fmla="*/ 0 h 28878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3257688" h="2887881">
                <a:moveTo>
                  <a:pt x="3130688" y="0"/>
                </a:moveTo>
                <a:lnTo>
                  <a:pt x="1239026" y="0"/>
                </a:lnTo>
                <a:cubicBezTo>
                  <a:pt x="1201632" y="0"/>
                  <a:pt x="1166118" y="16493"/>
                  <a:pt x="1141992" y="45064"/>
                </a:cubicBezTo>
                <a:lnTo>
                  <a:pt x="29942" y="1362005"/>
                </a:lnTo>
                <a:cubicBezTo>
                  <a:pt x="-9980" y="1409282"/>
                  <a:pt x="-9980" y="1478600"/>
                  <a:pt x="29942" y="1525878"/>
                </a:cubicBezTo>
                <a:lnTo>
                  <a:pt x="1141992" y="2842817"/>
                </a:lnTo>
                <a:cubicBezTo>
                  <a:pt x="1166118" y="2871388"/>
                  <a:pt x="1201632" y="2887881"/>
                  <a:pt x="1239025" y="2887881"/>
                </a:cubicBezTo>
                <a:lnTo>
                  <a:pt x="3130688" y="2887881"/>
                </a:lnTo>
                <a:cubicBezTo>
                  <a:pt x="3200792" y="2887881"/>
                  <a:pt x="3257688" y="2830985"/>
                  <a:pt x="3257688" y="2760881"/>
                </a:cubicBezTo>
                <a:lnTo>
                  <a:pt x="3257688" y="127000"/>
                </a:lnTo>
                <a:cubicBezTo>
                  <a:pt x="3257688" y="56896"/>
                  <a:pt x="3200792" y="0"/>
                  <a:pt x="3130688" y="0"/>
                </a:cubicBezTo>
              </a:path>
            </a:pathLst>
          </a:custGeom>
          <a:gradFill rotWithShape="0">
            <a:gsLst>
              <a:gs pos="0">
                <a:srgbClr val="1f66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12700">
            <a:noFill/>
          </a:ln>
          <a:effectLst>
            <a:outerShdw algn="ctr" blurRad="495360" dir="5400000" dist="76320" rotWithShape="0" sx="95000" sy="95000">
              <a:srgbClr val="1397f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191" name="文本框 21"/>
          <p:cNvSpPr/>
          <p:nvPr/>
        </p:nvSpPr>
        <p:spPr>
          <a:xfrm>
            <a:off x="343080" y="3018240"/>
            <a:ext cx="2369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{{content_points[0]}}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2" name="组合 22"/>
          <p:cNvGrpSpPr/>
          <p:nvPr/>
        </p:nvGrpSpPr>
        <p:grpSpPr>
          <a:xfrm>
            <a:off x="5835600" y="3796560"/>
            <a:ext cx="605160" cy="351360"/>
            <a:chOff x="5835600" y="3796560"/>
            <a:chExt cx="605160" cy="351360"/>
          </a:xfrm>
        </p:grpSpPr>
        <p:sp>
          <p:nvSpPr>
            <p:cNvPr id="193" name="标题 1"/>
            <p:cNvSpPr/>
            <p:nvPr/>
          </p:nvSpPr>
          <p:spPr>
            <a:xfrm>
              <a:off x="6024600" y="3796560"/>
              <a:ext cx="416160" cy="351360"/>
            </a:xfrm>
            <a:custGeom>
              <a:avLst/>
              <a:gdLst>
                <a:gd name="textAreaLeft" fmla="*/ 0 w 416160"/>
                <a:gd name="textAreaRight" fmla="*/ 416520 w 416160"/>
                <a:gd name="textAreaTop" fmla="*/ 0 h 351360"/>
                <a:gd name="textAreaBottom" fmla="*/ 351720 h 351360"/>
              </a:gdLst>
              <a:ahLst/>
              <a:cxnLst/>
              <a:rect l="textAreaLeft" t="textAreaTop" r="textAreaRight" b="textAreaBottom"/>
              <a:pathLst>
                <a:path w="416681" h="351606">
                  <a:moveTo>
                    <a:pt x="288021" y="0"/>
                  </a:moveTo>
                  <a:cubicBezTo>
                    <a:pt x="337134" y="0"/>
                    <a:pt x="380021" y="7590"/>
                    <a:pt x="416681" y="22770"/>
                  </a:cubicBezTo>
                  <a:lnTo>
                    <a:pt x="342684" y="130150"/>
                  </a:lnTo>
                  <a:cubicBezTo>
                    <a:pt x="329408" y="96961"/>
                    <a:pt x="306845" y="80367"/>
                    <a:pt x="274996" y="80367"/>
                  </a:cubicBezTo>
                  <a:cubicBezTo>
                    <a:pt x="257285" y="80367"/>
                    <a:pt x="246153" y="87064"/>
                    <a:pt x="241600" y="100459"/>
                  </a:cubicBezTo>
                  <a:cubicBezTo>
                    <a:pt x="240184" y="104626"/>
                    <a:pt x="241533" y="108867"/>
                    <a:pt x="245648" y="113183"/>
                  </a:cubicBezTo>
                  <a:cubicBezTo>
                    <a:pt x="249763" y="117499"/>
                    <a:pt x="262084" y="124271"/>
                    <a:pt x="282610" y="133499"/>
                  </a:cubicBezTo>
                  <a:cubicBezTo>
                    <a:pt x="305165" y="143768"/>
                    <a:pt x="322046" y="153107"/>
                    <a:pt x="333253" y="161515"/>
                  </a:cubicBezTo>
                  <a:cubicBezTo>
                    <a:pt x="344461" y="169924"/>
                    <a:pt x="351337" y="180677"/>
                    <a:pt x="353881" y="193774"/>
                  </a:cubicBezTo>
                  <a:cubicBezTo>
                    <a:pt x="356425" y="206871"/>
                    <a:pt x="354738" y="222126"/>
                    <a:pt x="348819" y="239539"/>
                  </a:cubicBezTo>
                  <a:cubicBezTo>
                    <a:pt x="336427" y="276001"/>
                    <a:pt x="313140" y="303795"/>
                    <a:pt x="278958" y="322920"/>
                  </a:cubicBezTo>
                  <a:cubicBezTo>
                    <a:pt x="244777" y="342044"/>
                    <a:pt x="200822" y="351606"/>
                    <a:pt x="147096" y="351606"/>
                  </a:cubicBezTo>
                  <a:cubicBezTo>
                    <a:pt x="86820" y="351606"/>
                    <a:pt x="37788" y="343049"/>
                    <a:pt x="0" y="325933"/>
                  </a:cubicBezTo>
                  <a:lnTo>
                    <a:pt x="75526" y="212080"/>
                  </a:lnTo>
                  <a:cubicBezTo>
                    <a:pt x="80576" y="228749"/>
                    <a:pt x="89358" y="241994"/>
                    <a:pt x="101870" y="251817"/>
                  </a:cubicBezTo>
                  <a:cubicBezTo>
                    <a:pt x="114382" y="261640"/>
                    <a:pt x="127930" y="266551"/>
                    <a:pt x="142516" y="266551"/>
                  </a:cubicBezTo>
                  <a:cubicBezTo>
                    <a:pt x="149659" y="266551"/>
                    <a:pt x="156282" y="264691"/>
                    <a:pt x="162384" y="260970"/>
                  </a:cubicBezTo>
                  <a:cubicBezTo>
                    <a:pt x="168486" y="257249"/>
                    <a:pt x="172448" y="252710"/>
                    <a:pt x="174268" y="247352"/>
                  </a:cubicBezTo>
                  <a:cubicBezTo>
                    <a:pt x="175987" y="242292"/>
                    <a:pt x="175286" y="237455"/>
                    <a:pt x="172167" y="232841"/>
                  </a:cubicBezTo>
                  <a:cubicBezTo>
                    <a:pt x="169047" y="228228"/>
                    <a:pt x="158832" y="221828"/>
                    <a:pt x="141522" y="213642"/>
                  </a:cubicBezTo>
                  <a:cubicBezTo>
                    <a:pt x="125843" y="206350"/>
                    <a:pt x="113227" y="199243"/>
                    <a:pt x="103672" y="192323"/>
                  </a:cubicBezTo>
                  <a:cubicBezTo>
                    <a:pt x="94116" y="185402"/>
                    <a:pt x="87123" y="175542"/>
                    <a:pt x="82692" y="162743"/>
                  </a:cubicBezTo>
                  <a:cubicBezTo>
                    <a:pt x="78261" y="149944"/>
                    <a:pt x="79359" y="133796"/>
                    <a:pt x="85986" y="114300"/>
                  </a:cubicBezTo>
                  <a:cubicBezTo>
                    <a:pt x="98832" y="76497"/>
                    <a:pt x="122284" y="47997"/>
                    <a:pt x="156343" y="28798"/>
                  </a:cubicBezTo>
                  <a:cubicBezTo>
                    <a:pt x="190401" y="9599"/>
                    <a:pt x="234294" y="0"/>
                    <a:pt x="28802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194" name="标题 1"/>
            <p:cNvSpPr/>
            <p:nvPr/>
          </p:nvSpPr>
          <p:spPr>
            <a:xfrm>
              <a:off x="5835600" y="3801960"/>
              <a:ext cx="377280" cy="340200"/>
            </a:xfrm>
            <a:custGeom>
              <a:avLst/>
              <a:gdLst>
                <a:gd name="textAreaLeft" fmla="*/ 0 w 377280"/>
                <a:gd name="textAreaRight" fmla="*/ 377640 w 377280"/>
                <a:gd name="textAreaTop" fmla="*/ 0 h 340200"/>
                <a:gd name="textAreaBottom" fmla="*/ 340560 h 340200"/>
              </a:gdLst>
              <a:ahLst/>
              <a:cxnLst/>
              <a:rect l="textAreaLeft" t="textAreaTop" r="textAreaRight" b="textAreaBottom"/>
              <a:pathLst>
                <a:path w="377726" h="340668">
                  <a:moveTo>
                    <a:pt x="0" y="0"/>
                  </a:moveTo>
                  <a:lnTo>
                    <a:pt x="150465" y="0"/>
                  </a:lnTo>
                  <a:lnTo>
                    <a:pt x="149865" y="114747"/>
                  </a:lnTo>
                  <a:lnTo>
                    <a:pt x="227260" y="0"/>
                  </a:lnTo>
                  <a:lnTo>
                    <a:pt x="377726" y="0"/>
                  </a:lnTo>
                  <a:lnTo>
                    <a:pt x="146311" y="340668"/>
                  </a:lnTo>
                  <a:lnTo>
                    <a:pt x="87" y="340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algn="tl" blurRad="177840" dir="2700000" dist="50402" rotWithShape="0">
                <a:srgbClr val="0461d4">
                  <a:alpha val="6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195" name="文本框 25"/>
          <p:cNvSpPr/>
          <p:nvPr/>
        </p:nvSpPr>
        <p:spPr>
          <a:xfrm>
            <a:off x="343080" y="4315320"/>
            <a:ext cx="2369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{{content_points[1]}}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文本框 26"/>
          <p:cNvSpPr/>
          <p:nvPr/>
        </p:nvSpPr>
        <p:spPr>
          <a:xfrm>
            <a:off x="9264600" y="3018240"/>
            <a:ext cx="2697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{{content_points[2]}}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文本框 27"/>
          <p:cNvSpPr/>
          <p:nvPr/>
        </p:nvSpPr>
        <p:spPr>
          <a:xfrm>
            <a:off x="9264600" y="4315320"/>
            <a:ext cx="2697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{{content_points[3]}}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标题 1"/>
          <p:cNvSpPr/>
          <p:nvPr/>
        </p:nvSpPr>
        <p:spPr>
          <a:xfrm>
            <a:off x="5181120" y="3280320"/>
            <a:ext cx="1808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{{subtitle[0]}}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标题 1"/>
          <p:cNvSpPr/>
          <p:nvPr/>
        </p:nvSpPr>
        <p:spPr>
          <a:xfrm>
            <a:off x="5178600" y="4292640"/>
            <a:ext cx="18093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{{subtitle[1]}}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标题 1"/>
          <p:cNvSpPr/>
          <p:nvPr/>
        </p:nvSpPr>
        <p:spPr>
          <a:xfrm>
            <a:off x="343440" y="2776320"/>
            <a:ext cx="26672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标题 1"/>
          <p:cNvSpPr/>
          <p:nvPr/>
        </p:nvSpPr>
        <p:spPr>
          <a:xfrm>
            <a:off x="343440" y="4069800"/>
            <a:ext cx="26672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标题 1"/>
          <p:cNvSpPr/>
          <p:nvPr/>
        </p:nvSpPr>
        <p:spPr>
          <a:xfrm>
            <a:off x="9264600" y="2776320"/>
            <a:ext cx="27111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标题 1"/>
          <p:cNvSpPr/>
          <p:nvPr/>
        </p:nvSpPr>
        <p:spPr>
          <a:xfrm>
            <a:off x="9264600" y="4069800"/>
            <a:ext cx="27111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{{content_points[3]}}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文本框 3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矩形 12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206" name="图片 10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图片 11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标题 1"/>
          <p:cNvSpPr/>
          <p:nvPr/>
        </p:nvSpPr>
        <p:spPr>
          <a:xfrm rot="19741200">
            <a:off x="8679600" y="242064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09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211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212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213" name="圆角矩形 1"/>
          <p:cNvSpPr/>
          <p:nvPr/>
        </p:nvSpPr>
        <p:spPr>
          <a:xfrm>
            <a:off x="231120" y="1585440"/>
            <a:ext cx="5839200" cy="245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/>
              </a:gs>
              <a:gs pos="100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14" name="标题 1"/>
          <p:cNvSpPr/>
          <p:nvPr/>
        </p:nvSpPr>
        <p:spPr>
          <a:xfrm>
            <a:off x="421560" y="1846440"/>
            <a:ext cx="34246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文本框 24"/>
          <p:cNvSpPr/>
          <p:nvPr/>
        </p:nvSpPr>
        <p:spPr>
          <a:xfrm>
            <a:off x="340920" y="2153880"/>
            <a:ext cx="352764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圆角矩形 43"/>
          <p:cNvSpPr/>
          <p:nvPr/>
        </p:nvSpPr>
        <p:spPr>
          <a:xfrm>
            <a:off x="231120" y="4147920"/>
            <a:ext cx="5839200" cy="2453760"/>
          </a:xfrm>
          <a:prstGeom prst="roundRect">
            <a:avLst>
              <a:gd name="adj" fmla="val 0"/>
            </a:avLst>
          </a:prstGeom>
          <a:solidFill>
            <a:schemeClr val="lt1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17" name="标题 1"/>
          <p:cNvSpPr/>
          <p:nvPr/>
        </p:nvSpPr>
        <p:spPr>
          <a:xfrm>
            <a:off x="421560" y="4408920"/>
            <a:ext cx="34246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文本框 46"/>
          <p:cNvSpPr/>
          <p:nvPr/>
        </p:nvSpPr>
        <p:spPr>
          <a:xfrm>
            <a:off x="340920" y="4710960"/>
            <a:ext cx="352764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{{detailed_content[2]}}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圆角矩形 47"/>
          <p:cNvSpPr/>
          <p:nvPr/>
        </p:nvSpPr>
        <p:spPr>
          <a:xfrm>
            <a:off x="6168960" y="1585440"/>
            <a:ext cx="5839200" cy="2453760"/>
          </a:xfrm>
          <a:prstGeom prst="roundRect">
            <a:avLst>
              <a:gd name="adj" fmla="val 0"/>
            </a:avLst>
          </a:prstGeom>
          <a:solidFill>
            <a:schemeClr val="lt1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20" name="标题 1"/>
          <p:cNvSpPr/>
          <p:nvPr/>
        </p:nvSpPr>
        <p:spPr>
          <a:xfrm>
            <a:off x="6359400" y="1846440"/>
            <a:ext cx="34246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文本框 50"/>
          <p:cNvSpPr/>
          <p:nvPr/>
        </p:nvSpPr>
        <p:spPr>
          <a:xfrm>
            <a:off x="6278760" y="2153880"/>
            <a:ext cx="352764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圆角矩形 51"/>
          <p:cNvSpPr/>
          <p:nvPr/>
        </p:nvSpPr>
        <p:spPr>
          <a:xfrm>
            <a:off x="6168960" y="4147920"/>
            <a:ext cx="5839200" cy="2453760"/>
          </a:xfrm>
          <a:prstGeom prst="roundRect">
            <a:avLst>
              <a:gd name="adj" fmla="val 0"/>
            </a:avLst>
          </a:prstGeom>
          <a:solidFill>
            <a:schemeClr val="lt1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23" name="标题 1"/>
          <p:cNvSpPr/>
          <p:nvPr/>
        </p:nvSpPr>
        <p:spPr>
          <a:xfrm>
            <a:off x="6359400" y="4408920"/>
            <a:ext cx="34246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{{content_points[3]}}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文本框 54"/>
          <p:cNvSpPr/>
          <p:nvPr/>
        </p:nvSpPr>
        <p:spPr>
          <a:xfrm>
            <a:off x="6278760" y="4710960"/>
            <a:ext cx="352764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{{detailed_content[3]}}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圆角矩形 19"/>
          <p:cNvSpPr/>
          <p:nvPr/>
        </p:nvSpPr>
        <p:spPr>
          <a:xfrm>
            <a:off x="4084920" y="1690200"/>
            <a:ext cx="1873440" cy="223848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26" name="圆角矩形 2"/>
          <p:cNvSpPr/>
          <p:nvPr/>
        </p:nvSpPr>
        <p:spPr>
          <a:xfrm>
            <a:off x="4105800" y="4242600"/>
            <a:ext cx="1873440" cy="2238480"/>
          </a:xfrm>
          <a:prstGeom prst="roundRect">
            <a:avLst>
              <a:gd name="adj" fmla="val 0"/>
            </a:avLst>
          </a:prstGeom>
          <a:blipFill rotWithShape="0">
            <a:blip r:embed="rId4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27" name="圆角矩形 3"/>
          <p:cNvSpPr/>
          <p:nvPr/>
        </p:nvSpPr>
        <p:spPr>
          <a:xfrm>
            <a:off x="10006200" y="1690200"/>
            <a:ext cx="1873440" cy="2238480"/>
          </a:xfrm>
          <a:prstGeom prst="roundRect">
            <a:avLst>
              <a:gd name="adj" fmla="val 0"/>
            </a:avLst>
          </a:prstGeom>
          <a:blipFill rotWithShape="0">
            <a:blip r:embed="rId5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28" name="圆角矩形 5"/>
          <p:cNvSpPr/>
          <p:nvPr/>
        </p:nvSpPr>
        <p:spPr>
          <a:xfrm>
            <a:off x="10027440" y="4242600"/>
            <a:ext cx="1873440" cy="2238480"/>
          </a:xfrm>
          <a:prstGeom prst="roundRect">
            <a:avLst>
              <a:gd name="adj" fmla="val 0"/>
            </a:avLst>
          </a:prstGeom>
          <a:blipFill rotWithShape="0">
            <a:blip r:embed="rId6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29" name="文本框 4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矩形 4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231" name="图片 5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图片 10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标题 1"/>
          <p:cNvSpPr/>
          <p:nvPr/>
        </p:nvSpPr>
        <p:spPr>
          <a:xfrm rot="19741200">
            <a:off x="8679600" y="249228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34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5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236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237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238" name="Rectangle: Rounded Corners 67"/>
          <p:cNvSpPr/>
          <p:nvPr/>
        </p:nvSpPr>
        <p:spPr>
          <a:xfrm>
            <a:off x="6239520" y="4245120"/>
            <a:ext cx="5406840" cy="23328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30000"/>
                </a:srgbClr>
              </a:gs>
              <a:gs pos="79000">
                <a:srgbClr val="1f66f5"/>
              </a:gs>
            </a:gsLst>
            <a:lin ang="4380000"/>
          </a:gra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239" name="标题 1"/>
          <p:cNvSpPr/>
          <p:nvPr/>
        </p:nvSpPr>
        <p:spPr>
          <a:xfrm>
            <a:off x="6603840" y="441900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文本框 189"/>
          <p:cNvSpPr/>
          <p:nvPr/>
        </p:nvSpPr>
        <p:spPr>
          <a:xfrm>
            <a:off x="6531840" y="4725000"/>
            <a:ext cx="492912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: Rounded Corners 67"/>
          <p:cNvSpPr/>
          <p:nvPr/>
        </p:nvSpPr>
        <p:spPr>
          <a:xfrm>
            <a:off x="609120" y="1572840"/>
            <a:ext cx="5406840" cy="23328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30000"/>
                </a:srgbClr>
              </a:gs>
              <a:gs pos="79000">
                <a:srgbClr val="1f66f5"/>
              </a:gs>
            </a:gsLst>
            <a:lin ang="4380000"/>
          </a:gra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242" name="标题 1"/>
          <p:cNvSpPr/>
          <p:nvPr/>
        </p:nvSpPr>
        <p:spPr>
          <a:xfrm>
            <a:off x="973080" y="174672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文本框 19"/>
          <p:cNvSpPr/>
          <p:nvPr/>
        </p:nvSpPr>
        <p:spPr>
          <a:xfrm>
            <a:off x="901440" y="2053080"/>
            <a:ext cx="492912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圆角矩形 2"/>
          <p:cNvSpPr/>
          <p:nvPr/>
        </p:nvSpPr>
        <p:spPr>
          <a:xfrm>
            <a:off x="609480" y="4245480"/>
            <a:ext cx="5405400" cy="233280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45" name="圆角矩形 3"/>
          <p:cNvSpPr/>
          <p:nvPr/>
        </p:nvSpPr>
        <p:spPr>
          <a:xfrm>
            <a:off x="6239520" y="1572840"/>
            <a:ext cx="5405400" cy="2332800"/>
          </a:xfrm>
          <a:prstGeom prst="roundRect">
            <a:avLst>
              <a:gd name="adj" fmla="val 0"/>
            </a:avLst>
          </a:prstGeom>
          <a:blipFill rotWithShape="0">
            <a:blip r:embed="rId4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46" name="文本框 1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矩形 12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248" name="图片 5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图片 14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51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52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253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254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255" name="标题 1"/>
          <p:cNvSpPr/>
          <p:nvPr/>
        </p:nvSpPr>
        <p:spPr>
          <a:xfrm flipH="1">
            <a:off x="5887800" y="3573360"/>
            <a:ext cx="2139120" cy="1808640"/>
          </a:xfrm>
          <a:custGeom>
            <a:avLst/>
            <a:gdLst>
              <a:gd name="textAreaLeft" fmla="*/ 360 w 2139120"/>
              <a:gd name="textAreaRight" fmla="*/ 2139840 w 2139120"/>
              <a:gd name="textAreaTop" fmla="*/ 0 h 1808640"/>
              <a:gd name="textAreaBottom" fmla="*/ 1809000 h 1808640"/>
            </a:gdLst>
            <a:ahLst/>
            <a:cxnLst/>
            <a:rect l="textAreaLeft" t="textAreaTop" r="textAreaRight" b="textAreaBottom"/>
            <a:pathLst>
              <a:path w="3248" h="2746">
                <a:moveTo>
                  <a:pt x="449" y="0"/>
                </a:moveTo>
                <a:lnTo>
                  <a:pt x="476" y="28"/>
                </a:lnTo>
                <a:cubicBezTo>
                  <a:pt x="770" y="322"/>
                  <a:pt x="1176" y="504"/>
                  <a:pt x="1624" y="504"/>
                </a:cubicBezTo>
                <a:cubicBezTo>
                  <a:pt x="2072" y="504"/>
                  <a:pt x="2478" y="322"/>
                  <a:pt x="2772" y="28"/>
                </a:cubicBezTo>
                <a:lnTo>
                  <a:pt x="2799" y="0"/>
                </a:lnTo>
                <a:lnTo>
                  <a:pt x="2806" y="7"/>
                </a:lnTo>
                <a:cubicBezTo>
                  <a:pt x="2849" y="52"/>
                  <a:pt x="2888" y="100"/>
                  <a:pt x="2925" y="149"/>
                </a:cubicBezTo>
                <a:lnTo>
                  <a:pt x="2946" y="177"/>
                </a:lnTo>
                <a:lnTo>
                  <a:pt x="2948" y="181"/>
                </a:lnTo>
                <a:cubicBezTo>
                  <a:pt x="3137" y="446"/>
                  <a:pt x="3248" y="771"/>
                  <a:pt x="3248" y="1121"/>
                </a:cubicBezTo>
                <a:cubicBezTo>
                  <a:pt x="3248" y="1471"/>
                  <a:pt x="3137" y="1796"/>
                  <a:pt x="2948" y="2061"/>
                </a:cubicBezTo>
                <a:lnTo>
                  <a:pt x="2946" y="2065"/>
                </a:lnTo>
                <a:lnTo>
                  <a:pt x="2925" y="2093"/>
                </a:lnTo>
                <a:cubicBezTo>
                  <a:pt x="2629" y="2489"/>
                  <a:pt x="2157" y="2746"/>
                  <a:pt x="1624" y="2746"/>
                </a:cubicBezTo>
                <a:cubicBezTo>
                  <a:pt x="727" y="2746"/>
                  <a:pt x="0" y="2018"/>
                  <a:pt x="0" y="1121"/>
                </a:cubicBezTo>
                <a:cubicBezTo>
                  <a:pt x="0" y="686"/>
                  <a:pt x="171" y="292"/>
                  <a:pt x="448" y="0"/>
                </a:cubicBezTo>
                <a:lnTo>
                  <a:pt x="449" y="0"/>
                </a:lnTo>
                <a:close/>
              </a:path>
            </a:pathLst>
          </a:custGeom>
          <a:gradFill rotWithShape="0">
            <a:gsLst>
              <a:gs pos="0">
                <a:srgbClr val="1234ef"/>
              </a:gs>
              <a:gs pos="100000">
                <a:srgbClr val="4aa2e9"/>
              </a:gs>
            </a:gsLst>
            <a:lin ang="13500000"/>
          </a:gradFill>
          <a:ln cap="sq" w="1270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56" name="标题 1"/>
          <p:cNvSpPr/>
          <p:nvPr/>
        </p:nvSpPr>
        <p:spPr>
          <a:xfrm flipH="1">
            <a:off x="4145760" y="1764000"/>
            <a:ext cx="2139120" cy="1808640"/>
          </a:xfrm>
          <a:custGeom>
            <a:avLst/>
            <a:gdLst>
              <a:gd name="textAreaLeft" fmla="*/ 360 w 2139120"/>
              <a:gd name="textAreaRight" fmla="*/ 2139840 w 2139120"/>
              <a:gd name="textAreaTop" fmla="*/ 0 h 1808640"/>
              <a:gd name="textAreaBottom" fmla="*/ 1809000 h 1808640"/>
            </a:gdLst>
            <a:ahLst/>
            <a:cxnLst/>
            <a:rect l="textAreaLeft" t="textAreaTop" r="textAreaRight" b="textAreaBottom"/>
            <a:pathLst>
              <a:path w="3248" h="2746">
                <a:moveTo>
                  <a:pt x="1624" y="0"/>
                </a:moveTo>
                <a:cubicBezTo>
                  <a:pt x="2521" y="0"/>
                  <a:pt x="3248" y="727"/>
                  <a:pt x="3248" y="1625"/>
                </a:cubicBezTo>
                <a:cubicBezTo>
                  <a:pt x="3248" y="2059"/>
                  <a:pt x="3077" y="2454"/>
                  <a:pt x="2800" y="2745"/>
                </a:cubicBezTo>
                <a:lnTo>
                  <a:pt x="2799" y="2746"/>
                </a:lnTo>
                <a:lnTo>
                  <a:pt x="2772" y="2718"/>
                </a:lnTo>
                <a:cubicBezTo>
                  <a:pt x="2478" y="2424"/>
                  <a:pt x="2072" y="2242"/>
                  <a:pt x="1624" y="2242"/>
                </a:cubicBezTo>
                <a:cubicBezTo>
                  <a:pt x="1175" y="2242"/>
                  <a:pt x="768" y="2425"/>
                  <a:pt x="474" y="2720"/>
                </a:cubicBezTo>
                <a:lnTo>
                  <a:pt x="449" y="2746"/>
                </a:lnTo>
                <a:lnTo>
                  <a:pt x="448" y="2745"/>
                </a:lnTo>
                <a:cubicBezTo>
                  <a:pt x="404" y="2698"/>
                  <a:pt x="362" y="2649"/>
                  <a:pt x="323" y="2596"/>
                </a:cubicBezTo>
                <a:lnTo>
                  <a:pt x="302" y="2568"/>
                </a:lnTo>
                <a:lnTo>
                  <a:pt x="300" y="2565"/>
                </a:lnTo>
                <a:cubicBezTo>
                  <a:pt x="111" y="2300"/>
                  <a:pt x="0" y="1975"/>
                  <a:pt x="0" y="1625"/>
                </a:cubicBezTo>
                <a:cubicBezTo>
                  <a:pt x="0" y="1274"/>
                  <a:pt x="111" y="949"/>
                  <a:pt x="300" y="684"/>
                </a:cubicBezTo>
                <a:lnTo>
                  <a:pt x="302" y="681"/>
                </a:lnTo>
                <a:lnTo>
                  <a:pt x="323" y="653"/>
                </a:lnTo>
                <a:cubicBezTo>
                  <a:pt x="619" y="256"/>
                  <a:pt x="1091" y="0"/>
                  <a:pt x="1624" y="0"/>
                </a:cubicBezTo>
                <a:close/>
              </a:path>
            </a:pathLst>
          </a:custGeom>
          <a:gradFill rotWithShape="0">
            <a:gsLst>
              <a:gs pos="0">
                <a:srgbClr val="1234ef"/>
              </a:gs>
              <a:gs pos="100000">
                <a:srgbClr val="4aa2e9"/>
              </a:gs>
            </a:gsLst>
            <a:lin ang="13500000"/>
          </a:gradFill>
          <a:ln cap="sq" w="1270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57" name="标题 1"/>
          <p:cNvSpPr/>
          <p:nvPr/>
        </p:nvSpPr>
        <p:spPr>
          <a:xfrm flipH="1">
            <a:off x="6085800" y="1764000"/>
            <a:ext cx="1940040" cy="2140200"/>
          </a:xfrm>
          <a:custGeom>
            <a:avLst/>
            <a:gdLst>
              <a:gd name="textAreaLeft" fmla="*/ -360 w 1940040"/>
              <a:gd name="textAreaRight" fmla="*/ 1940040 w 1940040"/>
              <a:gd name="textAreaTop" fmla="*/ 0 h 2140200"/>
              <a:gd name="textAreaBottom" fmla="*/ 2140560 h 2140200"/>
            </a:gdLst>
            <a:ahLst/>
            <a:cxnLst/>
            <a:rect l="textAreaLeft" t="textAreaTop" r="textAreaRight" b="textAreaBottom"/>
            <a:pathLst>
              <a:path w="2946" h="3249">
                <a:moveTo>
                  <a:pt x="1624" y="0"/>
                </a:moveTo>
                <a:cubicBezTo>
                  <a:pt x="2157" y="0"/>
                  <a:pt x="2629" y="256"/>
                  <a:pt x="2925" y="653"/>
                </a:cubicBezTo>
                <a:lnTo>
                  <a:pt x="2946" y="681"/>
                </a:lnTo>
                <a:lnTo>
                  <a:pt x="2944" y="684"/>
                </a:lnTo>
                <a:cubicBezTo>
                  <a:pt x="2755" y="949"/>
                  <a:pt x="2644" y="1274"/>
                  <a:pt x="2644" y="1625"/>
                </a:cubicBezTo>
                <a:cubicBezTo>
                  <a:pt x="2644" y="1975"/>
                  <a:pt x="2755" y="2300"/>
                  <a:pt x="2944" y="2565"/>
                </a:cubicBezTo>
                <a:lnTo>
                  <a:pt x="2946" y="2568"/>
                </a:lnTo>
                <a:lnTo>
                  <a:pt x="2944" y="2571"/>
                </a:lnTo>
                <a:cubicBezTo>
                  <a:pt x="2900" y="2632"/>
                  <a:pt x="2852" y="2691"/>
                  <a:pt x="2800" y="2745"/>
                </a:cubicBezTo>
                <a:lnTo>
                  <a:pt x="2799" y="2746"/>
                </a:lnTo>
                <a:lnTo>
                  <a:pt x="2772" y="2773"/>
                </a:lnTo>
                <a:cubicBezTo>
                  <a:pt x="2478" y="3067"/>
                  <a:pt x="2072" y="3249"/>
                  <a:pt x="1624" y="3249"/>
                </a:cubicBezTo>
                <a:cubicBezTo>
                  <a:pt x="1176" y="3249"/>
                  <a:pt x="770" y="3067"/>
                  <a:pt x="476" y="2773"/>
                </a:cubicBezTo>
                <a:lnTo>
                  <a:pt x="449" y="2746"/>
                </a:lnTo>
                <a:lnTo>
                  <a:pt x="448" y="2745"/>
                </a:lnTo>
                <a:cubicBezTo>
                  <a:pt x="171" y="2454"/>
                  <a:pt x="0" y="2059"/>
                  <a:pt x="0" y="1625"/>
                </a:cubicBezTo>
                <a:cubicBezTo>
                  <a:pt x="0" y="727"/>
                  <a:pt x="727" y="0"/>
                  <a:pt x="1624" y="0"/>
                </a:cubicBezTo>
                <a:close/>
              </a:path>
            </a:pathLst>
          </a:custGeom>
          <a:gradFill rotWithShape="0">
            <a:gsLst>
              <a:gs pos="0">
                <a:srgbClr val="1234ef"/>
              </a:gs>
              <a:gs pos="100000">
                <a:srgbClr val="4aa2e9"/>
              </a:gs>
            </a:gsLst>
            <a:lin ang="13500000"/>
          </a:gradFill>
          <a:ln cap="sq" w="1270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58" name="标题 1"/>
          <p:cNvSpPr/>
          <p:nvPr/>
        </p:nvSpPr>
        <p:spPr>
          <a:xfrm flipH="1">
            <a:off x="4145040" y="3241800"/>
            <a:ext cx="1940040" cy="2140200"/>
          </a:xfrm>
          <a:custGeom>
            <a:avLst/>
            <a:gdLst>
              <a:gd name="textAreaLeft" fmla="*/ -360 w 1940040"/>
              <a:gd name="textAreaRight" fmla="*/ 1940040 w 1940040"/>
              <a:gd name="textAreaTop" fmla="*/ 0 h 2140200"/>
              <a:gd name="textAreaBottom" fmla="*/ 2140560 h 2140200"/>
            </a:gdLst>
            <a:ahLst/>
            <a:cxnLst/>
            <a:rect l="textAreaLeft" t="textAreaTop" r="textAreaRight" b="textAreaBottom"/>
            <a:pathLst>
              <a:path w="2946" h="3249">
                <a:moveTo>
                  <a:pt x="1322" y="0"/>
                </a:moveTo>
                <a:cubicBezTo>
                  <a:pt x="1770" y="0"/>
                  <a:pt x="2176" y="182"/>
                  <a:pt x="2470" y="476"/>
                </a:cubicBezTo>
                <a:lnTo>
                  <a:pt x="2497" y="504"/>
                </a:lnTo>
                <a:lnTo>
                  <a:pt x="2498" y="504"/>
                </a:lnTo>
                <a:cubicBezTo>
                  <a:pt x="2775" y="795"/>
                  <a:pt x="2946" y="1190"/>
                  <a:pt x="2946" y="1625"/>
                </a:cubicBezTo>
                <a:cubicBezTo>
                  <a:pt x="2946" y="2522"/>
                  <a:pt x="2219" y="3249"/>
                  <a:pt x="1322" y="3249"/>
                </a:cubicBezTo>
                <a:cubicBezTo>
                  <a:pt x="789" y="3249"/>
                  <a:pt x="317" y="2993"/>
                  <a:pt x="21" y="2596"/>
                </a:cubicBezTo>
                <a:lnTo>
                  <a:pt x="0" y="2568"/>
                </a:lnTo>
                <a:lnTo>
                  <a:pt x="2" y="2565"/>
                </a:lnTo>
                <a:cubicBezTo>
                  <a:pt x="191" y="2300"/>
                  <a:pt x="302" y="1975"/>
                  <a:pt x="302" y="1625"/>
                </a:cubicBezTo>
                <a:cubicBezTo>
                  <a:pt x="302" y="1274"/>
                  <a:pt x="191" y="949"/>
                  <a:pt x="2" y="684"/>
                </a:cubicBezTo>
                <a:lnTo>
                  <a:pt x="0" y="681"/>
                </a:lnTo>
                <a:lnTo>
                  <a:pt x="21" y="653"/>
                </a:lnTo>
                <a:cubicBezTo>
                  <a:pt x="58" y="603"/>
                  <a:pt x="97" y="556"/>
                  <a:pt x="140" y="511"/>
                </a:cubicBezTo>
                <a:lnTo>
                  <a:pt x="147" y="504"/>
                </a:lnTo>
                <a:lnTo>
                  <a:pt x="172" y="478"/>
                </a:lnTo>
                <a:cubicBezTo>
                  <a:pt x="466" y="183"/>
                  <a:pt x="873" y="0"/>
                  <a:pt x="1322" y="0"/>
                </a:cubicBezTo>
                <a:close/>
              </a:path>
            </a:pathLst>
          </a:custGeom>
          <a:gradFill rotWithShape="0">
            <a:gsLst>
              <a:gs pos="0">
                <a:srgbClr val="1234ef"/>
              </a:gs>
              <a:gs pos="100000">
                <a:srgbClr val="4aa2e9"/>
              </a:gs>
            </a:gsLst>
            <a:lin ang="13500000"/>
          </a:gradFill>
          <a:ln cap="sq" w="1270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59" name="标题 1"/>
          <p:cNvSpPr/>
          <p:nvPr/>
        </p:nvSpPr>
        <p:spPr>
          <a:xfrm>
            <a:off x="4918320" y="2315880"/>
            <a:ext cx="613800" cy="594000"/>
          </a:xfrm>
          <a:custGeom>
            <a:avLst/>
            <a:gdLst>
              <a:gd name="textAreaLeft" fmla="*/ 0 w 613800"/>
              <a:gd name="textAreaRight" fmla="*/ 614160 w 613800"/>
              <a:gd name="textAreaTop" fmla="*/ 0 h 594000"/>
              <a:gd name="textAreaBottom" fmla="*/ 594360 h 594000"/>
            </a:gdLst>
            <a:ahLst/>
            <a:cxnLst/>
            <a:rect l="textAreaLeft" t="textAreaTop" r="textAreaRight" b="textAreaBottom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0" name="标题 1"/>
          <p:cNvSpPr/>
          <p:nvPr/>
        </p:nvSpPr>
        <p:spPr>
          <a:xfrm>
            <a:off x="6765480" y="2553480"/>
            <a:ext cx="581760" cy="538200"/>
          </a:xfrm>
          <a:custGeom>
            <a:avLst/>
            <a:gdLst>
              <a:gd name="textAreaLeft" fmla="*/ 0 w 581760"/>
              <a:gd name="textAreaRight" fmla="*/ 582120 w 581760"/>
              <a:gd name="textAreaTop" fmla="*/ 0 h 538200"/>
              <a:gd name="textAreaBottom" fmla="*/ 538560 h 538200"/>
            </a:gdLst>
            <a:ahLst/>
            <a:cxnLst/>
            <a:rect l="textAreaLeft" t="textAreaTop" r="textAreaRight" b="textAreaBottom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1" name="标题 1"/>
          <p:cNvSpPr/>
          <p:nvPr/>
        </p:nvSpPr>
        <p:spPr>
          <a:xfrm>
            <a:off x="6694200" y="4336560"/>
            <a:ext cx="535320" cy="442800"/>
          </a:xfrm>
          <a:custGeom>
            <a:avLst/>
            <a:gdLst>
              <a:gd name="textAreaLeft" fmla="*/ 0 w 535320"/>
              <a:gd name="textAreaRight" fmla="*/ 535680 w 535320"/>
              <a:gd name="textAreaTop" fmla="*/ 0 h 442800"/>
              <a:gd name="textAreaBottom" fmla="*/ 443160 h 442800"/>
            </a:gdLst>
            <a:ahLst/>
            <a:cxnLst/>
            <a:rect l="textAreaLeft" t="textAreaTop" r="textAreaRight" b="textAreaBottom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2" name="标题 1"/>
          <p:cNvSpPr/>
          <p:nvPr/>
        </p:nvSpPr>
        <p:spPr>
          <a:xfrm>
            <a:off x="4917960" y="4019760"/>
            <a:ext cx="584280" cy="584280"/>
          </a:xfrm>
          <a:custGeom>
            <a:avLst/>
            <a:gdLst>
              <a:gd name="textAreaLeft" fmla="*/ 0 w 584280"/>
              <a:gd name="textAreaRight" fmla="*/ 584640 w 584280"/>
              <a:gd name="textAreaTop" fmla="*/ 0 h 584280"/>
              <a:gd name="textAreaBottom" fmla="*/ 584640 h 584280"/>
            </a:gdLst>
            <a:ahLst/>
            <a:cxnLst/>
            <a:rect l="textAreaLeft" t="textAreaTop" r="textAreaRight" b="textAreaBottom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cxnSp>
        <p:nvCxnSpPr>
          <p:cNvPr id="263" name="标题 1"/>
          <p:cNvCxnSpPr/>
          <p:nvPr/>
        </p:nvCxnSpPr>
        <p:spPr>
          <a:xfrm>
            <a:off x="1429200" y="3901320"/>
            <a:ext cx="2057760" cy="360"/>
          </a:xfrm>
          <a:prstGeom prst="straightConnector1">
            <a:avLst/>
          </a:prstGeom>
          <a:ln cap="sq" w="25400">
            <a:solidFill>
              <a:schemeClr val="accent1">
                <a:lumMod val="5000"/>
                <a:lumOff val="95000"/>
                <a:alpha val="0"/>
              </a:schemeClr>
            </a:solidFill>
            <a:miter/>
          </a:ln>
        </p:spPr>
      </p:cxnSp>
      <p:sp>
        <p:nvSpPr>
          <p:cNvPr id="264" name="标题 1"/>
          <p:cNvSpPr/>
          <p:nvPr/>
        </p:nvSpPr>
        <p:spPr>
          <a:xfrm>
            <a:off x="1047240" y="2293560"/>
            <a:ext cx="27262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标题 1"/>
          <p:cNvSpPr/>
          <p:nvPr/>
        </p:nvSpPr>
        <p:spPr>
          <a:xfrm>
            <a:off x="1047240" y="171756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标题 1"/>
          <p:cNvSpPr/>
          <p:nvPr/>
        </p:nvSpPr>
        <p:spPr>
          <a:xfrm>
            <a:off x="1047240" y="5084280"/>
            <a:ext cx="27262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标题 1"/>
          <p:cNvSpPr/>
          <p:nvPr/>
        </p:nvSpPr>
        <p:spPr>
          <a:xfrm>
            <a:off x="1047240" y="450864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68" name="标题 1"/>
          <p:cNvCxnSpPr/>
          <p:nvPr/>
        </p:nvCxnSpPr>
        <p:spPr>
          <a:xfrm>
            <a:off x="8927280" y="3901320"/>
            <a:ext cx="2057760" cy="360"/>
          </a:xfrm>
          <a:prstGeom prst="straightConnector1">
            <a:avLst/>
          </a:prstGeom>
          <a:ln cap="sq" w="25400">
            <a:solidFill>
              <a:srgbClr val="1f66f5"/>
            </a:solidFill>
            <a:miter/>
          </a:ln>
        </p:spPr>
      </p:cxnSp>
      <p:sp>
        <p:nvSpPr>
          <p:cNvPr id="269" name="标题 1"/>
          <p:cNvSpPr/>
          <p:nvPr/>
        </p:nvSpPr>
        <p:spPr>
          <a:xfrm>
            <a:off x="9191160" y="2293560"/>
            <a:ext cx="27262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标题 1"/>
          <p:cNvSpPr/>
          <p:nvPr/>
        </p:nvSpPr>
        <p:spPr>
          <a:xfrm>
            <a:off x="9191160" y="171756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标题 1"/>
          <p:cNvSpPr/>
          <p:nvPr/>
        </p:nvSpPr>
        <p:spPr>
          <a:xfrm>
            <a:off x="9191160" y="5084280"/>
            <a:ext cx="27262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{{detailed_content[3]}}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标题 1"/>
          <p:cNvSpPr/>
          <p:nvPr/>
        </p:nvSpPr>
        <p:spPr>
          <a:xfrm>
            <a:off x="9191160" y="450864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{{content_points[3]}}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文本框 3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矩形 2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275" name="图片 20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图片 21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78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79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280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281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282" name="圆角矩形 1"/>
          <p:cNvSpPr/>
          <p:nvPr/>
        </p:nvSpPr>
        <p:spPr>
          <a:xfrm>
            <a:off x="1991880" y="2074680"/>
            <a:ext cx="2663640" cy="3389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30000"/>
                </a:srgbClr>
              </a:gs>
              <a:gs pos="94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83" name="标题 1"/>
          <p:cNvSpPr/>
          <p:nvPr/>
        </p:nvSpPr>
        <p:spPr>
          <a:xfrm>
            <a:off x="2010240" y="234756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文本框 24"/>
          <p:cNvSpPr/>
          <p:nvPr/>
        </p:nvSpPr>
        <p:spPr>
          <a:xfrm>
            <a:off x="1951920" y="2992680"/>
            <a:ext cx="255312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圆角矩形 11"/>
          <p:cNvSpPr/>
          <p:nvPr/>
        </p:nvSpPr>
        <p:spPr>
          <a:xfrm>
            <a:off x="5591520" y="3729240"/>
            <a:ext cx="2663640" cy="3128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30000"/>
                </a:srgbClr>
              </a:gs>
              <a:gs pos="94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86" name="圆角矩形 13"/>
          <p:cNvSpPr/>
          <p:nvPr/>
        </p:nvSpPr>
        <p:spPr>
          <a:xfrm>
            <a:off x="9552960" y="1546920"/>
            <a:ext cx="2663640" cy="3128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30000"/>
                </a:srgbClr>
              </a:gs>
              <a:gs pos="94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87" name="标题 1"/>
          <p:cNvSpPr/>
          <p:nvPr/>
        </p:nvSpPr>
        <p:spPr>
          <a:xfrm>
            <a:off x="5610240" y="411408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文本框 25"/>
          <p:cNvSpPr/>
          <p:nvPr/>
        </p:nvSpPr>
        <p:spPr>
          <a:xfrm>
            <a:off x="5506200" y="4759560"/>
            <a:ext cx="24778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标题 1"/>
          <p:cNvSpPr/>
          <p:nvPr/>
        </p:nvSpPr>
        <p:spPr>
          <a:xfrm>
            <a:off x="9571320" y="1889640"/>
            <a:ext cx="262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文本框 29"/>
          <p:cNvSpPr/>
          <p:nvPr/>
        </p:nvSpPr>
        <p:spPr>
          <a:xfrm>
            <a:off x="9473040" y="2535120"/>
            <a:ext cx="24724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{{detailed_content[2]}}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圆角矩形 14"/>
          <p:cNvSpPr/>
          <p:nvPr/>
        </p:nvSpPr>
        <p:spPr>
          <a:xfrm>
            <a:off x="2010240" y="5517360"/>
            <a:ext cx="2620440" cy="132984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92" name="圆角矩形 17"/>
          <p:cNvSpPr/>
          <p:nvPr/>
        </p:nvSpPr>
        <p:spPr>
          <a:xfrm>
            <a:off x="5602680" y="-27360"/>
            <a:ext cx="2649600" cy="3702240"/>
          </a:xfrm>
          <a:prstGeom prst="roundRect">
            <a:avLst>
              <a:gd name="adj" fmla="val 0"/>
            </a:avLst>
          </a:prstGeom>
          <a:blipFill rotWithShape="0">
            <a:blip r:embed="rId4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93" name="圆角矩形 19"/>
          <p:cNvSpPr/>
          <p:nvPr/>
        </p:nvSpPr>
        <p:spPr>
          <a:xfrm>
            <a:off x="9552960" y="4725000"/>
            <a:ext cx="2644920" cy="2137680"/>
          </a:xfrm>
          <a:prstGeom prst="roundRect">
            <a:avLst>
              <a:gd name="adj" fmla="val 0"/>
            </a:avLst>
          </a:prstGeom>
          <a:blipFill rotWithShape="0">
            <a:blip r:embed="rId5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294" name="文本框 3"/>
          <p:cNvSpPr/>
          <p:nvPr/>
        </p:nvSpPr>
        <p:spPr>
          <a:xfrm>
            <a:off x="1127880" y="1037520"/>
            <a:ext cx="43365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 12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296" name="图片 17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图片 18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9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00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301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02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303" name="圆角矩形 1"/>
          <p:cNvSpPr/>
          <p:nvPr/>
        </p:nvSpPr>
        <p:spPr>
          <a:xfrm>
            <a:off x="0" y="4403880"/>
            <a:ext cx="12191760" cy="245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10000"/>
                </a:srgbClr>
              </a:gs>
              <a:gs pos="94000">
                <a:srgbClr val="1f66f5">
                  <a:alpha val="7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grpSp>
        <p:nvGrpSpPr>
          <p:cNvPr id="304" name="组合 2"/>
          <p:cNvGrpSpPr/>
          <p:nvPr/>
        </p:nvGrpSpPr>
        <p:grpSpPr>
          <a:xfrm>
            <a:off x="408240" y="1689840"/>
            <a:ext cx="5572440" cy="4566600"/>
            <a:chOff x="408240" y="1689840"/>
            <a:chExt cx="5572440" cy="4566600"/>
          </a:xfrm>
        </p:grpSpPr>
        <p:sp>
          <p:nvSpPr>
            <p:cNvPr id="305" name="圆角矩形 43"/>
            <p:cNvSpPr/>
            <p:nvPr/>
          </p:nvSpPr>
          <p:spPr>
            <a:xfrm>
              <a:off x="408240" y="1689840"/>
              <a:ext cx="5572440" cy="4566600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ffffff">
                    <a:alpha val="77000"/>
                  </a:srgbClr>
                </a:gs>
                <a:gs pos="83000">
                  <a:srgbClr val="ffffff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06" name="标题 1"/>
            <p:cNvSpPr/>
            <p:nvPr/>
          </p:nvSpPr>
          <p:spPr>
            <a:xfrm>
              <a:off x="552960" y="4728960"/>
              <a:ext cx="262656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1234ef"/>
                  </a:solidFill>
                  <a:effectLst/>
                  <a:uFillTx/>
                  <a:latin typeface="思源黑体 CN Bold"/>
                  <a:ea typeface="思源黑体 CN Bold"/>
                </a:rPr>
                <a:t>{{content_points[0]}}</a:t>
              </a: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文本框 24"/>
            <p:cNvSpPr/>
            <p:nvPr/>
          </p:nvSpPr>
          <p:spPr>
            <a:xfrm>
              <a:off x="481320" y="5084280"/>
              <a:ext cx="5257440" cy="41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400" strike="noStrike" u="none">
                  <a:solidFill>
                    <a:srgbClr val="004579"/>
                  </a:solidFill>
                  <a:effectLst/>
                  <a:uFillTx/>
                  <a:latin typeface="思源黑体 CN Light"/>
                  <a:ea typeface="思源黑体 CN Light"/>
                </a:rPr>
                <a:t>{{detailed_content[0]}}</a:t>
              </a: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8" name="组合 4"/>
          <p:cNvGrpSpPr/>
          <p:nvPr/>
        </p:nvGrpSpPr>
        <p:grpSpPr>
          <a:xfrm>
            <a:off x="6240240" y="1689840"/>
            <a:ext cx="5572440" cy="4567320"/>
            <a:chOff x="6240240" y="1689840"/>
            <a:chExt cx="5572440" cy="4567320"/>
          </a:xfrm>
        </p:grpSpPr>
        <p:sp>
          <p:nvSpPr>
            <p:cNvPr id="309" name="圆角矩形 5"/>
            <p:cNvSpPr/>
            <p:nvPr/>
          </p:nvSpPr>
          <p:spPr>
            <a:xfrm>
              <a:off x="6240240" y="1689840"/>
              <a:ext cx="5572440" cy="4567320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ffffff">
                    <a:alpha val="77000"/>
                  </a:srgbClr>
                </a:gs>
                <a:gs pos="83000">
                  <a:srgbClr val="ffffff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10" name="标题 1"/>
            <p:cNvSpPr/>
            <p:nvPr/>
          </p:nvSpPr>
          <p:spPr>
            <a:xfrm>
              <a:off x="6384960" y="4728960"/>
              <a:ext cx="262656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1234ef"/>
                  </a:solidFill>
                  <a:effectLst/>
                  <a:uFillTx/>
                  <a:latin typeface="思源黑体 CN Bold"/>
                  <a:ea typeface="思源黑体 CN Bold"/>
                </a:rPr>
                <a:t>{{content_points[1]}}</a:t>
              </a: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文本框 3"/>
            <p:cNvSpPr/>
            <p:nvPr/>
          </p:nvSpPr>
          <p:spPr>
            <a:xfrm>
              <a:off x="6313320" y="5084280"/>
              <a:ext cx="5257440" cy="41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400" strike="noStrike" u="none">
                  <a:solidFill>
                    <a:srgbClr val="004579"/>
                  </a:solidFill>
                  <a:effectLst/>
                  <a:uFillTx/>
                  <a:latin typeface="思源黑体 CN Light"/>
                  <a:ea typeface="思源黑体 CN Light"/>
                </a:rPr>
                <a:t>{{detailed_content[1]}}</a:t>
              </a: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2" name="圆角矩形 15"/>
          <p:cNvSpPr/>
          <p:nvPr/>
        </p:nvSpPr>
        <p:spPr>
          <a:xfrm>
            <a:off x="493560" y="1752120"/>
            <a:ext cx="5388840" cy="281844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13" name="圆角矩形 16"/>
          <p:cNvSpPr/>
          <p:nvPr/>
        </p:nvSpPr>
        <p:spPr>
          <a:xfrm>
            <a:off x="6313320" y="1773000"/>
            <a:ext cx="5388840" cy="2818440"/>
          </a:xfrm>
          <a:prstGeom prst="roundRect">
            <a:avLst>
              <a:gd name="adj" fmla="val 0"/>
            </a:avLst>
          </a:prstGeom>
          <a:blipFill rotWithShape="0">
            <a:blip r:embed="rId4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14" name="文本框 10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矩形 10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316" name="图片 4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图片 3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19" name="圆角矩形 2"/>
          <p:cNvSpPr/>
          <p:nvPr/>
        </p:nvSpPr>
        <p:spPr>
          <a:xfrm>
            <a:off x="0" y="1558440"/>
            <a:ext cx="12275640" cy="344196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20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21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322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23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324" name="圆角矩形 1"/>
          <p:cNvSpPr/>
          <p:nvPr/>
        </p:nvSpPr>
        <p:spPr>
          <a:xfrm>
            <a:off x="887040" y="3251160"/>
            <a:ext cx="10418040" cy="288504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4aa2e9"/>
              </a:gs>
              <a:gs pos="94000">
                <a:srgbClr val="1234ef"/>
              </a:gs>
            </a:gsLst>
            <a:lin ang="216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25" name="标题 1"/>
          <p:cNvSpPr/>
          <p:nvPr/>
        </p:nvSpPr>
        <p:spPr>
          <a:xfrm>
            <a:off x="1295280" y="3610080"/>
            <a:ext cx="26265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文本框 24"/>
          <p:cNvSpPr/>
          <p:nvPr/>
        </p:nvSpPr>
        <p:spPr>
          <a:xfrm>
            <a:off x="1151640" y="4289760"/>
            <a:ext cx="30970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27" name="标题 1"/>
          <p:cNvCxnSpPr/>
          <p:nvPr/>
        </p:nvCxnSpPr>
        <p:spPr>
          <a:xfrm flipV="1">
            <a:off x="4466520" y="3717720"/>
            <a:ext cx="360" cy="2057760"/>
          </a:xfrm>
          <a:prstGeom prst="straightConnector1">
            <a:avLst/>
          </a:prstGeom>
          <a:ln cap="sq" w="25400">
            <a:solidFill>
              <a:srgbClr val="fbf9fc"/>
            </a:solidFill>
            <a:miter/>
          </a:ln>
        </p:spPr>
      </p:cxnSp>
      <p:sp>
        <p:nvSpPr>
          <p:cNvPr id="328" name="标题 1"/>
          <p:cNvSpPr/>
          <p:nvPr/>
        </p:nvSpPr>
        <p:spPr>
          <a:xfrm>
            <a:off x="4705200" y="3610080"/>
            <a:ext cx="26265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文本框 26"/>
          <p:cNvSpPr/>
          <p:nvPr/>
        </p:nvSpPr>
        <p:spPr>
          <a:xfrm>
            <a:off x="4561560" y="4289760"/>
            <a:ext cx="30970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30" name="标题 1"/>
          <p:cNvCxnSpPr/>
          <p:nvPr/>
        </p:nvCxnSpPr>
        <p:spPr>
          <a:xfrm flipV="1">
            <a:off x="7898040" y="3718440"/>
            <a:ext cx="360" cy="2057760"/>
          </a:xfrm>
          <a:prstGeom prst="straightConnector1">
            <a:avLst/>
          </a:prstGeom>
          <a:ln cap="sq" w="25400">
            <a:solidFill>
              <a:srgbClr val="fbf9fc"/>
            </a:solidFill>
            <a:miter/>
          </a:ln>
        </p:spPr>
      </p:cxnSp>
      <p:sp>
        <p:nvSpPr>
          <p:cNvPr id="331" name="标题 1"/>
          <p:cNvSpPr/>
          <p:nvPr/>
        </p:nvSpPr>
        <p:spPr>
          <a:xfrm>
            <a:off x="8064000" y="3610080"/>
            <a:ext cx="26265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文本框 32"/>
          <p:cNvSpPr/>
          <p:nvPr/>
        </p:nvSpPr>
        <p:spPr>
          <a:xfrm>
            <a:off x="7920000" y="4289760"/>
            <a:ext cx="30970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思源黑体 CN Light"/>
                <a:ea typeface="思源黑体 CN Light"/>
              </a:rPr>
              <a:t>{{detailed_content[2]}}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文本框 34"/>
          <p:cNvSpPr/>
          <p:nvPr/>
        </p:nvSpPr>
        <p:spPr>
          <a:xfrm>
            <a:off x="4549680" y="7376760"/>
            <a:ext cx="40636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4" name="文本框 5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矩形 11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336" name="图片 5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7" name="图片 10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9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0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341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42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343" name="圆角矩形 1"/>
          <p:cNvSpPr/>
          <p:nvPr/>
        </p:nvSpPr>
        <p:spPr>
          <a:xfrm>
            <a:off x="574200" y="4796280"/>
            <a:ext cx="11127240" cy="17643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30000"/>
                </a:srgbClr>
              </a:gs>
              <a:gs pos="83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44" name="圆角矩形 2"/>
          <p:cNvSpPr/>
          <p:nvPr/>
        </p:nvSpPr>
        <p:spPr>
          <a:xfrm>
            <a:off x="6916320" y="1556280"/>
            <a:ext cx="4785120" cy="3045240"/>
          </a:xfrm>
          <a:prstGeom prst="roundRect">
            <a:avLst>
              <a:gd name="adj" fmla="val 0"/>
            </a:avLst>
          </a:prstGeom>
          <a:gradFill rotWithShape="0">
            <a:gsLst>
              <a:gs pos="5000">
                <a:srgbClr val="1f66f5">
                  <a:alpha val="30000"/>
                </a:srgbClr>
              </a:gs>
              <a:gs pos="98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45" name="标题 1"/>
          <p:cNvSpPr/>
          <p:nvPr/>
        </p:nvSpPr>
        <p:spPr>
          <a:xfrm>
            <a:off x="920160" y="4939560"/>
            <a:ext cx="61128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文本框 3"/>
          <p:cNvSpPr/>
          <p:nvPr/>
        </p:nvSpPr>
        <p:spPr>
          <a:xfrm>
            <a:off x="839520" y="5301720"/>
            <a:ext cx="1070208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9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文本框 32"/>
          <p:cNvSpPr/>
          <p:nvPr/>
        </p:nvSpPr>
        <p:spPr>
          <a:xfrm>
            <a:off x="7320240" y="2206080"/>
            <a:ext cx="41760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9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标题 1"/>
          <p:cNvSpPr/>
          <p:nvPr/>
        </p:nvSpPr>
        <p:spPr>
          <a:xfrm>
            <a:off x="7320240" y="1774080"/>
            <a:ext cx="368064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圆角矩形 15"/>
          <p:cNvSpPr/>
          <p:nvPr/>
        </p:nvSpPr>
        <p:spPr>
          <a:xfrm>
            <a:off x="551160" y="1534680"/>
            <a:ext cx="6248160" cy="306972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50" name="文本框 4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矩形 12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352" name="图片 5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图片 10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标题 1"/>
          <p:cNvSpPr/>
          <p:nvPr/>
        </p:nvSpPr>
        <p:spPr>
          <a:xfrm rot="19741200">
            <a:off x="8679600" y="242064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5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56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357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58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grpSp>
        <p:nvGrpSpPr>
          <p:cNvPr id="359" name="组合 56"/>
          <p:cNvGrpSpPr/>
          <p:nvPr/>
        </p:nvGrpSpPr>
        <p:grpSpPr>
          <a:xfrm>
            <a:off x="4727520" y="1627560"/>
            <a:ext cx="6928200" cy="1495800"/>
            <a:chOff x="4727520" y="1627560"/>
            <a:chExt cx="6928200" cy="1495800"/>
          </a:xfrm>
        </p:grpSpPr>
        <p:sp>
          <p:nvSpPr>
            <p:cNvPr id="360" name="圆角矩形 42"/>
            <p:cNvSpPr/>
            <p:nvPr/>
          </p:nvSpPr>
          <p:spPr>
            <a:xfrm>
              <a:off x="4734000" y="1627920"/>
              <a:ext cx="6921720" cy="1494720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1f66f5">
                    <a:alpha val="20000"/>
                  </a:srgbClr>
                </a:gs>
                <a:gs pos="83000">
                  <a:srgbClr val="1f66f5">
                    <a:alpha val="40000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61" name="圆角矩形 41"/>
            <p:cNvSpPr/>
            <p:nvPr/>
          </p:nvSpPr>
          <p:spPr>
            <a:xfrm>
              <a:off x="4727520" y="1627560"/>
              <a:ext cx="2120400" cy="1495800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5000">
                  <a:srgbClr val="4aa2e9"/>
                </a:gs>
                <a:gs pos="98000">
                  <a:srgbClr val="1234ef"/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62" name="标题 1"/>
            <p:cNvSpPr/>
            <p:nvPr/>
          </p:nvSpPr>
          <p:spPr>
            <a:xfrm>
              <a:off x="4802040" y="2207880"/>
              <a:ext cx="1924200" cy="73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lt1"/>
                  </a:solidFill>
                  <a:effectLst/>
                  <a:uFillTx/>
                  <a:latin typeface="思源黑体 CN Bold"/>
                  <a:ea typeface="思源黑体 CN Bold"/>
                </a:rPr>
                <a:t>{{content_points[0]}}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文本框 1"/>
            <p:cNvSpPr/>
            <p:nvPr/>
          </p:nvSpPr>
          <p:spPr>
            <a:xfrm>
              <a:off x="7120080" y="1801800"/>
              <a:ext cx="4320720" cy="50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90000"/>
                </a:lnSpc>
              </a:pPr>
              <a:r>
                <a:rPr b="0" lang="en-US" sz="1400" strike="noStrike" u="none">
                  <a:solidFill>
                    <a:schemeClr val="lt1"/>
                  </a:solidFill>
                  <a:effectLst/>
                  <a:uFillTx/>
                  <a:latin typeface="思源黑体 CN Light"/>
                  <a:ea typeface="思源黑体 CN Light"/>
                </a:rPr>
                <a:t>{{detailed_content[0]}}</a:t>
              </a: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文本框 43"/>
            <p:cNvSpPr/>
            <p:nvPr/>
          </p:nvSpPr>
          <p:spPr>
            <a:xfrm>
              <a:off x="5303520" y="1692720"/>
              <a:ext cx="9687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3200" strike="noStrike" u="none">
                  <a:solidFill>
                    <a:srgbClr val="ffffff"/>
                  </a:solidFill>
                  <a:effectLst/>
                  <a:uFillTx/>
                  <a:latin typeface="Roboto Bk"/>
                  <a:ea typeface="思源黑体 CN Bold"/>
                </a:rPr>
                <a:t>01</a:t>
              </a:r>
              <a:endPara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5" name="组合 28"/>
          <p:cNvGrpSpPr/>
          <p:nvPr/>
        </p:nvGrpSpPr>
        <p:grpSpPr>
          <a:xfrm>
            <a:off x="4727520" y="3330720"/>
            <a:ext cx="6928200" cy="1495800"/>
            <a:chOff x="4727520" y="3330720"/>
            <a:chExt cx="6928200" cy="1495800"/>
          </a:xfrm>
        </p:grpSpPr>
        <p:sp>
          <p:nvSpPr>
            <p:cNvPr id="366" name="圆角矩形 30"/>
            <p:cNvSpPr/>
            <p:nvPr/>
          </p:nvSpPr>
          <p:spPr>
            <a:xfrm>
              <a:off x="4734000" y="3331080"/>
              <a:ext cx="6921720" cy="1494720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1f66f5">
                    <a:alpha val="20000"/>
                  </a:srgbClr>
                </a:gs>
                <a:gs pos="83000">
                  <a:srgbClr val="1f66f5">
                    <a:alpha val="40000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67" name="圆角矩形 31"/>
            <p:cNvSpPr/>
            <p:nvPr/>
          </p:nvSpPr>
          <p:spPr>
            <a:xfrm>
              <a:off x="4727520" y="3330720"/>
              <a:ext cx="2120400" cy="1495800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5000">
                  <a:srgbClr val="4aa2e9"/>
                </a:gs>
                <a:gs pos="98000">
                  <a:srgbClr val="1234ef"/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68" name="标题 1"/>
            <p:cNvSpPr/>
            <p:nvPr/>
          </p:nvSpPr>
          <p:spPr>
            <a:xfrm>
              <a:off x="4801320" y="3910680"/>
              <a:ext cx="1924200" cy="73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lt1"/>
                  </a:solidFill>
                  <a:effectLst/>
                  <a:uFillTx/>
                  <a:latin typeface="思源黑体 CN Bold"/>
                  <a:ea typeface="思源黑体 CN Bold"/>
                </a:rPr>
                <a:t>{{content_points[1]}}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文本框 33"/>
            <p:cNvSpPr/>
            <p:nvPr/>
          </p:nvSpPr>
          <p:spPr>
            <a:xfrm>
              <a:off x="7120080" y="3504960"/>
              <a:ext cx="4320720" cy="50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90000"/>
                </a:lnSpc>
              </a:pPr>
              <a:r>
                <a:rPr b="0" lang="en-US" sz="1400" strike="noStrike" u="none">
                  <a:solidFill>
                    <a:schemeClr val="lt1"/>
                  </a:solidFill>
                  <a:effectLst/>
                  <a:uFillTx/>
                  <a:latin typeface="思源黑体 CN Light"/>
                  <a:ea typeface="思源黑体 CN Light"/>
                </a:rPr>
                <a:t>{{detailed_content[1]}}</a:t>
              </a: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文本框 34"/>
            <p:cNvSpPr/>
            <p:nvPr/>
          </p:nvSpPr>
          <p:spPr>
            <a:xfrm>
              <a:off x="5303520" y="3395520"/>
              <a:ext cx="9687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3200" strike="noStrike" u="none">
                  <a:solidFill>
                    <a:srgbClr val="ffffff"/>
                  </a:solidFill>
                  <a:effectLst/>
                  <a:uFillTx/>
                  <a:latin typeface="Roboto Bk"/>
                  <a:ea typeface="思源黑体 CN Bold"/>
                </a:rPr>
                <a:t>02</a:t>
              </a:r>
              <a:endPara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1" name="组合 35"/>
          <p:cNvGrpSpPr/>
          <p:nvPr/>
        </p:nvGrpSpPr>
        <p:grpSpPr>
          <a:xfrm>
            <a:off x="4727520" y="5033520"/>
            <a:ext cx="6928200" cy="1495800"/>
            <a:chOff x="4727520" y="5033520"/>
            <a:chExt cx="6928200" cy="1495800"/>
          </a:xfrm>
        </p:grpSpPr>
        <p:sp>
          <p:nvSpPr>
            <p:cNvPr id="372" name="圆角矩形 37"/>
            <p:cNvSpPr/>
            <p:nvPr/>
          </p:nvSpPr>
          <p:spPr>
            <a:xfrm>
              <a:off x="4734000" y="5034240"/>
              <a:ext cx="6921720" cy="1494720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1f66f5">
                    <a:alpha val="20000"/>
                  </a:srgbClr>
                </a:gs>
                <a:gs pos="83000">
                  <a:srgbClr val="1f66f5">
                    <a:alpha val="40000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73" name="圆角矩形 38"/>
            <p:cNvSpPr/>
            <p:nvPr/>
          </p:nvSpPr>
          <p:spPr>
            <a:xfrm>
              <a:off x="4727520" y="5033520"/>
              <a:ext cx="2120400" cy="1495800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5000">
                  <a:srgbClr val="4aa2e9"/>
                </a:gs>
                <a:gs pos="98000">
                  <a:srgbClr val="1234ef"/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74" name="标题 1"/>
            <p:cNvSpPr/>
            <p:nvPr/>
          </p:nvSpPr>
          <p:spPr>
            <a:xfrm>
              <a:off x="4790520" y="5613840"/>
              <a:ext cx="1935000" cy="73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lt1"/>
                  </a:solidFill>
                  <a:effectLst/>
                  <a:uFillTx/>
                  <a:latin typeface="思源黑体 CN Bold"/>
                  <a:ea typeface="思源黑体 CN Bold"/>
                </a:rPr>
                <a:t>{{content_points[2]}}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文本框 44"/>
            <p:cNvSpPr/>
            <p:nvPr/>
          </p:nvSpPr>
          <p:spPr>
            <a:xfrm>
              <a:off x="7120080" y="5208120"/>
              <a:ext cx="4320720" cy="50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90000"/>
                </a:lnSpc>
              </a:pPr>
              <a:r>
                <a:rPr b="0" lang="en-US" sz="1400" strike="noStrike" u="none">
                  <a:solidFill>
                    <a:schemeClr val="lt1"/>
                  </a:solidFill>
                  <a:effectLst/>
                  <a:uFillTx/>
                  <a:latin typeface="思源黑体 CN Light"/>
                  <a:ea typeface="思源黑体 CN Light"/>
                </a:rPr>
                <a:t>{{detailed_content[2]}}</a:t>
              </a: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文本框 45"/>
            <p:cNvSpPr/>
            <p:nvPr/>
          </p:nvSpPr>
          <p:spPr>
            <a:xfrm>
              <a:off x="5303520" y="5098680"/>
              <a:ext cx="9687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3200" strike="noStrike" u="none">
                  <a:solidFill>
                    <a:srgbClr val="ffffff"/>
                  </a:solidFill>
                  <a:effectLst/>
                  <a:uFillTx/>
                  <a:latin typeface="Roboto Bk"/>
                  <a:ea typeface="思源黑体 CN Bold"/>
                </a:rPr>
                <a:t>03</a:t>
              </a:r>
              <a:endPara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7" name="圆角矩形 2"/>
          <p:cNvSpPr/>
          <p:nvPr/>
        </p:nvSpPr>
        <p:spPr>
          <a:xfrm>
            <a:off x="623520" y="1628280"/>
            <a:ext cx="4021560" cy="149508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78" name="圆角矩形 3"/>
          <p:cNvSpPr/>
          <p:nvPr/>
        </p:nvSpPr>
        <p:spPr>
          <a:xfrm>
            <a:off x="623520" y="3330720"/>
            <a:ext cx="4021560" cy="1495080"/>
          </a:xfrm>
          <a:prstGeom prst="roundRect">
            <a:avLst>
              <a:gd name="adj" fmla="val 0"/>
            </a:avLst>
          </a:prstGeom>
          <a:blipFill rotWithShape="0">
            <a:blip r:embed="rId4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79" name="圆角矩形 4"/>
          <p:cNvSpPr/>
          <p:nvPr/>
        </p:nvSpPr>
        <p:spPr>
          <a:xfrm>
            <a:off x="623520" y="5033160"/>
            <a:ext cx="4021560" cy="1495080"/>
          </a:xfrm>
          <a:prstGeom prst="roundRect">
            <a:avLst>
              <a:gd name="adj" fmla="val 0"/>
            </a:avLst>
          </a:prstGeom>
          <a:blipFill rotWithShape="0">
            <a:blip r:embed="rId5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80" name="文本框 11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矩形 1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382" name="图片 18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图片 19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85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86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387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388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389" name="同侧圆角矩形 4"/>
          <p:cNvSpPr/>
          <p:nvPr/>
        </p:nvSpPr>
        <p:spPr>
          <a:xfrm rot="5400000">
            <a:off x="4811040" y="-2997720"/>
            <a:ext cx="2675520" cy="11765520"/>
          </a:xfrm>
          <a:prstGeom prst="round2SameRect">
            <a:avLst>
              <a:gd name="adj1" fmla="val 50000"/>
              <a:gd name="adj2" fmla="val 0"/>
            </a:avLst>
          </a:prstGeom>
          <a:gradFill rotWithShape="0">
            <a:gsLst>
              <a:gs pos="0">
                <a:srgbClr val="1234ef"/>
              </a:gs>
              <a:gs pos="100000">
                <a:srgbClr val="4aa2e9"/>
              </a:gs>
            </a:gsLst>
            <a:lin ang="8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90" name="圆角矩形 15"/>
          <p:cNvSpPr/>
          <p:nvPr/>
        </p:nvSpPr>
        <p:spPr>
          <a:xfrm>
            <a:off x="4217040" y="4437360"/>
            <a:ext cx="3807720" cy="227808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30000"/>
                </a:srgbClr>
              </a:gs>
              <a:gs pos="83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91" name="标题 1"/>
          <p:cNvSpPr/>
          <p:nvPr/>
        </p:nvSpPr>
        <p:spPr>
          <a:xfrm>
            <a:off x="4443840" y="4652640"/>
            <a:ext cx="34020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文本框 21"/>
          <p:cNvSpPr/>
          <p:nvPr/>
        </p:nvSpPr>
        <p:spPr>
          <a:xfrm>
            <a:off x="4371840" y="5014440"/>
            <a:ext cx="348948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9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圆角矩形 23"/>
          <p:cNvSpPr/>
          <p:nvPr/>
        </p:nvSpPr>
        <p:spPr>
          <a:xfrm>
            <a:off x="8168760" y="4437360"/>
            <a:ext cx="3807720" cy="227808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30000"/>
                </a:srgbClr>
              </a:gs>
              <a:gs pos="83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94" name="标题 1"/>
          <p:cNvSpPr/>
          <p:nvPr/>
        </p:nvSpPr>
        <p:spPr>
          <a:xfrm>
            <a:off x="8395200" y="4652640"/>
            <a:ext cx="35002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文本框 27"/>
          <p:cNvSpPr/>
          <p:nvPr/>
        </p:nvSpPr>
        <p:spPr>
          <a:xfrm>
            <a:off x="8323200" y="5014440"/>
            <a:ext cx="348948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9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{{detailed_content[2]}}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圆角矩形 29"/>
          <p:cNvSpPr/>
          <p:nvPr/>
        </p:nvSpPr>
        <p:spPr>
          <a:xfrm>
            <a:off x="262800" y="4437360"/>
            <a:ext cx="3807720" cy="227808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>
                  <a:alpha val="30000"/>
                </a:srgbClr>
              </a:gs>
              <a:gs pos="83000">
                <a:srgbClr val="1f66f5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397" name="标题 1"/>
          <p:cNvSpPr/>
          <p:nvPr/>
        </p:nvSpPr>
        <p:spPr>
          <a:xfrm>
            <a:off x="489600" y="4652640"/>
            <a:ext cx="34030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文本框 31"/>
          <p:cNvSpPr/>
          <p:nvPr/>
        </p:nvSpPr>
        <p:spPr>
          <a:xfrm>
            <a:off x="417600" y="5014440"/>
            <a:ext cx="348948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9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圆角矩形 10"/>
          <p:cNvSpPr/>
          <p:nvPr/>
        </p:nvSpPr>
        <p:spPr>
          <a:xfrm>
            <a:off x="335160" y="1604520"/>
            <a:ext cx="3744720" cy="2542680"/>
          </a:xfrm>
          <a:prstGeom prst="roundRect">
            <a:avLst>
              <a:gd name="adj" fmla="val 0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400" name="圆角矩形 13"/>
          <p:cNvSpPr/>
          <p:nvPr/>
        </p:nvSpPr>
        <p:spPr>
          <a:xfrm>
            <a:off x="4188600" y="1598760"/>
            <a:ext cx="3832560" cy="2542680"/>
          </a:xfrm>
          <a:prstGeom prst="roundRect">
            <a:avLst>
              <a:gd name="adj" fmla="val 0"/>
            </a:avLst>
          </a:prstGeom>
          <a:blipFill rotWithShape="0">
            <a:blip r:embed="rId4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401" name="同侧圆角矩形 17"/>
          <p:cNvSpPr/>
          <p:nvPr/>
        </p:nvSpPr>
        <p:spPr>
          <a:xfrm rot="5400000">
            <a:off x="8784000" y="982440"/>
            <a:ext cx="2542320" cy="3774240"/>
          </a:xfrm>
          <a:prstGeom prst="round2SameRect">
            <a:avLst>
              <a:gd name="adj1" fmla="val 50000"/>
              <a:gd name="adj2" fmla="val 0"/>
            </a:avLst>
          </a:prstGeom>
          <a:blipFill rotWithShape="0">
            <a:blip r:embed="rId5"/>
            <a:srcRect/>
            <a:stretch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402" name="文本框 3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矩形 14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404" name="图片 15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5" name="图片 16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标题 1"/>
          <p:cNvSpPr/>
          <p:nvPr/>
        </p:nvSpPr>
        <p:spPr>
          <a:xfrm rot="19741200">
            <a:off x="8679600" y="2205360"/>
            <a:ext cx="2437560" cy="2437560"/>
          </a:xfrm>
          <a:prstGeom prst="ellipse">
            <a:avLst/>
          </a:prstGeom>
          <a:noFill/>
          <a:ln w="158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7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08" name="组合 7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409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410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411" name="椭圆 1"/>
          <p:cNvSpPr/>
          <p:nvPr/>
        </p:nvSpPr>
        <p:spPr>
          <a:xfrm flipH="1">
            <a:off x="5991480" y="2333520"/>
            <a:ext cx="3300480" cy="3300480"/>
          </a:xfrm>
          <a:prstGeom prst="ellipse">
            <a:avLst/>
          </a:prstGeom>
          <a:gradFill rotWithShape="0">
            <a:gsLst>
              <a:gs pos="13000">
                <a:srgbClr val="1f66f5">
                  <a:alpha val="70000"/>
                </a:srgbClr>
              </a:gs>
              <a:gs pos="100000">
                <a:srgbClr val="1f66f5">
                  <a:alpha val="0"/>
                </a:srgbClr>
              </a:gs>
            </a:gsLst>
            <a:lin ang="10800000"/>
          </a:gradFill>
          <a:ln w="12700">
            <a:noFill/>
          </a:ln>
          <a:effectLst>
            <a:outerShdw algn="ctr" blurRad="495360" dir="5400000" dist="76320" rotWithShape="0" sx="95000" sy="95000">
              <a:schemeClr val="accent1">
                <a:alpha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12" name="椭圆 2"/>
          <p:cNvSpPr/>
          <p:nvPr/>
        </p:nvSpPr>
        <p:spPr>
          <a:xfrm>
            <a:off x="2811600" y="2333520"/>
            <a:ext cx="3300480" cy="3300480"/>
          </a:xfrm>
          <a:prstGeom prst="ellipse">
            <a:avLst/>
          </a:prstGeom>
          <a:gradFill rotWithShape="0">
            <a:gsLst>
              <a:gs pos="6000">
                <a:srgbClr val="1f66f5">
                  <a:alpha val="70000"/>
                </a:srgbClr>
              </a:gs>
              <a:gs pos="100000">
                <a:srgbClr val="1f66f5">
                  <a:alpha val="0"/>
                </a:srgbClr>
              </a:gs>
            </a:gsLst>
            <a:lin ang="0"/>
          </a:gradFill>
          <a:ln w="12700">
            <a:noFill/>
          </a:ln>
          <a:effectLst>
            <a:outerShdw algn="ctr" blurRad="495360" dir="5400000" dist="76320" rotWithShape="0" sx="95000" sy="95000">
              <a:schemeClr val="accent1">
                <a:alpha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13" name="椭圆 59"/>
          <p:cNvSpPr/>
          <p:nvPr/>
        </p:nvSpPr>
        <p:spPr>
          <a:xfrm>
            <a:off x="2464920" y="1986840"/>
            <a:ext cx="3993480" cy="3993480"/>
          </a:xfrm>
          <a:prstGeom prst="ellipse">
            <a:avLst/>
          </a:prstGeom>
          <a:noFill/>
          <a:ln w="12700">
            <a:solidFill>
              <a:srgbClr val="1f66f5"/>
            </a:solidFill>
            <a:miter/>
          </a:ln>
          <a:effectLst>
            <a:outerShdw algn="ctr" blurRad="495360" dir="5400000" dist="76320" rotWithShape="0" sx="95000" sy="95000">
              <a:schemeClr val="accent1">
                <a:alpha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14" name="椭圆 60"/>
          <p:cNvSpPr/>
          <p:nvPr/>
        </p:nvSpPr>
        <p:spPr>
          <a:xfrm flipH="1">
            <a:off x="5644080" y="1986840"/>
            <a:ext cx="3993480" cy="3993480"/>
          </a:xfrm>
          <a:prstGeom prst="ellipse">
            <a:avLst/>
          </a:prstGeom>
          <a:noFill/>
          <a:ln w="12700">
            <a:solidFill>
              <a:srgbClr val="1f66f5"/>
            </a:solidFill>
            <a:miter/>
          </a:ln>
          <a:effectLst>
            <a:outerShdw algn="ctr" blurRad="495360" dir="5400000" dist="76320" rotWithShape="0" sx="95000" sy="95000">
              <a:schemeClr val="accent1">
                <a:alpha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15" name="椭圆 41"/>
          <p:cNvSpPr/>
          <p:nvPr/>
        </p:nvSpPr>
        <p:spPr>
          <a:xfrm>
            <a:off x="6716880" y="3058560"/>
            <a:ext cx="1850040" cy="1850040"/>
          </a:xfrm>
          <a:prstGeom prst="ellipse">
            <a:avLst/>
          </a:prstGeom>
          <a:noFill/>
          <a:ln w="6350">
            <a:solidFill>
              <a:schemeClr val="accent2">
                <a:lumMod val="40000"/>
                <a:lumOff val="60000"/>
                <a:alpha val="25000"/>
              </a:schemeClr>
            </a:solidFill>
          </a:ln>
          <a:effectLst>
            <a:outerShdw algn="tl" blurRad="431640" dir="2700000" dist="329907" rotWithShape="0" sx="91000" sy="91000">
              <a:schemeClr val="accent1">
                <a:alpha val="40000"/>
              </a:schemeClr>
            </a:outerShdw>
          </a:effectLst>
          <a:scene3d>
            <a:camera prst="orthographicFront"/>
            <a:lightRig dir="t" rig="flat"/>
          </a:scene3d>
          <a:sp3d>
            <a:bevelT w="19050" h="31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16" name="椭圆 3"/>
          <p:cNvSpPr/>
          <p:nvPr/>
        </p:nvSpPr>
        <p:spPr>
          <a:xfrm>
            <a:off x="6716880" y="3058560"/>
            <a:ext cx="1850040" cy="1850040"/>
          </a:xfrm>
          <a:prstGeom prst="ellipse">
            <a:avLst/>
          </a:prstGeom>
          <a:solidFill>
            <a:srgbClr val="1f66f5"/>
          </a:solidFill>
          <a:ln w="12700">
            <a:noFill/>
          </a:ln>
          <a:effectLst>
            <a:innerShdw blurRad="381000" dir="13500000" dist="50800">
              <a:schemeClr val="bg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chemeClr val="lt1"/>
              </a:solidFill>
              <a:effectLst/>
              <a:uFillTx/>
              <a:latin typeface="思源黑体 CN Bold"/>
              <a:ea typeface="思源黑体 CN Bold"/>
            </a:endParaRPr>
          </a:p>
        </p:txBody>
      </p:sp>
      <p:grpSp>
        <p:nvGrpSpPr>
          <p:cNvPr id="417" name="组合 62"/>
          <p:cNvGrpSpPr/>
          <p:nvPr/>
        </p:nvGrpSpPr>
        <p:grpSpPr>
          <a:xfrm>
            <a:off x="3107880" y="2379960"/>
            <a:ext cx="149760" cy="149760"/>
            <a:chOff x="3107880" y="2379960"/>
            <a:chExt cx="149760" cy="149760"/>
          </a:xfrm>
        </p:grpSpPr>
        <p:sp>
          <p:nvSpPr>
            <p:cNvPr id="418" name="椭圆 63"/>
            <p:cNvSpPr/>
            <p:nvPr/>
          </p:nvSpPr>
          <p:spPr>
            <a:xfrm>
              <a:off x="3119400" y="2391120"/>
              <a:ext cx="126720" cy="126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  <p:sp>
          <p:nvSpPr>
            <p:cNvPr id="419" name="圆: 空心 64"/>
            <p:cNvSpPr/>
            <p:nvPr/>
          </p:nvSpPr>
          <p:spPr>
            <a:xfrm>
              <a:off x="3107880" y="2379960"/>
              <a:ext cx="149760" cy="149760"/>
            </a:xfrm>
            <a:prstGeom prst="donut">
              <a:avLst>
                <a:gd name="adj" fmla="val 22152"/>
              </a:avLst>
            </a:prstGeom>
            <a:solidFill>
              <a:srgbClr val="1f66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</p:grpSp>
      <p:grpSp>
        <p:nvGrpSpPr>
          <p:cNvPr id="420" name="组合 65"/>
          <p:cNvGrpSpPr/>
          <p:nvPr/>
        </p:nvGrpSpPr>
        <p:grpSpPr>
          <a:xfrm>
            <a:off x="2443320" y="3397320"/>
            <a:ext cx="149760" cy="149760"/>
            <a:chOff x="2443320" y="3397320"/>
            <a:chExt cx="149760" cy="149760"/>
          </a:xfrm>
        </p:grpSpPr>
        <p:sp>
          <p:nvSpPr>
            <p:cNvPr id="421" name="椭圆 66"/>
            <p:cNvSpPr/>
            <p:nvPr/>
          </p:nvSpPr>
          <p:spPr>
            <a:xfrm>
              <a:off x="2454840" y="3408840"/>
              <a:ext cx="126720" cy="126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  <p:sp>
          <p:nvSpPr>
            <p:cNvPr id="422" name="圆: 空心 67"/>
            <p:cNvSpPr/>
            <p:nvPr/>
          </p:nvSpPr>
          <p:spPr>
            <a:xfrm>
              <a:off x="2443320" y="3397320"/>
              <a:ext cx="149760" cy="149760"/>
            </a:xfrm>
            <a:prstGeom prst="donut">
              <a:avLst>
                <a:gd name="adj" fmla="val 22152"/>
              </a:avLst>
            </a:prstGeom>
            <a:solidFill>
              <a:srgbClr val="1f66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</p:grpSp>
      <p:grpSp>
        <p:nvGrpSpPr>
          <p:cNvPr id="423" name="组合 146"/>
          <p:cNvGrpSpPr/>
          <p:nvPr/>
        </p:nvGrpSpPr>
        <p:grpSpPr>
          <a:xfrm>
            <a:off x="2858040" y="2379960"/>
            <a:ext cx="6387480" cy="3207600"/>
            <a:chOff x="2858040" y="2379960"/>
            <a:chExt cx="6387480" cy="3207600"/>
          </a:xfrm>
        </p:grpSpPr>
        <p:sp>
          <p:nvSpPr>
            <p:cNvPr id="424" name="泪滴形 42"/>
            <p:cNvSpPr/>
            <p:nvPr/>
          </p:nvSpPr>
          <p:spPr>
            <a:xfrm flipH="1" flipV="1" rot="2700000">
              <a:off x="6507720" y="2849400"/>
              <a:ext cx="2268000" cy="2268000"/>
            </a:xfrm>
            <a:prstGeom prst="teardrop">
              <a:avLst>
                <a:gd name="adj" fmla="val 100000"/>
              </a:avLst>
            </a:prstGeom>
            <a:noFill/>
            <a:ln w="76200">
              <a:solidFill>
                <a:srgbClr val="1f66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425" name="泪滴形 43"/>
            <p:cNvSpPr/>
            <p:nvPr/>
          </p:nvSpPr>
          <p:spPr>
            <a:xfrm rot="2700000">
              <a:off x="3327840" y="2849400"/>
              <a:ext cx="2268000" cy="2268000"/>
            </a:xfrm>
            <a:prstGeom prst="teardrop">
              <a:avLst>
                <a:gd name="adj" fmla="val 98416"/>
              </a:avLst>
            </a:prstGeom>
            <a:noFill/>
            <a:ln w="76200">
              <a:solidFill>
                <a:srgbClr val="1f66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等线"/>
              </a:endParaRPr>
            </a:p>
          </p:txBody>
        </p:sp>
      </p:grpSp>
      <p:grpSp>
        <p:nvGrpSpPr>
          <p:cNvPr id="426" name="组合 68"/>
          <p:cNvGrpSpPr/>
          <p:nvPr/>
        </p:nvGrpSpPr>
        <p:grpSpPr>
          <a:xfrm>
            <a:off x="2443320" y="4414680"/>
            <a:ext cx="149760" cy="149760"/>
            <a:chOff x="2443320" y="4414680"/>
            <a:chExt cx="149760" cy="149760"/>
          </a:xfrm>
        </p:grpSpPr>
        <p:sp>
          <p:nvSpPr>
            <p:cNvPr id="427" name="椭圆 69"/>
            <p:cNvSpPr/>
            <p:nvPr/>
          </p:nvSpPr>
          <p:spPr>
            <a:xfrm>
              <a:off x="2454840" y="4426200"/>
              <a:ext cx="126720" cy="126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  <p:sp>
          <p:nvSpPr>
            <p:cNvPr id="428" name="圆: 空心 70"/>
            <p:cNvSpPr/>
            <p:nvPr/>
          </p:nvSpPr>
          <p:spPr>
            <a:xfrm>
              <a:off x="2443320" y="4414680"/>
              <a:ext cx="149760" cy="149760"/>
            </a:xfrm>
            <a:prstGeom prst="donut">
              <a:avLst>
                <a:gd name="adj" fmla="val 22152"/>
              </a:avLst>
            </a:prstGeom>
            <a:solidFill>
              <a:srgbClr val="1f66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</p:grpSp>
      <p:grpSp>
        <p:nvGrpSpPr>
          <p:cNvPr id="429" name="组合 71"/>
          <p:cNvGrpSpPr/>
          <p:nvPr/>
        </p:nvGrpSpPr>
        <p:grpSpPr>
          <a:xfrm>
            <a:off x="3107880" y="5432400"/>
            <a:ext cx="149760" cy="149760"/>
            <a:chOff x="3107880" y="5432400"/>
            <a:chExt cx="149760" cy="149760"/>
          </a:xfrm>
        </p:grpSpPr>
        <p:sp>
          <p:nvSpPr>
            <p:cNvPr id="430" name="椭圆 72"/>
            <p:cNvSpPr/>
            <p:nvPr/>
          </p:nvSpPr>
          <p:spPr>
            <a:xfrm>
              <a:off x="3119400" y="5443560"/>
              <a:ext cx="126720" cy="126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  <p:sp>
          <p:nvSpPr>
            <p:cNvPr id="431" name="圆: 空心 73"/>
            <p:cNvSpPr/>
            <p:nvPr/>
          </p:nvSpPr>
          <p:spPr>
            <a:xfrm>
              <a:off x="3107880" y="5432400"/>
              <a:ext cx="149760" cy="149760"/>
            </a:xfrm>
            <a:prstGeom prst="donut">
              <a:avLst>
                <a:gd name="adj" fmla="val 22152"/>
              </a:avLst>
            </a:prstGeom>
            <a:solidFill>
              <a:srgbClr val="1f66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</p:grpSp>
      <p:grpSp>
        <p:nvGrpSpPr>
          <p:cNvPr id="432" name="组合 75"/>
          <p:cNvGrpSpPr/>
          <p:nvPr/>
        </p:nvGrpSpPr>
        <p:grpSpPr>
          <a:xfrm>
            <a:off x="8845200" y="2379960"/>
            <a:ext cx="149760" cy="149760"/>
            <a:chOff x="8845200" y="2379960"/>
            <a:chExt cx="149760" cy="149760"/>
          </a:xfrm>
        </p:grpSpPr>
        <p:sp>
          <p:nvSpPr>
            <p:cNvPr id="433" name="椭圆 76"/>
            <p:cNvSpPr/>
            <p:nvPr/>
          </p:nvSpPr>
          <p:spPr>
            <a:xfrm flipH="1">
              <a:off x="8856720" y="2391120"/>
              <a:ext cx="126720" cy="126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  <p:sp>
          <p:nvSpPr>
            <p:cNvPr id="434" name="圆: 空心 77"/>
            <p:cNvSpPr/>
            <p:nvPr/>
          </p:nvSpPr>
          <p:spPr>
            <a:xfrm flipH="1">
              <a:off x="8845200" y="2379960"/>
              <a:ext cx="149760" cy="149760"/>
            </a:xfrm>
            <a:prstGeom prst="donut">
              <a:avLst>
                <a:gd name="adj" fmla="val 22152"/>
              </a:avLst>
            </a:prstGeom>
            <a:solidFill>
              <a:srgbClr val="1f66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</p:grpSp>
      <p:grpSp>
        <p:nvGrpSpPr>
          <p:cNvPr id="435" name="组合 78"/>
          <p:cNvGrpSpPr/>
          <p:nvPr/>
        </p:nvGrpSpPr>
        <p:grpSpPr>
          <a:xfrm>
            <a:off x="9509760" y="3397320"/>
            <a:ext cx="149760" cy="149760"/>
            <a:chOff x="9509760" y="3397320"/>
            <a:chExt cx="149760" cy="149760"/>
          </a:xfrm>
        </p:grpSpPr>
        <p:sp>
          <p:nvSpPr>
            <p:cNvPr id="436" name="椭圆 79"/>
            <p:cNvSpPr/>
            <p:nvPr/>
          </p:nvSpPr>
          <p:spPr>
            <a:xfrm flipH="1">
              <a:off x="9521280" y="3408840"/>
              <a:ext cx="126720" cy="126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  <p:sp>
          <p:nvSpPr>
            <p:cNvPr id="437" name="圆: 空心 80"/>
            <p:cNvSpPr/>
            <p:nvPr/>
          </p:nvSpPr>
          <p:spPr>
            <a:xfrm flipH="1">
              <a:off x="9509760" y="3397320"/>
              <a:ext cx="149760" cy="149760"/>
            </a:xfrm>
            <a:prstGeom prst="donut">
              <a:avLst>
                <a:gd name="adj" fmla="val 22152"/>
              </a:avLst>
            </a:prstGeom>
            <a:solidFill>
              <a:srgbClr val="1f66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</p:grpSp>
      <p:grpSp>
        <p:nvGrpSpPr>
          <p:cNvPr id="438" name="组合 81"/>
          <p:cNvGrpSpPr/>
          <p:nvPr/>
        </p:nvGrpSpPr>
        <p:grpSpPr>
          <a:xfrm>
            <a:off x="9509760" y="4414680"/>
            <a:ext cx="149760" cy="149760"/>
            <a:chOff x="9509760" y="4414680"/>
            <a:chExt cx="149760" cy="149760"/>
          </a:xfrm>
        </p:grpSpPr>
        <p:sp>
          <p:nvSpPr>
            <p:cNvPr id="439" name="椭圆 82"/>
            <p:cNvSpPr/>
            <p:nvPr/>
          </p:nvSpPr>
          <p:spPr>
            <a:xfrm flipH="1">
              <a:off x="9521280" y="4426200"/>
              <a:ext cx="126720" cy="126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  <p:sp>
          <p:nvSpPr>
            <p:cNvPr id="440" name="圆: 空心 83"/>
            <p:cNvSpPr/>
            <p:nvPr/>
          </p:nvSpPr>
          <p:spPr>
            <a:xfrm flipH="1">
              <a:off x="9509760" y="4414680"/>
              <a:ext cx="149760" cy="149760"/>
            </a:xfrm>
            <a:prstGeom prst="donut">
              <a:avLst>
                <a:gd name="adj" fmla="val 22152"/>
              </a:avLst>
            </a:prstGeom>
            <a:solidFill>
              <a:srgbClr val="1f66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</p:grpSp>
      <p:grpSp>
        <p:nvGrpSpPr>
          <p:cNvPr id="441" name="组合 84"/>
          <p:cNvGrpSpPr/>
          <p:nvPr/>
        </p:nvGrpSpPr>
        <p:grpSpPr>
          <a:xfrm>
            <a:off x="8845200" y="5432400"/>
            <a:ext cx="149760" cy="149760"/>
            <a:chOff x="8845200" y="5432400"/>
            <a:chExt cx="149760" cy="149760"/>
          </a:xfrm>
        </p:grpSpPr>
        <p:sp>
          <p:nvSpPr>
            <p:cNvPr id="442" name="椭圆 85"/>
            <p:cNvSpPr/>
            <p:nvPr/>
          </p:nvSpPr>
          <p:spPr>
            <a:xfrm flipH="1">
              <a:off x="8856720" y="5443560"/>
              <a:ext cx="126720" cy="126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  <p:sp>
          <p:nvSpPr>
            <p:cNvPr id="443" name="圆: 空心 86"/>
            <p:cNvSpPr/>
            <p:nvPr/>
          </p:nvSpPr>
          <p:spPr>
            <a:xfrm flipH="1">
              <a:off x="8845200" y="5432400"/>
              <a:ext cx="149760" cy="149760"/>
            </a:xfrm>
            <a:prstGeom prst="donut">
              <a:avLst>
                <a:gd name="adj" fmla="val 22152"/>
              </a:avLst>
            </a:prstGeom>
            <a:solidFill>
              <a:srgbClr val="1f66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OPPOSans R"/>
                <a:ea typeface="思源黑体 CN Regular"/>
              </a:endParaRPr>
            </a:p>
          </p:txBody>
        </p:sp>
      </p:grpSp>
      <p:sp>
        <p:nvSpPr>
          <p:cNvPr id="444" name="标题 1"/>
          <p:cNvSpPr/>
          <p:nvPr/>
        </p:nvSpPr>
        <p:spPr>
          <a:xfrm>
            <a:off x="180000" y="1974960"/>
            <a:ext cx="2849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文本框 4"/>
          <p:cNvSpPr/>
          <p:nvPr/>
        </p:nvSpPr>
        <p:spPr>
          <a:xfrm>
            <a:off x="333360" y="2214360"/>
            <a:ext cx="24775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标题 1"/>
          <p:cNvSpPr/>
          <p:nvPr/>
        </p:nvSpPr>
        <p:spPr>
          <a:xfrm>
            <a:off x="284400" y="3152160"/>
            <a:ext cx="2099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文本框 25"/>
          <p:cNvSpPr/>
          <p:nvPr/>
        </p:nvSpPr>
        <p:spPr>
          <a:xfrm>
            <a:off x="212760" y="3391560"/>
            <a:ext cx="2135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标题 1"/>
          <p:cNvSpPr/>
          <p:nvPr/>
        </p:nvSpPr>
        <p:spPr>
          <a:xfrm>
            <a:off x="284400" y="4340160"/>
            <a:ext cx="2099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文本框 29"/>
          <p:cNvSpPr/>
          <p:nvPr/>
        </p:nvSpPr>
        <p:spPr>
          <a:xfrm>
            <a:off x="212760" y="4579560"/>
            <a:ext cx="21715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标题 1"/>
          <p:cNvSpPr/>
          <p:nvPr/>
        </p:nvSpPr>
        <p:spPr>
          <a:xfrm>
            <a:off x="858600" y="5306040"/>
            <a:ext cx="2099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{{content_points[3]}}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文本框 32"/>
          <p:cNvSpPr/>
          <p:nvPr/>
        </p:nvSpPr>
        <p:spPr>
          <a:xfrm>
            <a:off x="492840" y="5545440"/>
            <a:ext cx="246528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{{detailed_content[3]}}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标题 1"/>
          <p:cNvSpPr/>
          <p:nvPr/>
        </p:nvSpPr>
        <p:spPr>
          <a:xfrm>
            <a:off x="9901080" y="3051000"/>
            <a:ext cx="2099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{{content_points[5]}}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文本框 34"/>
          <p:cNvSpPr/>
          <p:nvPr/>
        </p:nvSpPr>
        <p:spPr>
          <a:xfrm>
            <a:off x="9829080" y="3290400"/>
            <a:ext cx="223344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{{detailed_content[5]}}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标题 1"/>
          <p:cNvSpPr/>
          <p:nvPr/>
        </p:nvSpPr>
        <p:spPr>
          <a:xfrm>
            <a:off x="9183240" y="1893600"/>
            <a:ext cx="2696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{{content_points[4]}}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文本框 36"/>
          <p:cNvSpPr/>
          <p:nvPr/>
        </p:nvSpPr>
        <p:spPr>
          <a:xfrm>
            <a:off x="9111600" y="2133000"/>
            <a:ext cx="2459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{{detailed_content[4]}}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标题 1"/>
          <p:cNvSpPr/>
          <p:nvPr/>
        </p:nvSpPr>
        <p:spPr>
          <a:xfrm>
            <a:off x="9972720" y="4196160"/>
            <a:ext cx="2099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{{content_points[6]}}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文本框 38"/>
          <p:cNvSpPr/>
          <p:nvPr/>
        </p:nvSpPr>
        <p:spPr>
          <a:xfrm>
            <a:off x="9901080" y="4435560"/>
            <a:ext cx="216180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{{detailed_content[6]}}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标题 1"/>
          <p:cNvSpPr/>
          <p:nvPr/>
        </p:nvSpPr>
        <p:spPr>
          <a:xfrm>
            <a:off x="9398520" y="5306040"/>
            <a:ext cx="2099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{{content_points[7]}}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文本框 40"/>
          <p:cNvSpPr/>
          <p:nvPr/>
        </p:nvSpPr>
        <p:spPr>
          <a:xfrm>
            <a:off x="9326880" y="5545440"/>
            <a:ext cx="244764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{{detailed_content[7]}}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椭圆 50"/>
          <p:cNvSpPr/>
          <p:nvPr/>
        </p:nvSpPr>
        <p:spPr>
          <a:xfrm>
            <a:off x="3536640" y="3058560"/>
            <a:ext cx="1850040" cy="1850040"/>
          </a:xfrm>
          <a:prstGeom prst="ellipse">
            <a:avLst/>
          </a:prstGeom>
          <a:solidFill>
            <a:srgbClr val="1f66f5"/>
          </a:solidFill>
          <a:ln w="12700">
            <a:noFill/>
          </a:ln>
          <a:effectLst>
            <a:innerShdw blurRad="381000" dir="13500000" dist="50800">
              <a:schemeClr val="bg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chemeClr val="lt1"/>
              </a:solidFill>
              <a:effectLst/>
              <a:uFillTx/>
              <a:latin typeface="思源黑体 CN Bold"/>
              <a:ea typeface="思源黑体 CN Bold"/>
            </a:endParaRPr>
          </a:p>
        </p:txBody>
      </p:sp>
      <p:sp>
        <p:nvSpPr>
          <p:cNvPr id="461" name="标题 1"/>
          <p:cNvSpPr/>
          <p:nvPr/>
        </p:nvSpPr>
        <p:spPr>
          <a:xfrm>
            <a:off x="3431520" y="3753720"/>
            <a:ext cx="20919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{{subtitle[0]}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标题 1"/>
          <p:cNvSpPr/>
          <p:nvPr/>
        </p:nvSpPr>
        <p:spPr>
          <a:xfrm>
            <a:off x="6573240" y="3753720"/>
            <a:ext cx="20919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{{subtitle[1]}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文本框 12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305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矩形 12"/>
          <p:cNvSpPr/>
          <p:nvPr/>
        </p:nvSpPr>
        <p:spPr>
          <a:xfrm>
            <a:off x="0" y="720"/>
            <a:ext cx="12191040" cy="68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pic>
        <p:nvPicPr>
          <p:cNvPr id="465" name="图片 3" descr="E:/临时/新建文件夹 (2)/图片13.png图片13"/>
          <p:cNvPicPr/>
          <p:nvPr/>
        </p:nvPicPr>
        <p:blipFill>
          <a:blip r:embed="rId1"/>
          <a:srcRect l="9" t="0" r="9" b="0"/>
          <a:stretch/>
        </p:blipFill>
        <p:spPr>
          <a:xfrm>
            <a:off x="5464080" y="3115440"/>
            <a:ext cx="6727320" cy="374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6" name="图片 10" descr="E:/临时/新建文件夹 (2)/图片12.png图片12"/>
          <p:cNvPicPr/>
          <p:nvPr/>
        </p:nvPicPr>
        <p:blipFill>
          <a:blip r:embed="rId2"/>
          <a:srcRect l="14" t="0" r="14" b="0"/>
          <a:stretch/>
        </p:blipFill>
        <p:spPr>
          <a:xfrm>
            <a:off x="0" y="0"/>
            <a:ext cx="3786840" cy="24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矩形: 圆角 103"/>
          <p:cNvSpPr/>
          <p:nvPr/>
        </p:nvSpPr>
        <p:spPr>
          <a:xfrm>
            <a:off x="1999440" y="1719000"/>
            <a:ext cx="2309760" cy="209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/>
              </a:gs>
              <a:gs pos="80000">
                <a:srgbClr val="1f66f5">
                  <a:alpha val="0"/>
                </a:srgbClr>
              </a:gs>
            </a:gsLst>
            <a:lin ang="5400000"/>
          </a:gradFill>
          <a:ln w="12700">
            <a:noFill/>
          </a:ln>
          <a:effectLst>
            <a:outerShdw algn="ctr" blurRad="495360" dir="5400000" dist="76320" rotWithShape="0" sx="95000" sy="95000">
              <a:srgbClr val="b8e0f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68" name="椭圆 58"/>
          <p:cNvSpPr/>
          <p:nvPr/>
        </p:nvSpPr>
        <p:spPr>
          <a:xfrm>
            <a:off x="2902680" y="1461240"/>
            <a:ext cx="504000" cy="504000"/>
          </a:xfrm>
          <a:prstGeom prst="ellipse">
            <a:avLst/>
          </a:prstGeom>
          <a:gradFill rotWithShape="0">
            <a:gsLst>
              <a:gs pos="17000">
                <a:srgbClr val="1234ef"/>
              </a:gs>
              <a:gs pos="86000">
                <a:srgbClr val="4aa2e9"/>
              </a:gs>
            </a:gsLst>
            <a:lin ang="2700000"/>
          </a:gra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01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文本框 44"/>
          <p:cNvSpPr/>
          <p:nvPr/>
        </p:nvSpPr>
        <p:spPr>
          <a:xfrm>
            <a:off x="2014200" y="1971360"/>
            <a:ext cx="22708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文本框 46"/>
          <p:cNvSpPr/>
          <p:nvPr/>
        </p:nvSpPr>
        <p:spPr>
          <a:xfrm>
            <a:off x="2179440" y="2494440"/>
            <a:ext cx="20278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矩形: 圆角 103"/>
          <p:cNvSpPr/>
          <p:nvPr/>
        </p:nvSpPr>
        <p:spPr>
          <a:xfrm flipH="1" flipV="1">
            <a:off x="633960" y="3815640"/>
            <a:ext cx="2309760" cy="209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/>
              </a:gs>
              <a:gs pos="80000">
                <a:srgbClr val="1f66f5">
                  <a:alpha val="0"/>
                </a:srgbClr>
              </a:gs>
            </a:gsLst>
            <a:lin ang="16200000"/>
          </a:gradFill>
          <a:ln w="12700">
            <a:noFill/>
          </a:ln>
          <a:effectLst>
            <a:outerShdw algn="ctr" blurRad="495360" dir="5400000" dist="76320" rotWithShape="0" sx="95000" sy="95000">
              <a:srgbClr val="b8e0f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72" name="椭圆 73"/>
          <p:cNvSpPr/>
          <p:nvPr/>
        </p:nvSpPr>
        <p:spPr>
          <a:xfrm>
            <a:off x="1537200" y="5671800"/>
            <a:ext cx="504000" cy="504000"/>
          </a:xfrm>
          <a:prstGeom prst="ellipse">
            <a:avLst/>
          </a:prstGeom>
          <a:gradFill rotWithShape="0">
            <a:gsLst>
              <a:gs pos="14000">
                <a:srgbClr val="4aa2e9"/>
              </a:gs>
              <a:gs pos="100000">
                <a:srgbClr val="1234ef"/>
              </a:gs>
            </a:gsLst>
            <a:lin ang="2700000"/>
          </a:gra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Roboto Bk"/>
                <a:ea typeface="思源黑体 CN Bold"/>
              </a:rPr>
              <a:t>04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文本框 60"/>
          <p:cNvSpPr/>
          <p:nvPr/>
        </p:nvSpPr>
        <p:spPr>
          <a:xfrm>
            <a:off x="636120" y="4303440"/>
            <a:ext cx="237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{{content_points[3]}}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文本框 61"/>
          <p:cNvSpPr/>
          <p:nvPr/>
        </p:nvSpPr>
        <p:spPr>
          <a:xfrm>
            <a:off x="814680" y="4823640"/>
            <a:ext cx="20412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{{detailed_content[3]}}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矩形: 圆角 103"/>
          <p:cNvSpPr/>
          <p:nvPr/>
        </p:nvSpPr>
        <p:spPr>
          <a:xfrm>
            <a:off x="4941360" y="1719000"/>
            <a:ext cx="2309760" cy="209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/>
              </a:gs>
              <a:gs pos="80000">
                <a:srgbClr val="1f66f5">
                  <a:alpha val="0"/>
                </a:srgbClr>
              </a:gs>
            </a:gsLst>
            <a:lin ang="5400000"/>
          </a:gradFill>
          <a:ln w="12700">
            <a:noFill/>
          </a:ln>
          <a:effectLst>
            <a:outerShdw algn="ctr" blurRad="495360" dir="5400000" dist="76320" rotWithShape="0" sx="95000" sy="95000">
              <a:srgbClr val="b8e0f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76" name="椭圆 6"/>
          <p:cNvSpPr/>
          <p:nvPr/>
        </p:nvSpPr>
        <p:spPr>
          <a:xfrm>
            <a:off x="5844240" y="1461240"/>
            <a:ext cx="504000" cy="504000"/>
          </a:xfrm>
          <a:prstGeom prst="ellipse">
            <a:avLst/>
          </a:prstGeom>
          <a:gradFill rotWithShape="0">
            <a:gsLst>
              <a:gs pos="14000">
                <a:srgbClr val="1234ef"/>
              </a:gs>
              <a:gs pos="100000">
                <a:srgbClr val="1297fe"/>
              </a:gs>
            </a:gsLst>
            <a:lin ang="2700000"/>
          </a:gra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02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文本框 15"/>
          <p:cNvSpPr/>
          <p:nvPr/>
        </p:nvSpPr>
        <p:spPr>
          <a:xfrm>
            <a:off x="4955760" y="1971360"/>
            <a:ext cx="23407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文本框 16"/>
          <p:cNvSpPr/>
          <p:nvPr/>
        </p:nvSpPr>
        <p:spPr>
          <a:xfrm>
            <a:off x="5121000" y="2563560"/>
            <a:ext cx="20278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矩形: 圆角 103"/>
          <p:cNvSpPr/>
          <p:nvPr/>
        </p:nvSpPr>
        <p:spPr>
          <a:xfrm flipH="1" flipV="1">
            <a:off x="3514680" y="3815640"/>
            <a:ext cx="2309760" cy="209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/>
              </a:gs>
              <a:gs pos="80000">
                <a:srgbClr val="1f66f5">
                  <a:alpha val="0"/>
                </a:srgbClr>
              </a:gs>
            </a:gsLst>
            <a:lin ang="16200000"/>
          </a:gradFill>
          <a:ln w="12700">
            <a:noFill/>
          </a:ln>
          <a:effectLst>
            <a:outerShdw algn="ctr" blurRad="495360" dir="5400000" dist="76320" rotWithShape="0" sx="95000" sy="95000">
              <a:srgbClr val="b8e0f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80" name="椭圆 36"/>
          <p:cNvSpPr/>
          <p:nvPr/>
        </p:nvSpPr>
        <p:spPr>
          <a:xfrm>
            <a:off x="4417560" y="5671800"/>
            <a:ext cx="504000" cy="504000"/>
          </a:xfrm>
          <a:prstGeom prst="ellipse">
            <a:avLst/>
          </a:prstGeom>
          <a:gradFill rotWithShape="0">
            <a:gsLst>
              <a:gs pos="14000">
                <a:srgbClr val="4aa2e9"/>
              </a:gs>
              <a:gs pos="100000">
                <a:srgbClr val="1234ef"/>
              </a:gs>
            </a:gsLst>
            <a:lin ang="2700000"/>
          </a:gra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05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文本框 39"/>
          <p:cNvSpPr/>
          <p:nvPr/>
        </p:nvSpPr>
        <p:spPr>
          <a:xfrm>
            <a:off x="3458160" y="4303440"/>
            <a:ext cx="24519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{{content_points[4]}}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文本框 40"/>
          <p:cNvSpPr/>
          <p:nvPr/>
        </p:nvSpPr>
        <p:spPr>
          <a:xfrm>
            <a:off x="3695040" y="4823640"/>
            <a:ext cx="20412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{{detailed_content[4]}}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矩形: 圆角 103"/>
          <p:cNvSpPr/>
          <p:nvPr/>
        </p:nvSpPr>
        <p:spPr>
          <a:xfrm flipH="1" flipV="1">
            <a:off x="6395040" y="3815640"/>
            <a:ext cx="2309760" cy="209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/>
              </a:gs>
              <a:gs pos="80000">
                <a:srgbClr val="1f66f5">
                  <a:alpha val="0"/>
                </a:srgbClr>
              </a:gs>
            </a:gsLst>
            <a:lin ang="16200000"/>
          </a:gradFill>
          <a:ln w="12700">
            <a:noFill/>
          </a:ln>
          <a:effectLst>
            <a:outerShdw algn="ctr" blurRad="495360" dir="5400000" dist="76320" rotWithShape="0" sx="95000" sy="95000">
              <a:srgbClr val="b8e0f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84" name="椭圆 84"/>
          <p:cNvSpPr/>
          <p:nvPr/>
        </p:nvSpPr>
        <p:spPr>
          <a:xfrm>
            <a:off x="7297920" y="5671800"/>
            <a:ext cx="504000" cy="504000"/>
          </a:xfrm>
          <a:prstGeom prst="ellipse">
            <a:avLst/>
          </a:prstGeom>
          <a:gradFill rotWithShape="0">
            <a:gsLst>
              <a:gs pos="14000">
                <a:srgbClr val="4aa2e9"/>
              </a:gs>
              <a:gs pos="100000">
                <a:srgbClr val="1234ef"/>
              </a:gs>
            </a:gsLst>
            <a:lin ang="2700000"/>
          </a:gra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06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文本框 86"/>
          <p:cNvSpPr/>
          <p:nvPr/>
        </p:nvSpPr>
        <p:spPr>
          <a:xfrm>
            <a:off x="6410160" y="4303440"/>
            <a:ext cx="23421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{{content_points[5]}}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文本框 87"/>
          <p:cNvSpPr/>
          <p:nvPr/>
        </p:nvSpPr>
        <p:spPr>
          <a:xfrm>
            <a:off x="6395040" y="4823640"/>
            <a:ext cx="22215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{{detailed_content[5]}}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矩形: 圆角 103"/>
          <p:cNvSpPr/>
          <p:nvPr/>
        </p:nvSpPr>
        <p:spPr>
          <a:xfrm flipH="1" flipV="1">
            <a:off x="9223560" y="3815640"/>
            <a:ext cx="2309760" cy="209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/>
              </a:gs>
              <a:gs pos="80000">
                <a:srgbClr val="1f66f5">
                  <a:alpha val="0"/>
                </a:srgbClr>
              </a:gs>
            </a:gsLst>
            <a:lin ang="16200000"/>
          </a:gradFill>
          <a:ln w="12700">
            <a:noFill/>
          </a:ln>
          <a:effectLst>
            <a:outerShdw algn="ctr" blurRad="495360" dir="5400000" dist="76320" rotWithShape="0" sx="95000" sy="95000">
              <a:srgbClr val="b8e0f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88" name="椭圆 91"/>
          <p:cNvSpPr/>
          <p:nvPr/>
        </p:nvSpPr>
        <p:spPr>
          <a:xfrm>
            <a:off x="10126440" y="5671800"/>
            <a:ext cx="504000" cy="504000"/>
          </a:xfrm>
          <a:prstGeom prst="ellipse">
            <a:avLst/>
          </a:prstGeom>
          <a:gradFill rotWithShape="0">
            <a:gsLst>
              <a:gs pos="14000">
                <a:srgbClr val="4aa2e9"/>
              </a:gs>
              <a:gs pos="100000">
                <a:srgbClr val="1234ef"/>
              </a:gs>
            </a:gsLst>
            <a:lin ang="2700000"/>
          </a:gra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07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文本框 93"/>
          <p:cNvSpPr/>
          <p:nvPr/>
        </p:nvSpPr>
        <p:spPr>
          <a:xfrm>
            <a:off x="9238680" y="4303440"/>
            <a:ext cx="222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{{content_points[6]}}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文本框 94"/>
          <p:cNvSpPr/>
          <p:nvPr/>
        </p:nvSpPr>
        <p:spPr>
          <a:xfrm>
            <a:off x="9223560" y="4823640"/>
            <a:ext cx="22215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{{detailed_content[6]}}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矩形: 圆角 103"/>
          <p:cNvSpPr/>
          <p:nvPr/>
        </p:nvSpPr>
        <p:spPr>
          <a:xfrm>
            <a:off x="7787880" y="1719000"/>
            <a:ext cx="2309760" cy="209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f66f5"/>
              </a:gs>
              <a:gs pos="80000">
                <a:srgbClr val="1f66f5">
                  <a:alpha val="0"/>
                </a:srgbClr>
              </a:gs>
            </a:gsLst>
            <a:lin ang="5400000"/>
          </a:gradFill>
          <a:ln w="12700">
            <a:noFill/>
          </a:ln>
          <a:effectLst>
            <a:outerShdw algn="ctr" blurRad="495360" dir="5400000" dist="76320" rotWithShape="0" sx="95000" sy="95000">
              <a:srgbClr val="b8e0f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OPPOSans R"/>
              <a:ea typeface="OPPOSans R"/>
            </a:endParaRPr>
          </a:p>
        </p:txBody>
      </p:sp>
      <p:sp>
        <p:nvSpPr>
          <p:cNvPr id="492" name="椭圆 97"/>
          <p:cNvSpPr/>
          <p:nvPr/>
        </p:nvSpPr>
        <p:spPr>
          <a:xfrm>
            <a:off x="8690760" y="1461240"/>
            <a:ext cx="504000" cy="504000"/>
          </a:xfrm>
          <a:prstGeom prst="ellipse">
            <a:avLst/>
          </a:prstGeom>
          <a:gradFill rotWithShape="0">
            <a:gsLst>
              <a:gs pos="14000">
                <a:srgbClr val="1234ef"/>
              </a:gs>
              <a:gs pos="100000">
                <a:srgbClr val="4aa2e9"/>
              </a:gs>
            </a:gsLst>
            <a:lin ang="2700000"/>
          </a:gra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Roboto Bk"/>
              </a:rPr>
              <a:t>03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文本框 100"/>
          <p:cNvSpPr/>
          <p:nvPr/>
        </p:nvSpPr>
        <p:spPr>
          <a:xfrm>
            <a:off x="7787160" y="1971360"/>
            <a:ext cx="23814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文本框 101"/>
          <p:cNvSpPr/>
          <p:nvPr/>
        </p:nvSpPr>
        <p:spPr>
          <a:xfrm>
            <a:off x="7967520" y="2563560"/>
            <a:ext cx="20278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3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CN Light"/>
                <a:ea typeface="思源黑体 CN Light"/>
              </a:rPr>
              <a:t>{{detailed_content[2]}}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ïSḷîḓe"/>
          <p:cNvSpPr/>
          <p:nvPr/>
        </p:nvSpPr>
        <p:spPr>
          <a:xfrm>
            <a:off x="9692280" y="3115800"/>
            <a:ext cx="1389960" cy="697320"/>
          </a:xfrm>
          <a:custGeom>
            <a:avLst/>
            <a:gdLst>
              <a:gd name="textAreaLeft" fmla="*/ 0 w 1389960"/>
              <a:gd name="textAreaRight" fmla="*/ 1390320 w 1389960"/>
              <a:gd name="textAreaTop" fmla="*/ 0 h 697320"/>
              <a:gd name="textAreaBottom" fmla="*/ 697680 h 697320"/>
              <a:gd name="GluePoint1X" fmla="*/ 397 w 1385"/>
              <a:gd name="GluePoint1Y" fmla="*/ 695 h 695"/>
              <a:gd name="GluePoint2X" fmla="*/ 692 w 1385"/>
              <a:gd name="GluePoint2Y" fmla="*/ 399 h 695"/>
              <a:gd name="GluePoint3X" fmla="*/ 988 w 1385"/>
              <a:gd name="GluePoint3Y" fmla="*/ 695 h 695"/>
              <a:gd name="GluePoint4X" fmla="*/ 1385 w 1385"/>
              <a:gd name="GluePoint4Y" fmla="*/ 695 h 695"/>
              <a:gd name="GluePoint5X" fmla="*/ 692 w 1385"/>
              <a:gd name="GluePoint5Y" fmla="*/ 0 h 695"/>
              <a:gd name="GluePoint6X" fmla="*/ 0 w 1385"/>
              <a:gd name="GluePoint6Y" fmla="*/ 695 h 695"/>
              <a:gd name="GluePoint7X" fmla="*/ 397 w 1385"/>
              <a:gd name="GluePoint7Y" fmla="*/ 695 h 6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385" h="695">
                <a:moveTo>
                  <a:pt x="397" y="695"/>
                </a:moveTo>
                <a:lnTo>
                  <a:pt x="692" y="399"/>
                </a:lnTo>
                <a:lnTo>
                  <a:pt x="988" y="695"/>
                </a:lnTo>
                <a:lnTo>
                  <a:pt x="1385" y="695"/>
                </a:lnTo>
                <a:lnTo>
                  <a:pt x="692" y="0"/>
                </a:lnTo>
                <a:lnTo>
                  <a:pt x="0" y="695"/>
                </a:lnTo>
                <a:lnTo>
                  <a:pt x="397" y="695"/>
                </a:lnTo>
                <a:close/>
              </a:path>
            </a:pathLst>
          </a:custGeom>
          <a:solidFill>
            <a:srgbClr val="1f66f5">
              <a:alpha val="80000"/>
            </a:srgbClr>
          </a:soli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Arial"/>
            </a:endParaRPr>
          </a:p>
        </p:txBody>
      </p:sp>
      <p:sp>
        <p:nvSpPr>
          <p:cNvPr id="496" name="iṥḻîḍé"/>
          <p:cNvSpPr/>
          <p:nvPr/>
        </p:nvSpPr>
        <p:spPr>
          <a:xfrm>
            <a:off x="8262000" y="3805920"/>
            <a:ext cx="1391040" cy="697320"/>
          </a:xfrm>
          <a:custGeom>
            <a:avLst/>
            <a:gdLst>
              <a:gd name="textAreaLeft" fmla="*/ 0 w 1391040"/>
              <a:gd name="textAreaRight" fmla="*/ 1391400 w 1391040"/>
              <a:gd name="textAreaTop" fmla="*/ 0 h 697320"/>
              <a:gd name="textAreaBottom" fmla="*/ 697680 h 697320"/>
              <a:gd name="GluePoint1X" fmla="*/ 398 w 1386"/>
              <a:gd name="GluePoint1Y" fmla="*/ 0 h 695"/>
              <a:gd name="GluePoint2X" fmla="*/ 693 w 1386"/>
              <a:gd name="GluePoint2Y" fmla="*/ 296 h 695"/>
              <a:gd name="GluePoint3X" fmla="*/ 989 w 1386"/>
              <a:gd name="GluePoint3Y" fmla="*/ 0 h 695"/>
              <a:gd name="GluePoint4X" fmla="*/ 1386 w 1386"/>
              <a:gd name="GluePoint4Y" fmla="*/ 0 h 695"/>
              <a:gd name="GluePoint5X" fmla="*/ 693 w 1386"/>
              <a:gd name="GluePoint5Y" fmla="*/ 695 h 695"/>
              <a:gd name="GluePoint6X" fmla="*/ 0 w 1386"/>
              <a:gd name="GluePoint6Y" fmla="*/ 0 h 695"/>
              <a:gd name="GluePoint7X" fmla="*/ 398 w 1386"/>
              <a:gd name="GluePoint7Y" fmla="*/ 0 h 6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386" h="695">
                <a:moveTo>
                  <a:pt x="398" y="0"/>
                </a:moveTo>
                <a:lnTo>
                  <a:pt x="693" y="296"/>
                </a:lnTo>
                <a:lnTo>
                  <a:pt x="989" y="0"/>
                </a:lnTo>
                <a:lnTo>
                  <a:pt x="1386" y="0"/>
                </a:lnTo>
                <a:lnTo>
                  <a:pt x="693" y="695"/>
                </a:lnTo>
                <a:lnTo>
                  <a:pt x="0" y="0"/>
                </a:lnTo>
                <a:lnTo>
                  <a:pt x="398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Arial"/>
            </a:endParaRPr>
          </a:p>
        </p:txBody>
      </p:sp>
      <p:sp>
        <p:nvSpPr>
          <p:cNvPr id="497" name="îSľiḑè"/>
          <p:cNvSpPr/>
          <p:nvPr/>
        </p:nvSpPr>
        <p:spPr>
          <a:xfrm>
            <a:off x="6831000" y="3115800"/>
            <a:ext cx="1391040" cy="697320"/>
          </a:xfrm>
          <a:custGeom>
            <a:avLst/>
            <a:gdLst>
              <a:gd name="textAreaLeft" fmla="*/ 0 w 1391040"/>
              <a:gd name="textAreaRight" fmla="*/ 1391400 w 1391040"/>
              <a:gd name="textAreaTop" fmla="*/ 0 h 697320"/>
              <a:gd name="textAreaBottom" fmla="*/ 697680 h 697320"/>
              <a:gd name="GluePoint1X" fmla="*/ 397 w 1386"/>
              <a:gd name="GluePoint1Y" fmla="*/ 695 h 695"/>
              <a:gd name="GluePoint2X" fmla="*/ 693 w 1386"/>
              <a:gd name="GluePoint2Y" fmla="*/ 399 h 695"/>
              <a:gd name="GluePoint3X" fmla="*/ 988 w 1386"/>
              <a:gd name="GluePoint3Y" fmla="*/ 695 h 695"/>
              <a:gd name="GluePoint4X" fmla="*/ 1386 w 1386"/>
              <a:gd name="GluePoint4Y" fmla="*/ 695 h 695"/>
              <a:gd name="GluePoint5X" fmla="*/ 693 w 1386"/>
              <a:gd name="GluePoint5Y" fmla="*/ 0 h 695"/>
              <a:gd name="GluePoint6X" fmla="*/ 0 w 1386"/>
              <a:gd name="GluePoint6Y" fmla="*/ 695 h 695"/>
              <a:gd name="GluePoint7X" fmla="*/ 397 w 1386"/>
              <a:gd name="GluePoint7Y" fmla="*/ 695 h 6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386" h="695">
                <a:moveTo>
                  <a:pt x="397" y="695"/>
                </a:moveTo>
                <a:lnTo>
                  <a:pt x="693" y="399"/>
                </a:lnTo>
                <a:lnTo>
                  <a:pt x="988" y="695"/>
                </a:lnTo>
                <a:lnTo>
                  <a:pt x="1386" y="695"/>
                </a:lnTo>
                <a:lnTo>
                  <a:pt x="693" y="0"/>
                </a:lnTo>
                <a:lnTo>
                  <a:pt x="0" y="695"/>
                </a:lnTo>
                <a:lnTo>
                  <a:pt x="397" y="695"/>
                </a:lnTo>
                <a:close/>
              </a:path>
            </a:pathLst>
          </a:custGeom>
          <a:solidFill>
            <a:srgbClr val="1f66f5">
              <a:alpha val="80000"/>
            </a:srgbClr>
          </a:soli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Arial"/>
            </a:endParaRPr>
          </a:p>
        </p:txBody>
      </p:sp>
      <p:sp>
        <p:nvSpPr>
          <p:cNvPr id="498" name="íṡḷiďê"/>
          <p:cNvSpPr/>
          <p:nvPr/>
        </p:nvSpPr>
        <p:spPr>
          <a:xfrm>
            <a:off x="5400360" y="3805920"/>
            <a:ext cx="1391040" cy="697320"/>
          </a:xfrm>
          <a:custGeom>
            <a:avLst/>
            <a:gdLst>
              <a:gd name="textAreaLeft" fmla="*/ 0 w 1391040"/>
              <a:gd name="textAreaRight" fmla="*/ 1391400 w 1391040"/>
              <a:gd name="textAreaTop" fmla="*/ 0 h 697320"/>
              <a:gd name="textAreaBottom" fmla="*/ 697680 h 697320"/>
              <a:gd name="GluePoint1X" fmla="*/ 398 w 1386"/>
              <a:gd name="GluePoint1Y" fmla="*/ 0 h 695"/>
              <a:gd name="GluePoint2X" fmla="*/ 693 w 1386"/>
              <a:gd name="GluePoint2Y" fmla="*/ 296 h 695"/>
              <a:gd name="GluePoint3X" fmla="*/ 989 w 1386"/>
              <a:gd name="GluePoint3Y" fmla="*/ 0 h 695"/>
              <a:gd name="GluePoint4X" fmla="*/ 1386 w 1386"/>
              <a:gd name="GluePoint4Y" fmla="*/ 0 h 695"/>
              <a:gd name="GluePoint5X" fmla="*/ 693 w 1386"/>
              <a:gd name="GluePoint5Y" fmla="*/ 695 h 695"/>
              <a:gd name="GluePoint6X" fmla="*/ 0 w 1386"/>
              <a:gd name="GluePoint6Y" fmla="*/ 0 h 695"/>
              <a:gd name="GluePoint7X" fmla="*/ 398 w 1386"/>
              <a:gd name="GluePoint7Y" fmla="*/ 0 h 6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386" h="695">
                <a:moveTo>
                  <a:pt x="398" y="0"/>
                </a:moveTo>
                <a:lnTo>
                  <a:pt x="693" y="296"/>
                </a:lnTo>
                <a:lnTo>
                  <a:pt x="989" y="0"/>
                </a:lnTo>
                <a:lnTo>
                  <a:pt x="1386" y="0"/>
                </a:lnTo>
                <a:lnTo>
                  <a:pt x="693" y="695"/>
                </a:lnTo>
                <a:lnTo>
                  <a:pt x="0" y="0"/>
                </a:lnTo>
                <a:lnTo>
                  <a:pt x="398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Arial"/>
            </a:endParaRPr>
          </a:p>
        </p:txBody>
      </p:sp>
      <p:sp>
        <p:nvSpPr>
          <p:cNvPr id="499" name="íSlíďê"/>
          <p:cNvSpPr/>
          <p:nvPr/>
        </p:nvSpPr>
        <p:spPr>
          <a:xfrm>
            <a:off x="3970800" y="3115800"/>
            <a:ext cx="1389960" cy="697320"/>
          </a:xfrm>
          <a:custGeom>
            <a:avLst/>
            <a:gdLst>
              <a:gd name="textAreaLeft" fmla="*/ 0 w 1389960"/>
              <a:gd name="textAreaRight" fmla="*/ 1390320 w 1389960"/>
              <a:gd name="textAreaTop" fmla="*/ 0 h 697320"/>
              <a:gd name="textAreaBottom" fmla="*/ 697680 h 697320"/>
              <a:gd name="GluePoint1X" fmla="*/ 399 w 1385"/>
              <a:gd name="GluePoint1Y" fmla="*/ 695 h 695"/>
              <a:gd name="GluePoint2X" fmla="*/ 693 w 1385"/>
              <a:gd name="GluePoint2Y" fmla="*/ 399 h 695"/>
              <a:gd name="GluePoint3X" fmla="*/ 988 w 1385"/>
              <a:gd name="GluePoint3Y" fmla="*/ 695 h 695"/>
              <a:gd name="GluePoint4X" fmla="*/ 1385 w 1385"/>
              <a:gd name="GluePoint4Y" fmla="*/ 695 h 695"/>
              <a:gd name="GluePoint5X" fmla="*/ 693 w 1385"/>
              <a:gd name="GluePoint5Y" fmla="*/ 0 h 695"/>
              <a:gd name="GluePoint6X" fmla="*/ 0 w 1385"/>
              <a:gd name="GluePoint6Y" fmla="*/ 695 h 695"/>
              <a:gd name="GluePoint7X" fmla="*/ 399 w 1385"/>
              <a:gd name="GluePoint7Y" fmla="*/ 695 h 6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385" h="695">
                <a:moveTo>
                  <a:pt x="399" y="695"/>
                </a:moveTo>
                <a:lnTo>
                  <a:pt x="693" y="399"/>
                </a:lnTo>
                <a:lnTo>
                  <a:pt x="988" y="695"/>
                </a:lnTo>
                <a:lnTo>
                  <a:pt x="1385" y="695"/>
                </a:lnTo>
                <a:lnTo>
                  <a:pt x="693" y="0"/>
                </a:lnTo>
                <a:lnTo>
                  <a:pt x="0" y="695"/>
                </a:lnTo>
                <a:lnTo>
                  <a:pt x="399" y="695"/>
                </a:lnTo>
                <a:close/>
              </a:path>
            </a:pathLst>
          </a:custGeom>
          <a:solidFill>
            <a:srgbClr val="1f66f5">
              <a:alpha val="80000"/>
            </a:srgbClr>
          </a:soli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Arial"/>
            </a:endParaRPr>
          </a:p>
        </p:txBody>
      </p:sp>
      <p:sp>
        <p:nvSpPr>
          <p:cNvPr id="500" name="iṧḻîḋê"/>
          <p:cNvSpPr/>
          <p:nvPr/>
        </p:nvSpPr>
        <p:spPr>
          <a:xfrm>
            <a:off x="2538000" y="3805920"/>
            <a:ext cx="1393200" cy="697320"/>
          </a:xfrm>
          <a:custGeom>
            <a:avLst/>
            <a:gdLst>
              <a:gd name="textAreaLeft" fmla="*/ 0 w 1393200"/>
              <a:gd name="textAreaRight" fmla="*/ 1393560 w 1393200"/>
              <a:gd name="textAreaTop" fmla="*/ 0 h 697320"/>
              <a:gd name="textAreaBottom" fmla="*/ 697680 h 697320"/>
              <a:gd name="GluePoint1X" fmla="*/ 400 w 1388"/>
              <a:gd name="GluePoint1Y" fmla="*/ 0 h 695"/>
              <a:gd name="GluePoint2X" fmla="*/ 693 w 1388"/>
              <a:gd name="GluePoint2Y" fmla="*/ 296 h 695"/>
              <a:gd name="GluePoint3X" fmla="*/ 989 w 1388"/>
              <a:gd name="GluePoint3Y" fmla="*/ 0 h 695"/>
              <a:gd name="GluePoint4X" fmla="*/ 1388 w 1388"/>
              <a:gd name="GluePoint4Y" fmla="*/ 0 h 695"/>
              <a:gd name="GluePoint5X" fmla="*/ 693 w 1388"/>
              <a:gd name="GluePoint5Y" fmla="*/ 695 h 695"/>
              <a:gd name="GluePoint6X" fmla="*/ 0 w 1388"/>
              <a:gd name="GluePoint6Y" fmla="*/ 0 h 695"/>
              <a:gd name="GluePoint7X" fmla="*/ 400 w 1388"/>
              <a:gd name="GluePoint7Y" fmla="*/ 0 h 6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388" h="695">
                <a:moveTo>
                  <a:pt x="400" y="0"/>
                </a:moveTo>
                <a:lnTo>
                  <a:pt x="693" y="296"/>
                </a:lnTo>
                <a:lnTo>
                  <a:pt x="989" y="0"/>
                </a:lnTo>
                <a:lnTo>
                  <a:pt x="1388" y="0"/>
                </a:lnTo>
                <a:lnTo>
                  <a:pt x="693" y="695"/>
                </a:lnTo>
                <a:lnTo>
                  <a:pt x="0" y="0"/>
                </a:lnTo>
                <a:lnTo>
                  <a:pt x="40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Arial"/>
            </a:endParaRPr>
          </a:p>
        </p:txBody>
      </p:sp>
      <p:sp>
        <p:nvSpPr>
          <p:cNvPr id="501" name="iṥliḑè"/>
          <p:cNvSpPr/>
          <p:nvPr/>
        </p:nvSpPr>
        <p:spPr>
          <a:xfrm>
            <a:off x="1108080" y="3115800"/>
            <a:ext cx="1389960" cy="697320"/>
          </a:xfrm>
          <a:custGeom>
            <a:avLst/>
            <a:gdLst>
              <a:gd name="textAreaLeft" fmla="*/ 0 w 1389960"/>
              <a:gd name="textAreaRight" fmla="*/ 1390320 w 1389960"/>
              <a:gd name="textAreaTop" fmla="*/ 0 h 697320"/>
              <a:gd name="textAreaBottom" fmla="*/ 697680 h 697320"/>
              <a:gd name="GluePoint1X" fmla="*/ 399 w 1385"/>
              <a:gd name="GluePoint1Y" fmla="*/ 695 h 695"/>
              <a:gd name="GluePoint2X" fmla="*/ 693 w 1385"/>
              <a:gd name="GluePoint2Y" fmla="*/ 399 h 695"/>
              <a:gd name="GluePoint3X" fmla="*/ 988 w 1385"/>
              <a:gd name="GluePoint3Y" fmla="*/ 695 h 695"/>
              <a:gd name="GluePoint4X" fmla="*/ 1385 w 1385"/>
              <a:gd name="GluePoint4Y" fmla="*/ 695 h 695"/>
              <a:gd name="GluePoint5X" fmla="*/ 693 w 1385"/>
              <a:gd name="GluePoint5Y" fmla="*/ 0 h 695"/>
              <a:gd name="GluePoint6X" fmla="*/ 0 w 1385"/>
              <a:gd name="GluePoint6Y" fmla="*/ 695 h 695"/>
              <a:gd name="GluePoint7X" fmla="*/ 399 w 1385"/>
              <a:gd name="GluePoint7Y" fmla="*/ 695 h 6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385" h="695">
                <a:moveTo>
                  <a:pt x="399" y="695"/>
                </a:moveTo>
                <a:lnTo>
                  <a:pt x="693" y="399"/>
                </a:lnTo>
                <a:lnTo>
                  <a:pt x="988" y="695"/>
                </a:lnTo>
                <a:lnTo>
                  <a:pt x="1385" y="695"/>
                </a:lnTo>
                <a:lnTo>
                  <a:pt x="693" y="0"/>
                </a:lnTo>
                <a:lnTo>
                  <a:pt x="0" y="695"/>
                </a:lnTo>
                <a:lnTo>
                  <a:pt x="399" y="695"/>
                </a:lnTo>
                <a:close/>
              </a:path>
            </a:pathLst>
          </a:custGeom>
          <a:solidFill>
            <a:srgbClr val="1f66f5">
              <a:alpha val="80000"/>
            </a:srgbClr>
          </a:solidFill>
          <a:ln w="12700">
            <a:noFill/>
          </a:ln>
          <a:effectLst>
            <a:outerShdw algn="ctr" blurRad="495360" dir="5400000" dist="76320" rotWithShape="0" sx="95000" sy="95000">
              <a:srgbClr val="1297fe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99" strike="noStrike" u="none">
              <a:solidFill>
                <a:srgbClr val="000000">
                  <a:alpha val="80000"/>
                </a:srgbClr>
              </a:solidFill>
              <a:effectLst/>
              <a:uFillTx/>
              <a:latin typeface="Arial"/>
            </a:endParaRPr>
          </a:p>
        </p:txBody>
      </p:sp>
      <p:sp>
        <p:nvSpPr>
          <p:cNvPr id="502" name="标题 1"/>
          <p:cNvSpPr/>
          <p:nvPr/>
        </p:nvSpPr>
        <p:spPr>
          <a:xfrm>
            <a:off x="1099080" y="486360"/>
            <a:ext cx="61236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CN Bold"/>
                <a:ea typeface="思源黑体 CN Bold"/>
              </a:rPr>
              <a:t>{{section_title}}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03" name="组合 18"/>
          <p:cNvGrpSpPr/>
          <p:nvPr/>
        </p:nvGrpSpPr>
        <p:grpSpPr>
          <a:xfrm>
            <a:off x="493560" y="532800"/>
            <a:ext cx="544680" cy="343080"/>
            <a:chOff x="493560" y="532800"/>
            <a:chExt cx="544680" cy="343080"/>
          </a:xfrm>
        </p:grpSpPr>
        <p:sp>
          <p:nvSpPr>
            <p:cNvPr id="504" name="标题 1"/>
            <p:cNvSpPr/>
            <p:nvPr/>
          </p:nvSpPr>
          <p:spPr>
            <a:xfrm>
              <a:off x="4935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234e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505" name="标题 1"/>
            <p:cNvSpPr/>
            <p:nvPr/>
          </p:nvSpPr>
          <p:spPr>
            <a:xfrm>
              <a:off x="695160" y="532800"/>
              <a:ext cx="343080" cy="34308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25000"/>
                  </a:srgbClr>
                </a:gs>
                <a:gs pos="83000">
                  <a:srgbClr val="1234ef"/>
                </a:gs>
              </a:gsLst>
              <a:lin ang="27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endParaRPr>
            </a:p>
          </p:txBody>
        </p:sp>
      </p:grpSp>
      <p:sp>
        <p:nvSpPr>
          <p:cNvPr id="506" name="文本框 2"/>
          <p:cNvSpPr/>
          <p:nvPr/>
        </p:nvSpPr>
        <p:spPr>
          <a:xfrm>
            <a:off x="1127880" y="1037520"/>
            <a:ext cx="9022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图片 3" descr="E:/临时/新建文件夹 (2)/图片10.png图片10"/>
          <p:cNvPicPr/>
          <p:nvPr/>
        </p:nvPicPr>
        <p:blipFill>
          <a:blip r:embed="rId1"/>
          <a:srcRect l="0" t="10" r="0" b="10"/>
          <a:stretch/>
        </p:blipFill>
        <p:spPr>
          <a:xfrm>
            <a:off x="0" y="0"/>
            <a:ext cx="12191760" cy="687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圆角矩形 2"/>
          <p:cNvSpPr/>
          <p:nvPr/>
        </p:nvSpPr>
        <p:spPr>
          <a:xfrm>
            <a:off x="0" y="-19080"/>
            <a:ext cx="7403040" cy="687672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50b1e"/>
              </a:gs>
              <a:gs pos="47000">
                <a:srgbClr val="060e2a">
                  <a:alpha val="85000"/>
                </a:srgbClr>
              </a:gs>
              <a:gs pos="82000">
                <a:srgbClr val="07174c">
                  <a:alpha val="0"/>
                </a:srgbClr>
              </a:gs>
            </a:gsLst>
            <a:lin ang="0"/>
          </a:gradFill>
          <a:ln w="6350">
            <a:noFill/>
          </a:ln>
          <a:effectLst>
            <a:softEdge rad="12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rgbClr val="f33829"/>
              </a:solidFill>
              <a:effectLst/>
              <a:uFillTx/>
              <a:latin typeface="等线"/>
            </a:endParaRPr>
          </a:p>
        </p:txBody>
      </p:sp>
      <p:sp>
        <p:nvSpPr>
          <p:cNvPr id="509" name="Text 3"/>
          <p:cNvSpPr/>
          <p:nvPr/>
        </p:nvSpPr>
        <p:spPr>
          <a:xfrm>
            <a:off x="865440" y="4370760"/>
            <a:ext cx="237528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t">
            <a:spAutoFit/>
          </a:bodyPr>
          <a:p>
            <a:pPr defTabSz="914400">
              <a:lnSpc>
                <a:spcPct val="113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Normal"/>
                <a:ea typeface="思源黑体 CN Normal"/>
              </a:rPr>
              <a:t>{{author}}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文本框 5"/>
          <p:cNvSpPr/>
          <p:nvPr/>
        </p:nvSpPr>
        <p:spPr>
          <a:xfrm>
            <a:off x="865440" y="2997360"/>
            <a:ext cx="724428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340" strike="noStrike" u="none">
                <a:solidFill>
                  <a:schemeClr val="lt1"/>
                </a:solidFill>
                <a:effectLst/>
                <a:uFillTx/>
                <a:latin typeface="Roboto Lt"/>
                <a:ea typeface="思源黑体 CN Light"/>
              </a:rPr>
              <a:t>Little Potato Technology Co., Ltd</a:t>
            </a:r>
            <a:endParaRPr b="0" lang="en-US" sz="1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3"/>
          <p:cNvSpPr/>
          <p:nvPr/>
        </p:nvSpPr>
        <p:spPr>
          <a:xfrm>
            <a:off x="865440" y="4941720"/>
            <a:ext cx="347688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t">
            <a:spAutoFit/>
          </a:bodyPr>
          <a:p>
            <a:pPr defTabSz="914400">
              <a:lnSpc>
                <a:spcPct val="113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CN Normal"/>
                <a:ea typeface="思源黑体 CN Normal"/>
              </a:rPr>
              <a:t>{{contact_info}}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"/>
          <p:cNvSpPr/>
          <p:nvPr/>
        </p:nvSpPr>
        <p:spPr>
          <a:xfrm>
            <a:off x="720000" y="1557000"/>
            <a:ext cx="9079560" cy="12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zh-CN" sz="6400" strike="noStrike" u="none">
                <a:solidFill>
                  <a:schemeClr val="lt1"/>
                </a:solidFill>
                <a:effectLst/>
                <a:uFillTx/>
                <a:latin typeface="汉仪菱心体简"/>
                <a:ea typeface="汉仪菱心体简"/>
              </a:rPr>
              <a:t>感谢观看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6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1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1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1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1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1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1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13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1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1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1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1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1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1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1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16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1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1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1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1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1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1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1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2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2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2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2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2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2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2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2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2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2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2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2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28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28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LibreOffice/25.2.4.2$Windows_X86_64 LibreOffice_project/508ff62361999404a9d3590fe47df713b5888744</Application>
  <AppVersion>15.0000</AppVersion>
  <Words>2972</Words>
  <Paragraphs>330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2025-07-02T18:00:00Z</dcterms:created>
  <dc:creator/>
  <dc:description/>
  <dc:language>zh-CN</dc:language>
  <cp:lastModifiedBy/>
  <dcterms:modified xsi:type="dcterms:W3CDTF">2025-08-22T16:14:35Z</dcterms:modified>
  <cp:revision>83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885D72B1F10C4053A52D233ECED2A827_13</vt:lpwstr>
  </property>
  <property fmtid="{D5CDD505-2E9C-101B-9397-08002B2CF9AE}" pid="3" name="KSOProductBuildVer">
    <vt:lpwstr>2052-12.1.0.21915</vt:lpwstr>
  </property>
  <property fmtid="{D5CDD505-2E9C-101B-9397-08002B2CF9AE}" pid="4" name="Slides">
    <vt:i4>19</vt:i4>
  </property>
</Properties>
</file>