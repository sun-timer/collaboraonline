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  <Override PartName="/ppt/media/image2.png" ContentType="image/png"/>
  <Override PartName="/ppt/notesSlides/notesSlide3.xml" ContentType="application/vnd.openxmlformats-officedocument.presentationml.notesSlide+xml"/>
  <Override PartName="/ppt/notesSlides/_rels/notesSlide3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ffffff"/>
              </a:solidFill>
              <a:ln w="0">
                <a:noFill/>
              </a:ln>
            </c:spPr>
          </c:dPt>
          <c:dPt>
            <c:idx val="1"/>
            <c:spPr>
              <a:noFill/>
              <a:ln w="0">
                <a:solidFill>
                  <a:srgbClr val="d9d9d9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val>
            <c:numRef>
              <c:f>0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ffffff"/>
              </a:solidFill>
              <a:ln w="0">
                <a:noFill/>
              </a:ln>
            </c:spPr>
          </c:dPt>
          <c:dPt>
            <c:idx val="1"/>
            <c:spPr>
              <a:noFill/>
              <a:ln w="0">
                <a:solidFill>
                  <a:srgbClr val="d9d9d9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val>
            <c:numRef>
              <c:f>0</c:f>
              <c:numCache>
                <c:formatCode>General</c:formatCode>
                <c:ptCount val="2"/>
                <c:pt idx="0">
                  <c:v>38</c:v>
                </c:pt>
                <c:pt idx="1">
                  <c:v>62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ffffff"/>
              </a:solidFill>
              <a:ln w="0">
                <a:noFill/>
              </a:ln>
            </c:spPr>
          </c:dPt>
          <c:dPt>
            <c:idx val="1"/>
            <c:spPr>
              <a:noFill/>
              <a:ln w="0">
                <a:solidFill>
                  <a:srgbClr val="d9d9d9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val>
            <c:numRef>
              <c:f>0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ffffff"/>
              </a:solidFill>
              <a:ln w="0">
                <a:noFill/>
              </a:ln>
            </c:spPr>
          </c:dPt>
          <c:dPt>
            <c:idx val="1"/>
            <c:spPr>
              <a:noFill/>
              <a:ln w="0">
                <a:solidFill>
                  <a:srgbClr val="d9d9d9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</c:dLbls>
          <c:val>
            <c:numRef>
              <c:f>0</c:f>
              <c:numCache>
                <c:formatCode>General</c:formatCod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单击以移动幻灯片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zh-CN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&lt;页眉&gt;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11FD8D-C093-4919-B809-EEDA2DDCC3B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effectLst/>
              <a:uFillTx/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垂直排列标题与&#10;文本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第二级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第三级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第四级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第五级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第二级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第三级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第四级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第五级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bg>
      <p:bgPr>
        <a:gradFill rotWithShape="0">
          <a:gsLst>
            <a:gs pos="0">
              <a:srgbClr val="06b1f5"/>
            </a:gs>
            <a:gs pos="95000">
              <a:srgbClr val="b2d632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 Light"/>
                <a:ea typeface="宋体"/>
              </a:rPr>
              <a:t>单击此处编辑母版标题样式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rPr>
              <a:t>单击此处编辑母版文本样式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组合 37"/>
          <p:cNvGrpSpPr/>
          <p:nvPr/>
        </p:nvGrpSpPr>
        <p:grpSpPr>
          <a:xfrm>
            <a:off x="1947960" y="870480"/>
            <a:ext cx="137160" cy="137160"/>
            <a:chOff x="1947960" y="870480"/>
            <a:chExt cx="137160" cy="137160"/>
          </a:xfrm>
        </p:grpSpPr>
        <p:cxnSp>
          <p:nvCxnSpPr>
            <p:cNvPr id="66" name="直接连接符 35"/>
            <p:cNvCxnSpPr/>
            <p:nvPr/>
          </p:nvCxnSpPr>
          <p:spPr>
            <a:xfrm flipH="1">
              <a:off x="1947960" y="87048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67" name="直接连接符 36"/>
            <p:cNvCxnSpPr/>
            <p:nvPr/>
          </p:nvCxnSpPr>
          <p:spPr>
            <a:xfrm>
              <a:off x="1947960" y="87048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68" name="组合 38"/>
          <p:cNvGrpSpPr/>
          <p:nvPr/>
        </p:nvGrpSpPr>
        <p:grpSpPr>
          <a:xfrm>
            <a:off x="2298600" y="2196360"/>
            <a:ext cx="137160" cy="137160"/>
            <a:chOff x="2298600" y="2196360"/>
            <a:chExt cx="137160" cy="137160"/>
          </a:xfrm>
        </p:grpSpPr>
        <p:cxnSp>
          <p:nvCxnSpPr>
            <p:cNvPr id="69" name="直接连接符 39"/>
            <p:cNvCxnSpPr/>
            <p:nvPr/>
          </p:nvCxnSpPr>
          <p:spPr>
            <a:xfrm flipH="1">
              <a:off x="2298600" y="21963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70" name="直接连接符 40"/>
            <p:cNvCxnSpPr/>
            <p:nvPr/>
          </p:nvCxnSpPr>
          <p:spPr>
            <a:xfrm>
              <a:off x="2298600" y="21963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71" name="组合 41"/>
          <p:cNvGrpSpPr/>
          <p:nvPr/>
        </p:nvGrpSpPr>
        <p:grpSpPr>
          <a:xfrm>
            <a:off x="1153080" y="2135160"/>
            <a:ext cx="137160" cy="137160"/>
            <a:chOff x="1153080" y="2135160"/>
            <a:chExt cx="137160" cy="137160"/>
          </a:xfrm>
        </p:grpSpPr>
        <p:cxnSp>
          <p:nvCxnSpPr>
            <p:cNvPr id="72" name="直接连接符 42"/>
            <p:cNvCxnSpPr/>
            <p:nvPr/>
          </p:nvCxnSpPr>
          <p:spPr>
            <a:xfrm flipH="1">
              <a:off x="1153080" y="21351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73" name="直接连接符 43"/>
            <p:cNvCxnSpPr/>
            <p:nvPr/>
          </p:nvCxnSpPr>
          <p:spPr>
            <a:xfrm>
              <a:off x="1153080" y="21351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74" name="组合 44"/>
          <p:cNvGrpSpPr/>
          <p:nvPr/>
        </p:nvGrpSpPr>
        <p:grpSpPr>
          <a:xfrm>
            <a:off x="2229840" y="3811680"/>
            <a:ext cx="68760" cy="68760"/>
            <a:chOff x="2229840" y="3811680"/>
            <a:chExt cx="68760" cy="68760"/>
          </a:xfrm>
        </p:grpSpPr>
        <p:cxnSp>
          <p:nvCxnSpPr>
            <p:cNvPr id="75" name="直接连接符 45"/>
            <p:cNvCxnSpPr/>
            <p:nvPr/>
          </p:nvCxnSpPr>
          <p:spPr>
            <a:xfrm flipH="1">
              <a:off x="2229840" y="3811680"/>
              <a:ext cx="69120" cy="691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76" name="直接连接符 46"/>
            <p:cNvCxnSpPr/>
            <p:nvPr/>
          </p:nvCxnSpPr>
          <p:spPr>
            <a:xfrm>
              <a:off x="2229840" y="3811680"/>
              <a:ext cx="69120" cy="691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sp>
        <p:nvSpPr>
          <p:cNvPr id="77" name="Freeform 5"/>
          <p:cNvSpPr/>
          <p:nvPr/>
        </p:nvSpPr>
        <p:spPr>
          <a:xfrm>
            <a:off x="6510600" y="-143820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78" name="Freeform 5"/>
          <p:cNvSpPr/>
          <p:nvPr/>
        </p:nvSpPr>
        <p:spPr>
          <a:xfrm>
            <a:off x="7341480" y="-12988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79" name="Freeform 5"/>
          <p:cNvSpPr/>
          <p:nvPr/>
        </p:nvSpPr>
        <p:spPr>
          <a:xfrm>
            <a:off x="8152200" y="-8859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" name="Freeform 5"/>
          <p:cNvSpPr/>
          <p:nvPr/>
        </p:nvSpPr>
        <p:spPr>
          <a:xfrm>
            <a:off x="8795880" y="-24264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1" name="Freeform 5"/>
          <p:cNvSpPr/>
          <p:nvPr/>
        </p:nvSpPr>
        <p:spPr>
          <a:xfrm>
            <a:off x="9208800" y="5680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2" name="Freeform 5"/>
          <p:cNvSpPr/>
          <p:nvPr/>
        </p:nvSpPr>
        <p:spPr>
          <a:xfrm>
            <a:off x="9351360" y="146700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3" name="Freeform 5"/>
          <p:cNvSpPr/>
          <p:nvPr/>
        </p:nvSpPr>
        <p:spPr>
          <a:xfrm>
            <a:off x="9073440" y="21358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4" name="Freeform 5"/>
          <p:cNvSpPr/>
          <p:nvPr/>
        </p:nvSpPr>
        <p:spPr>
          <a:xfrm>
            <a:off x="8795880" y="31762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5" name="Freeform 5"/>
          <p:cNvSpPr/>
          <p:nvPr/>
        </p:nvSpPr>
        <p:spPr>
          <a:xfrm>
            <a:off x="3760200" y="21153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6" name="Freeform 5"/>
          <p:cNvSpPr/>
          <p:nvPr/>
        </p:nvSpPr>
        <p:spPr>
          <a:xfrm>
            <a:off x="7341480" y="42328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7" name="Freeform 5"/>
          <p:cNvSpPr/>
          <p:nvPr/>
        </p:nvSpPr>
        <p:spPr>
          <a:xfrm>
            <a:off x="6281280" y="45363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8" name="Freeform 5"/>
          <p:cNvSpPr/>
          <p:nvPr/>
        </p:nvSpPr>
        <p:spPr>
          <a:xfrm>
            <a:off x="5544000" y="42328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9" name="Freeform 5"/>
          <p:cNvSpPr/>
          <p:nvPr/>
        </p:nvSpPr>
        <p:spPr>
          <a:xfrm>
            <a:off x="4733280" y="38199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90" name="Freeform 5"/>
          <p:cNvSpPr/>
          <p:nvPr/>
        </p:nvSpPr>
        <p:spPr>
          <a:xfrm>
            <a:off x="3515400" y="32205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91" name="Freeform 5"/>
          <p:cNvSpPr/>
          <p:nvPr/>
        </p:nvSpPr>
        <p:spPr>
          <a:xfrm>
            <a:off x="4316760" y="22726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92" name="Freeform 5"/>
          <p:cNvSpPr/>
          <p:nvPr/>
        </p:nvSpPr>
        <p:spPr>
          <a:xfrm>
            <a:off x="3515400" y="11674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93" name="Freeform 5"/>
          <p:cNvSpPr/>
          <p:nvPr/>
        </p:nvSpPr>
        <p:spPr>
          <a:xfrm>
            <a:off x="2967120" y="5680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94" name="Freeform 5"/>
          <p:cNvSpPr/>
          <p:nvPr/>
        </p:nvSpPr>
        <p:spPr>
          <a:xfrm>
            <a:off x="4100040" y="-5904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95" name="Freeform 5"/>
          <p:cNvSpPr/>
          <p:nvPr/>
        </p:nvSpPr>
        <p:spPr>
          <a:xfrm>
            <a:off x="4354920" y="-108612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96" name="Freeform 5"/>
          <p:cNvSpPr/>
          <p:nvPr/>
        </p:nvSpPr>
        <p:spPr>
          <a:xfrm>
            <a:off x="3563280" y="-192240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97" name="文本框 73"/>
          <p:cNvSpPr/>
          <p:nvPr/>
        </p:nvSpPr>
        <p:spPr>
          <a:xfrm>
            <a:off x="6138720" y="2188800"/>
            <a:ext cx="5761800" cy="82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4800" strike="noStrike" u="none">
                <a:solidFill>
                  <a:srgbClr val="3099d6"/>
                </a:solidFill>
                <a:effectLst/>
                <a:uFillTx/>
                <a:latin typeface="微软雅黑"/>
                <a:ea typeface="微软雅黑"/>
              </a:rPr>
              <a:t>{{title}} 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文本框 12"/>
          <p:cNvSpPr/>
          <p:nvPr/>
        </p:nvSpPr>
        <p:spPr>
          <a:xfrm>
            <a:off x="6138720" y="3746160"/>
            <a:ext cx="57103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  <a:ea typeface="宋体"/>
              </a:rPr>
              <a:t>{{subtitle}}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文本框 12"/>
          <p:cNvSpPr/>
          <p:nvPr/>
        </p:nvSpPr>
        <p:spPr>
          <a:xfrm>
            <a:off x="6448320" y="5603760"/>
            <a:ext cx="2346480" cy="438120"/>
          </a:xfrm>
          <a:prstGeom prst="roundRect">
            <a:avLst>
              <a:gd name="adj" fmla="val 16667"/>
            </a:avLst>
          </a:prstGeom>
          <a:solidFill>
            <a:srgbClr val="3099d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6000" rIns="216000" tIns="71640" bIns="4716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HarmonyOS Sans SC"/>
              <a:ea typeface="HarmonyOS Sans SC"/>
            </a:endParaRPr>
          </a:p>
        </p:txBody>
      </p:sp>
      <p:sp>
        <p:nvSpPr>
          <p:cNvPr id="100" name="文本框 1"/>
          <p:cNvSpPr/>
          <p:nvPr/>
        </p:nvSpPr>
        <p:spPr>
          <a:xfrm>
            <a:off x="6510600" y="5643360"/>
            <a:ext cx="2130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微软雅黑"/>
                <a:ea typeface="微软雅黑"/>
              </a:rPr>
              <a:t>{{author}}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文本框 2"/>
          <p:cNvSpPr/>
          <p:nvPr/>
        </p:nvSpPr>
        <p:spPr>
          <a:xfrm>
            <a:off x="9073440" y="5603760"/>
            <a:ext cx="2346480" cy="438120"/>
          </a:xfrm>
          <a:prstGeom prst="roundRect">
            <a:avLst>
              <a:gd name="adj" fmla="val 16667"/>
            </a:avLst>
          </a:prstGeom>
          <a:solidFill>
            <a:srgbClr val="3099d6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6000" rIns="216000" tIns="71640" bIns="4716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HarmonyOS Sans SC"/>
              <a:ea typeface="HarmonyOS Sans SC"/>
            </a:endParaRPr>
          </a:p>
        </p:txBody>
      </p:sp>
      <p:sp>
        <p:nvSpPr>
          <p:cNvPr id="102" name="文本框 3"/>
          <p:cNvSpPr/>
          <p:nvPr/>
        </p:nvSpPr>
        <p:spPr>
          <a:xfrm>
            <a:off x="9135720" y="5643360"/>
            <a:ext cx="2130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微软雅黑"/>
                <a:ea typeface="微软雅黑"/>
              </a:rPr>
              <a:t>{{date}}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组合 2"/>
          <p:cNvGrpSpPr/>
          <p:nvPr/>
        </p:nvGrpSpPr>
        <p:grpSpPr>
          <a:xfrm>
            <a:off x="-2319480" y="481320"/>
            <a:ext cx="6230160" cy="5895000"/>
            <a:chOff x="-2319480" y="481320"/>
            <a:chExt cx="6230160" cy="5895000"/>
          </a:xfrm>
        </p:grpSpPr>
        <p:sp>
          <p:nvSpPr>
            <p:cNvPr id="104" name="Freeform 5"/>
            <p:cNvSpPr/>
            <p:nvPr/>
          </p:nvSpPr>
          <p:spPr>
            <a:xfrm>
              <a:off x="-663840" y="70776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05" name="Freeform 5"/>
            <p:cNvSpPr/>
            <p:nvPr/>
          </p:nvSpPr>
          <p:spPr>
            <a:xfrm>
              <a:off x="-275760" y="77256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06" name="Freeform 5"/>
            <p:cNvSpPr/>
            <p:nvPr/>
          </p:nvSpPr>
          <p:spPr>
            <a:xfrm>
              <a:off x="102960" y="96552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07" name="Freeform 5"/>
            <p:cNvSpPr/>
            <p:nvPr/>
          </p:nvSpPr>
          <p:spPr>
            <a:xfrm>
              <a:off x="403560" y="126612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08" name="Freeform 5"/>
            <p:cNvSpPr/>
            <p:nvPr/>
          </p:nvSpPr>
          <p:spPr>
            <a:xfrm>
              <a:off x="596520" y="164484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09" name="Freeform 5"/>
            <p:cNvSpPr/>
            <p:nvPr/>
          </p:nvSpPr>
          <p:spPr>
            <a:xfrm>
              <a:off x="663120" y="206496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0" name="Freeform 5"/>
            <p:cNvSpPr/>
            <p:nvPr/>
          </p:nvSpPr>
          <p:spPr>
            <a:xfrm>
              <a:off x="533520" y="237744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1" name="Freeform 5"/>
            <p:cNvSpPr/>
            <p:nvPr/>
          </p:nvSpPr>
          <p:spPr>
            <a:xfrm>
              <a:off x="403560" y="286344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2" name="Freeform 5"/>
            <p:cNvSpPr/>
            <p:nvPr/>
          </p:nvSpPr>
          <p:spPr>
            <a:xfrm>
              <a:off x="-1949040" y="236772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3" name="Freeform 5"/>
            <p:cNvSpPr/>
            <p:nvPr/>
          </p:nvSpPr>
          <p:spPr>
            <a:xfrm>
              <a:off x="-275760" y="335700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4" name="Freeform 5"/>
            <p:cNvSpPr/>
            <p:nvPr/>
          </p:nvSpPr>
          <p:spPr>
            <a:xfrm>
              <a:off x="-771120" y="349884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5" name="Freeform 5"/>
            <p:cNvSpPr/>
            <p:nvPr/>
          </p:nvSpPr>
          <p:spPr>
            <a:xfrm>
              <a:off x="-1115640" y="335700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6" name="Freeform 5"/>
            <p:cNvSpPr/>
            <p:nvPr/>
          </p:nvSpPr>
          <p:spPr>
            <a:xfrm>
              <a:off x="-1494360" y="316404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7" name="Freeform 5"/>
            <p:cNvSpPr/>
            <p:nvPr/>
          </p:nvSpPr>
          <p:spPr>
            <a:xfrm>
              <a:off x="-2063520" y="288396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8" name="Freeform 5"/>
            <p:cNvSpPr/>
            <p:nvPr/>
          </p:nvSpPr>
          <p:spPr>
            <a:xfrm>
              <a:off x="-1689120" y="244116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19" name="Freeform 5"/>
            <p:cNvSpPr/>
            <p:nvPr/>
          </p:nvSpPr>
          <p:spPr>
            <a:xfrm>
              <a:off x="-2063520" y="192492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20" name="Freeform 5"/>
            <p:cNvSpPr/>
            <p:nvPr/>
          </p:nvSpPr>
          <p:spPr>
            <a:xfrm>
              <a:off x="-2319480" y="164484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21" name="Freeform 5"/>
            <p:cNvSpPr/>
            <p:nvPr/>
          </p:nvSpPr>
          <p:spPr>
            <a:xfrm>
              <a:off x="-1790280" y="135180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22" name="Freeform 5"/>
            <p:cNvSpPr/>
            <p:nvPr/>
          </p:nvSpPr>
          <p:spPr>
            <a:xfrm>
              <a:off x="-1671120" y="87228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23" name="Freeform 5"/>
            <p:cNvSpPr/>
            <p:nvPr/>
          </p:nvSpPr>
          <p:spPr>
            <a:xfrm>
              <a:off x="-2041200" y="481320"/>
              <a:ext cx="3247560" cy="2877480"/>
            </a:xfrm>
            <a:custGeom>
              <a:avLst/>
              <a:gdLst>
                <a:gd name="textAreaLeft" fmla="*/ 0 w 3247560"/>
                <a:gd name="textAreaRight" fmla="*/ 3247920 w 3247560"/>
                <a:gd name="textAreaTop" fmla="*/ 0 h 2877480"/>
                <a:gd name="textAreaBottom" fmla="*/ 2877840 h 287748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sp>
        <p:nvSpPr>
          <p:cNvPr id="124" name="文本框 55"/>
          <p:cNvSpPr/>
          <p:nvPr/>
        </p:nvSpPr>
        <p:spPr>
          <a:xfrm>
            <a:off x="280440" y="2367000"/>
            <a:ext cx="3783240" cy="21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6600" strike="noStrike" u="none">
                <a:solidFill>
                  <a:srgbClr val="3099d6"/>
                </a:solidFill>
                <a:effectLst/>
                <a:uFillTx/>
                <a:latin typeface="微软雅黑"/>
                <a:ea typeface="微软雅黑"/>
              </a:rPr>
              <a:t>CON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6600" strike="noStrike" u="none">
                <a:solidFill>
                  <a:srgbClr val="3099d6"/>
                </a:solidFill>
                <a:effectLst/>
                <a:uFillTx/>
                <a:latin typeface="微软雅黑"/>
                <a:ea typeface="微软雅黑"/>
              </a:rPr>
              <a:t>TENTS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文本框 56"/>
          <p:cNvSpPr/>
          <p:nvPr/>
        </p:nvSpPr>
        <p:spPr>
          <a:xfrm>
            <a:off x="4368960" y="772920"/>
            <a:ext cx="72190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{{toc_content}}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组合 50"/>
          <p:cNvGrpSpPr/>
          <p:nvPr/>
        </p:nvGrpSpPr>
        <p:grpSpPr>
          <a:xfrm>
            <a:off x="3698280" y="295200"/>
            <a:ext cx="4752720" cy="40373640"/>
            <a:chOff x="3698280" y="295200"/>
            <a:chExt cx="4752720" cy="40373640"/>
          </a:xfrm>
        </p:grpSpPr>
        <p:grpSp>
          <p:nvGrpSpPr>
            <p:cNvPr id="127" name="组合 46"/>
            <p:cNvGrpSpPr/>
            <p:nvPr/>
          </p:nvGrpSpPr>
          <p:grpSpPr>
            <a:xfrm>
              <a:off x="3698280" y="295200"/>
              <a:ext cx="4752720" cy="4219920"/>
              <a:chOff x="3698280" y="295200"/>
              <a:chExt cx="4752720" cy="4219920"/>
            </a:xfrm>
          </p:grpSpPr>
          <p:sp>
            <p:nvSpPr>
              <p:cNvPr id="128" name="Freeform 5"/>
              <p:cNvSpPr/>
              <p:nvPr/>
            </p:nvSpPr>
            <p:spPr>
              <a:xfrm rot="19721400">
                <a:off x="4533840" y="779760"/>
                <a:ext cx="2481480" cy="2198520"/>
              </a:xfrm>
              <a:custGeom>
                <a:avLst/>
                <a:gdLst>
                  <a:gd name="textAreaLeft" fmla="*/ 0 w 2481480"/>
                  <a:gd name="textAreaRight" fmla="*/ 2481840 w 2481480"/>
                  <a:gd name="textAreaTop" fmla="*/ 0 h 2198520"/>
                  <a:gd name="textAreaBottom" fmla="*/ 2198880 h 219852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29" name="Freeform 5"/>
              <p:cNvSpPr/>
              <p:nvPr/>
            </p:nvSpPr>
            <p:spPr>
              <a:xfrm rot="1976400">
                <a:off x="5417280" y="779400"/>
                <a:ext cx="2082240" cy="2198520"/>
              </a:xfrm>
              <a:custGeom>
                <a:avLst/>
                <a:gdLst>
                  <a:gd name="textAreaLeft" fmla="*/ 0 w 2082240"/>
                  <a:gd name="textAreaRight" fmla="*/ 2082600 w 2082240"/>
                  <a:gd name="textAreaTop" fmla="*/ 0 h 2198520"/>
                  <a:gd name="textAreaBottom" fmla="*/ 2198880 h 219852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30" name="Freeform 5"/>
              <p:cNvSpPr/>
              <p:nvPr/>
            </p:nvSpPr>
            <p:spPr>
              <a:xfrm rot="3250200">
                <a:off x="5759640" y="779400"/>
                <a:ext cx="2082240" cy="2198520"/>
              </a:xfrm>
              <a:custGeom>
                <a:avLst/>
                <a:gdLst>
                  <a:gd name="textAreaLeft" fmla="*/ 0 w 2082240"/>
                  <a:gd name="textAreaRight" fmla="*/ 2082600 w 2082240"/>
                  <a:gd name="textAreaTop" fmla="*/ 0 h 2198520"/>
                  <a:gd name="textAreaBottom" fmla="*/ 2198880 h 219852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1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grpSp>
            <p:nvGrpSpPr>
              <p:cNvPr id="131" name="组合 45"/>
              <p:cNvGrpSpPr/>
              <p:nvPr/>
            </p:nvGrpSpPr>
            <p:grpSpPr>
              <a:xfrm>
                <a:off x="3698280" y="514080"/>
                <a:ext cx="4752720" cy="4001040"/>
                <a:chOff x="3698280" y="514080"/>
                <a:chExt cx="4752720" cy="4001040"/>
              </a:xfrm>
            </p:grpSpPr>
            <p:sp>
              <p:nvSpPr>
                <p:cNvPr id="132" name="Freeform 5"/>
                <p:cNvSpPr/>
                <p:nvPr/>
              </p:nvSpPr>
              <p:spPr>
                <a:xfrm rot="20533200">
                  <a:off x="4875840" y="95652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33" name="Freeform 5"/>
                <p:cNvSpPr/>
                <p:nvPr/>
              </p:nvSpPr>
              <p:spPr>
                <a:xfrm rot="20388000">
                  <a:off x="4534200" y="90360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34" name="Freeform 5"/>
                <p:cNvSpPr/>
                <p:nvPr/>
              </p:nvSpPr>
              <p:spPr>
                <a:xfrm rot="20533200">
                  <a:off x="4875840" y="108036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35" name="Freeform 5"/>
                <p:cNvSpPr/>
                <p:nvPr/>
              </p:nvSpPr>
              <p:spPr>
                <a:xfrm rot="1976400">
                  <a:off x="5417280" y="90324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36" name="Freeform 5"/>
                <p:cNvSpPr/>
                <p:nvPr/>
              </p:nvSpPr>
              <p:spPr>
                <a:xfrm rot="3757800">
                  <a:off x="5759280" y="90324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37" name="Freeform 5"/>
                <p:cNvSpPr/>
                <p:nvPr/>
              </p:nvSpPr>
              <p:spPr>
                <a:xfrm rot="21090000">
                  <a:off x="4533840" y="120420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38" name="Freeform 5"/>
                <p:cNvSpPr/>
                <p:nvPr/>
              </p:nvSpPr>
              <p:spPr>
                <a:xfrm rot="20533200">
                  <a:off x="4875840" y="120456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39" name="Freeform 5"/>
                <p:cNvSpPr/>
                <p:nvPr/>
              </p:nvSpPr>
              <p:spPr>
                <a:xfrm rot="1976400">
                  <a:off x="5417280" y="102708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0" name="Freeform 5"/>
                <p:cNvSpPr/>
                <p:nvPr/>
              </p:nvSpPr>
              <p:spPr>
                <a:xfrm rot="2876400">
                  <a:off x="5759640" y="102744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1" name="Freeform 5"/>
                <p:cNvSpPr/>
                <p:nvPr/>
              </p:nvSpPr>
              <p:spPr>
                <a:xfrm rot="20388000">
                  <a:off x="4534200" y="115164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2" name="Freeform 5"/>
                <p:cNvSpPr/>
                <p:nvPr/>
              </p:nvSpPr>
              <p:spPr>
                <a:xfrm rot="20533200">
                  <a:off x="4875840" y="132840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3" name="Freeform 5"/>
                <p:cNvSpPr/>
                <p:nvPr/>
              </p:nvSpPr>
              <p:spPr>
                <a:xfrm rot="20388000">
                  <a:off x="4437720" y="155088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4" name="Freeform 5"/>
                <p:cNvSpPr/>
                <p:nvPr/>
              </p:nvSpPr>
              <p:spPr>
                <a:xfrm rot="3757800">
                  <a:off x="5954760" y="130176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5" name="Freeform 5"/>
                <p:cNvSpPr/>
                <p:nvPr/>
              </p:nvSpPr>
              <p:spPr>
                <a:xfrm rot="20388000">
                  <a:off x="4534200" y="127548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6" name="Freeform 5"/>
                <p:cNvSpPr/>
                <p:nvPr/>
              </p:nvSpPr>
              <p:spPr>
                <a:xfrm rot="20533200">
                  <a:off x="4875840" y="145224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7" name="Freeform 5"/>
                <p:cNvSpPr/>
                <p:nvPr/>
              </p:nvSpPr>
              <p:spPr>
                <a:xfrm rot="1976400">
                  <a:off x="5417280" y="127512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8" name="Freeform 5"/>
                <p:cNvSpPr/>
                <p:nvPr/>
              </p:nvSpPr>
              <p:spPr>
                <a:xfrm rot="3757800">
                  <a:off x="5759280" y="127512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49" name="Freeform 5"/>
                <p:cNvSpPr/>
                <p:nvPr/>
              </p:nvSpPr>
              <p:spPr>
                <a:xfrm rot="20388000">
                  <a:off x="4534200" y="139968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0" name="Freeform 5"/>
                <p:cNvSpPr/>
                <p:nvPr/>
              </p:nvSpPr>
              <p:spPr>
                <a:xfrm rot="20533200">
                  <a:off x="4875840" y="157608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1" name="Freeform 5"/>
                <p:cNvSpPr/>
                <p:nvPr/>
              </p:nvSpPr>
              <p:spPr>
                <a:xfrm rot="1976400">
                  <a:off x="5417280" y="139896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2" name="Freeform 5"/>
                <p:cNvSpPr/>
                <p:nvPr/>
              </p:nvSpPr>
              <p:spPr>
                <a:xfrm rot="3757800">
                  <a:off x="5836320" y="185904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3" name="Freeform 5"/>
                <p:cNvSpPr/>
                <p:nvPr/>
              </p:nvSpPr>
              <p:spPr>
                <a:xfrm rot="20388000">
                  <a:off x="4534200" y="152352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4" name="Freeform 5"/>
                <p:cNvSpPr/>
                <p:nvPr/>
              </p:nvSpPr>
              <p:spPr>
                <a:xfrm rot="20533200">
                  <a:off x="4875840" y="170028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5" name="Freeform 5"/>
                <p:cNvSpPr/>
                <p:nvPr/>
              </p:nvSpPr>
              <p:spPr>
                <a:xfrm rot="4993800">
                  <a:off x="5736960" y="152316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6" name="Freeform 5"/>
                <p:cNvSpPr/>
                <p:nvPr/>
              </p:nvSpPr>
              <p:spPr>
                <a:xfrm rot="20388000">
                  <a:off x="4242240" y="126180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7" name="Freeform 5"/>
                <p:cNvSpPr/>
                <p:nvPr/>
              </p:nvSpPr>
              <p:spPr>
                <a:xfrm rot="20388000">
                  <a:off x="4534200" y="164736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8" name="Freeform 5"/>
                <p:cNvSpPr/>
                <p:nvPr/>
              </p:nvSpPr>
              <p:spPr>
                <a:xfrm rot="20533200">
                  <a:off x="4948200" y="1824120"/>
                  <a:ext cx="2336760" cy="1845000"/>
                </a:xfrm>
                <a:custGeom>
                  <a:avLst/>
                  <a:gdLst>
                    <a:gd name="textAreaLeft" fmla="*/ 0 w 2336760"/>
                    <a:gd name="textAreaRight" fmla="*/ 2337120 w 233676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59" name="Freeform 5"/>
                <p:cNvSpPr/>
                <p:nvPr/>
              </p:nvSpPr>
              <p:spPr>
                <a:xfrm rot="1976400">
                  <a:off x="5338800" y="1927080"/>
                  <a:ext cx="2082240" cy="2198520"/>
                </a:xfrm>
                <a:custGeom>
                  <a:avLst/>
                  <a:gdLst>
                    <a:gd name="textAreaLeft" fmla="*/ 0 w 2082240"/>
                    <a:gd name="textAreaRight" fmla="*/ 2082600 w 208224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60" name="Freeform 5"/>
                <p:cNvSpPr/>
                <p:nvPr/>
              </p:nvSpPr>
              <p:spPr>
                <a:xfrm>
                  <a:off x="4752720" y="200232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61" name="Freeform 5"/>
                <p:cNvSpPr/>
                <p:nvPr/>
              </p:nvSpPr>
              <p:spPr>
                <a:xfrm rot="1976400">
                  <a:off x="4096440" y="1261800"/>
                  <a:ext cx="2481480" cy="219852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2198520"/>
                    <a:gd name="textAreaBottom" fmla="*/ 2198880 h 219852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  <p:sp>
              <p:nvSpPr>
                <p:cNvPr id="162" name="Freeform 5"/>
                <p:cNvSpPr/>
                <p:nvPr/>
              </p:nvSpPr>
              <p:spPr>
                <a:xfrm rot="19703400">
                  <a:off x="4236480" y="1834920"/>
                  <a:ext cx="2481480" cy="1845000"/>
                </a:xfrm>
                <a:custGeom>
                  <a:avLst/>
                  <a:gdLst>
                    <a:gd name="textAreaLeft" fmla="*/ 0 w 2481480"/>
                    <a:gd name="textAreaRight" fmla="*/ 2481840 w 2481480"/>
                    <a:gd name="textAreaTop" fmla="*/ 0 h 1845000"/>
                    <a:gd name="textAreaBottom" fmla="*/ 1845360 h 1845000"/>
                    <a:gd name="GluePoint1X" fmla="*/ 407 w 1375"/>
                    <a:gd name="GluePoint1Y" fmla="*/ 1218 h 1218"/>
                    <a:gd name="GluePoint2X" fmla="*/ 299 w 1375"/>
                    <a:gd name="GluePoint2Y" fmla="*/ 1156 h 1218"/>
                    <a:gd name="GluePoint3X" fmla="*/ 19 w 1375"/>
                    <a:gd name="GluePoint3Y" fmla="*/ 671 h 1218"/>
                    <a:gd name="GluePoint4X" fmla="*/ 19 w 1375"/>
                    <a:gd name="GluePoint4Y" fmla="*/ 547 h 1218"/>
                    <a:gd name="GluePoint5X" fmla="*/ 299 w 1375"/>
                    <a:gd name="GluePoint5Y" fmla="*/ 62 h 1218"/>
                    <a:gd name="GluePoint6X" fmla="*/ 407 w 1375"/>
                    <a:gd name="GluePoint6Y" fmla="*/ 0 h 1218"/>
                    <a:gd name="GluePoint7X" fmla="*/ 967 w 1375"/>
                    <a:gd name="GluePoint7Y" fmla="*/ 0 h 1218"/>
                    <a:gd name="GluePoint8X" fmla="*/ 1075 w 1375"/>
                    <a:gd name="GluePoint8Y" fmla="*/ 62 h 1218"/>
                    <a:gd name="GluePoint9X" fmla="*/ 1355 w 1375"/>
                    <a:gd name="GluePoint9Y" fmla="*/ 547 h 1218"/>
                    <a:gd name="GluePoint10X" fmla="*/ 1355 w 1375"/>
                    <a:gd name="GluePoint10Y" fmla="*/ 671 h 1218"/>
                    <a:gd name="GluePoint11X" fmla="*/ 1075 w 1375"/>
                    <a:gd name="GluePoint11Y" fmla="*/ 1156 h 1218"/>
                    <a:gd name="GluePoint12X" fmla="*/ 967 w 1375"/>
                    <a:gd name="GluePoint12Y" fmla="*/ 1218 h 1218"/>
                    <a:gd name="GluePoint13X" fmla="*/ 407 w 1375"/>
                    <a:gd name="GluePoint13Y" fmla="*/ 1218 h 121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</a:cxnLst>
                  <a:rect l="textAreaLeft" t="textAreaTop" r="textAreaRight" b="textAreaBottom"/>
                  <a:pathLst>
                    <a:path w="1375" h="1218">
                      <a:moveTo>
                        <a:pt x="407" y="1218"/>
                      </a:moveTo>
                      <a:cubicBezTo>
                        <a:pt x="368" y="1218"/>
                        <a:pt x="319" y="1190"/>
                        <a:pt x="299" y="1156"/>
                      </a:cubicBezTo>
                      <a:cubicBezTo>
                        <a:pt x="19" y="671"/>
                        <a:pt x="19" y="671"/>
                        <a:pt x="19" y="671"/>
                      </a:cubicBezTo>
                      <a:cubicBezTo>
                        <a:pt x="0" y="637"/>
                        <a:pt x="0" y="581"/>
                        <a:pt x="19" y="547"/>
                      </a:cubicBezTo>
                      <a:cubicBezTo>
                        <a:pt x="299" y="62"/>
                        <a:pt x="299" y="62"/>
                        <a:pt x="299" y="62"/>
                      </a:cubicBezTo>
                      <a:cubicBezTo>
                        <a:pt x="319" y="28"/>
                        <a:pt x="368" y="0"/>
                        <a:pt x="407" y="0"/>
                      </a:cubicBezTo>
                      <a:cubicBezTo>
                        <a:pt x="967" y="0"/>
                        <a:pt x="967" y="0"/>
                        <a:pt x="967" y="0"/>
                      </a:cubicBezTo>
                      <a:cubicBezTo>
                        <a:pt x="1007" y="0"/>
                        <a:pt x="1055" y="28"/>
                        <a:pt x="1075" y="62"/>
                      </a:cubicBezTo>
                      <a:cubicBezTo>
                        <a:pt x="1355" y="547"/>
                        <a:pt x="1355" y="547"/>
                        <a:pt x="1355" y="547"/>
                      </a:cubicBezTo>
                      <a:cubicBezTo>
                        <a:pt x="1375" y="581"/>
                        <a:pt x="1375" y="637"/>
                        <a:pt x="1355" y="671"/>
                      </a:cubicBezTo>
                      <a:cubicBezTo>
                        <a:pt x="1075" y="1156"/>
                        <a:pt x="1075" y="1156"/>
                        <a:pt x="1075" y="1156"/>
                      </a:cubicBezTo>
                      <a:cubicBezTo>
                        <a:pt x="1055" y="1190"/>
                        <a:pt x="1007" y="1218"/>
                        <a:pt x="967" y="1218"/>
                      </a:cubicBezTo>
                      <a:lnTo>
                        <a:pt x="407" y="1218"/>
                      </a:lnTo>
                      <a:close/>
                    </a:path>
                  </a:pathLst>
                </a:custGeom>
                <a:solidFill>
                  <a:schemeClr val="lt1">
                    <a:alpha val="3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pPr defTabSz="914400">
                    <a:lnSpc>
                      <a:spcPct val="100000"/>
                    </a:lnSpc>
                  </a:pPr>
                  <a:endParaRPr b="0" lang="en-US" sz="1800" strike="noStrike" u="none">
                    <a:solidFill>
                      <a:schemeClr val="dk1"/>
                    </a:solidFill>
                    <a:effectLst/>
                    <a:uFillTx/>
                    <a:latin typeface="Calibri"/>
                    <a:ea typeface="宋体"/>
                  </a:endParaRPr>
                </a:p>
              </p:txBody>
            </p:sp>
          </p:grpSp>
        </p:grpSp>
        <p:sp>
          <p:nvSpPr>
            <p:cNvPr id="163" name="文本框 44"/>
            <p:cNvSpPr/>
            <p:nvPr/>
          </p:nvSpPr>
          <p:spPr>
            <a:xfrm>
              <a:off x="4705920" y="765720"/>
              <a:ext cx="2780280" cy="399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1" lang="en-US" sz="19900" strike="noStrike" u="none">
                  <a:solidFill>
                    <a:srgbClr val="3099d6"/>
                  </a:solidFill>
                  <a:effectLst/>
                  <a:uFillTx/>
                  <a:latin typeface="微软雅黑"/>
                  <a:ea typeface="微软雅黑"/>
                </a:rPr>
                <a:t>{{section_number}}</a:t>
              </a:r>
              <a:endParaRPr b="0" lang="en-US" sz="19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4" name="文本框 48"/>
          <p:cNvSpPr/>
          <p:nvPr/>
        </p:nvSpPr>
        <p:spPr>
          <a:xfrm>
            <a:off x="1393200" y="4714560"/>
            <a:ext cx="9405720" cy="58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文本框 12"/>
          <p:cNvSpPr/>
          <p:nvPr/>
        </p:nvSpPr>
        <p:spPr>
          <a:xfrm>
            <a:off x="2613600" y="5398560"/>
            <a:ext cx="696420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宋体"/>
              </a:rPr>
              <a:t>{{section_overview}}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组合 51"/>
          <p:cNvGrpSpPr/>
          <p:nvPr/>
        </p:nvGrpSpPr>
        <p:grpSpPr>
          <a:xfrm>
            <a:off x="1153080" y="2135160"/>
            <a:ext cx="137160" cy="137160"/>
            <a:chOff x="1153080" y="2135160"/>
            <a:chExt cx="137160" cy="137160"/>
          </a:xfrm>
        </p:grpSpPr>
        <p:cxnSp>
          <p:nvCxnSpPr>
            <p:cNvPr id="167" name="直接连接符 52"/>
            <p:cNvCxnSpPr/>
            <p:nvPr/>
          </p:nvCxnSpPr>
          <p:spPr>
            <a:xfrm flipH="1">
              <a:off x="1153080" y="21351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168" name="直接连接符 53"/>
            <p:cNvCxnSpPr/>
            <p:nvPr/>
          </p:nvCxnSpPr>
          <p:spPr>
            <a:xfrm>
              <a:off x="1153080" y="21351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169" name="组合 54"/>
          <p:cNvGrpSpPr/>
          <p:nvPr/>
        </p:nvGrpSpPr>
        <p:grpSpPr>
          <a:xfrm>
            <a:off x="2143800" y="1252800"/>
            <a:ext cx="137160" cy="137160"/>
            <a:chOff x="2143800" y="1252800"/>
            <a:chExt cx="137160" cy="137160"/>
          </a:xfrm>
        </p:grpSpPr>
        <p:cxnSp>
          <p:nvCxnSpPr>
            <p:cNvPr id="170" name="直接连接符 55"/>
            <p:cNvCxnSpPr/>
            <p:nvPr/>
          </p:nvCxnSpPr>
          <p:spPr>
            <a:xfrm flipH="1">
              <a:off x="2143800" y="125280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171" name="直接连接符 56"/>
            <p:cNvCxnSpPr/>
            <p:nvPr/>
          </p:nvCxnSpPr>
          <p:spPr>
            <a:xfrm>
              <a:off x="2143800" y="125280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172" name="组合 57"/>
          <p:cNvGrpSpPr/>
          <p:nvPr/>
        </p:nvGrpSpPr>
        <p:grpSpPr>
          <a:xfrm>
            <a:off x="2544840" y="3079440"/>
            <a:ext cx="137160" cy="137160"/>
            <a:chOff x="2544840" y="3079440"/>
            <a:chExt cx="137160" cy="137160"/>
          </a:xfrm>
        </p:grpSpPr>
        <p:cxnSp>
          <p:nvCxnSpPr>
            <p:cNvPr id="173" name="直接连接符 58"/>
            <p:cNvCxnSpPr/>
            <p:nvPr/>
          </p:nvCxnSpPr>
          <p:spPr>
            <a:xfrm flipH="1">
              <a:off x="2544840" y="307944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174" name="直接连接符 59"/>
            <p:cNvCxnSpPr/>
            <p:nvPr/>
          </p:nvCxnSpPr>
          <p:spPr>
            <a:xfrm>
              <a:off x="2544840" y="307944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175" name="组合 60"/>
          <p:cNvGrpSpPr/>
          <p:nvPr/>
        </p:nvGrpSpPr>
        <p:grpSpPr>
          <a:xfrm>
            <a:off x="10661760" y="1318680"/>
            <a:ext cx="137160" cy="137160"/>
            <a:chOff x="10661760" y="1318680"/>
            <a:chExt cx="137160" cy="137160"/>
          </a:xfrm>
        </p:grpSpPr>
        <p:cxnSp>
          <p:nvCxnSpPr>
            <p:cNvPr id="176" name="直接连接符 61"/>
            <p:cNvCxnSpPr/>
            <p:nvPr/>
          </p:nvCxnSpPr>
          <p:spPr>
            <a:xfrm flipH="1">
              <a:off x="10661760" y="131868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177" name="直接连接符 62"/>
            <p:cNvCxnSpPr/>
            <p:nvPr/>
          </p:nvCxnSpPr>
          <p:spPr>
            <a:xfrm>
              <a:off x="10661760" y="131868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178" name="组合 63"/>
          <p:cNvGrpSpPr/>
          <p:nvPr/>
        </p:nvGrpSpPr>
        <p:grpSpPr>
          <a:xfrm>
            <a:off x="9210240" y="3511800"/>
            <a:ext cx="104040" cy="104040"/>
            <a:chOff x="9210240" y="3511800"/>
            <a:chExt cx="104040" cy="104040"/>
          </a:xfrm>
        </p:grpSpPr>
        <p:cxnSp>
          <p:nvCxnSpPr>
            <p:cNvPr id="179" name="直接连接符 64"/>
            <p:cNvCxnSpPr/>
            <p:nvPr/>
          </p:nvCxnSpPr>
          <p:spPr>
            <a:xfrm flipH="1">
              <a:off x="9210240" y="3511800"/>
              <a:ext cx="104400" cy="10440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180" name="直接连接符 65"/>
            <p:cNvCxnSpPr/>
            <p:nvPr/>
          </p:nvCxnSpPr>
          <p:spPr>
            <a:xfrm>
              <a:off x="9210240" y="3511800"/>
              <a:ext cx="104400" cy="10440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3"/>
          <p:cNvSpPr/>
          <p:nvPr/>
        </p:nvSpPr>
        <p:spPr>
          <a:xfrm>
            <a:off x="0" y="2463480"/>
            <a:ext cx="12202560" cy="1580040"/>
          </a:xfrm>
          <a:prstGeom prst="rect">
            <a:avLst/>
          </a:prstGeom>
          <a:solidFill>
            <a:schemeClr val="lt1">
              <a:alpha val="30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2000" strike="noStrike" u="none">
              <a:solidFill>
                <a:srgbClr val="3099d6"/>
              </a:solidFill>
              <a:effectLst/>
              <a:uFillTx/>
              <a:latin typeface="Roboto condensed light"/>
              <a:ea typeface="宋体"/>
            </a:endParaRPr>
          </a:p>
        </p:txBody>
      </p:sp>
      <p:sp>
        <p:nvSpPr>
          <p:cNvPr id="182" name="텍스트 개체 틀 2"/>
          <p:cNvSpPr/>
          <p:nvPr/>
        </p:nvSpPr>
        <p:spPr>
          <a:xfrm>
            <a:off x="408960" y="4347720"/>
            <a:ext cx="50158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2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US" sz="14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{{detailed_content[1]}}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텍스트 개체 틀 2"/>
          <p:cNvSpPr/>
          <p:nvPr/>
        </p:nvSpPr>
        <p:spPr>
          <a:xfrm>
            <a:off x="858600" y="2910240"/>
            <a:ext cx="501588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457200">
              <a:lnSpc>
                <a:spcPct val="120000"/>
              </a:lnSpc>
              <a:spcBef>
                <a:spcPts val="360"/>
              </a:spcBef>
              <a:tabLst>
                <a:tab algn="l" pos="0"/>
              </a:tabLst>
            </a:pPr>
            <a:r>
              <a:rPr b="0" i="1" lang="en-US" sz="1800" strike="noStrike" u="none">
                <a:solidFill>
                  <a:srgbClr val="3099d6"/>
                </a:solidFill>
                <a:effectLst/>
                <a:uFillTx/>
                <a:latin typeface="Roboto condensed light"/>
                <a:ea typeface="宋体"/>
              </a:rPr>
              <a:t>{{detailed_content[0]}}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텍스트 개체 틀 2"/>
          <p:cNvSpPr/>
          <p:nvPr/>
        </p:nvSpPr>
        <p:spPr>
          <a:xfrm>
            <a:off x="-101520" y="1837800"/>
            <a:ext cx="1343520" cy="14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20000"/>
              </a:lnSpc>
              <a:spcBef>
                <a:spcPts val="3319"/>
              </a:spcBef>
              <a:tabLst>
                <a:tab algn="l" pos="0"/>
              </a:tabLst>
            </a:pPr>
            <a:r>
              <a:rPr b="0" lang="en-US" sz="16600" strike="noStrike" u="none">
                <a:solidFill>
                  <a:schemeClr val="lt1">
                    <a:alpha val="30000"/>
                  </a:schemeClr>
                </a:solidFill>
                <a:effectLst/>
                <a:uFillTx/>
                <a:latin typeface="Roboto condensed light"/>
                <a:ea typeface="宋体"/>
              </a:rPr>
              <a:t>“</a:t>
            </a:r>
            <a:endParaRPr b="0" lang="en-US" sz="1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텍스트 개체 틀 2"/>
          <p:cNvSpPr/>
          <p:nvPr/>
        </p:nvSpPr>
        <p:spPr>
          <a:xfrm>
            <a:off x="5171760" y="2750760"/>
            <a:ext cx="1343520" cy="14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defTabSz="457200">
              <a:lnSpc>
                <a:spcPct val="120000"/>
              </a:lnSpc>
              <a:spcBef>
                <a:spcPts val="3319"/>
              </a:spcBef>
              <a:tabLst>
                <a:tab algn="l" pos="0"/>
              </a:tabLst>
            </a:pPr>
            <a:r>
              <a:rPr b="0" lang="en-US" sz="16600" strike="noStrike" u="none">
                <a:solidFill>
                  <a:schemeClr val="lt1">
                    <a:alpha val="30000"/>
                  </a:schemeClr>
                </a:solidFill>
                <a:effectLst/>
                <a:uFillTx/>
                <a:latin typeface="Roboto condensed light"/>
                <a:ea typeface="宋体"/>
              </a:rPr>
              <a:t>”</a:t>
            </a:r>
            <a:endParaRPr b="0" lang="en-US" sz="1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6" name="组合 41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187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88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189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190" name="组合 51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191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92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93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94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95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96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97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98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199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0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1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2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3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4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5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6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7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8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09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0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1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2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3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4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5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6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7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8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19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20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21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222" name="文本框 39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文本框 1"/>
          <p:cNvSpPr/>
          <p:nvPr/>
        </p:nvSpPr>
        <p:spPr>
          <a:xfrm>
            <a:off x="1068840" y="1053000"/>
            <a:ext cx="929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矩形 2"/>
          <p:cNvSpPr/>
          <p:nvPr/>
        </p:nvSpPr>
        <p:spPr>
          <a:xfrm>
            <a:off x="6099840" y="720"/>
            <a:ext cx="6091920" cy="6856920"/>
          </a:xfrm>
          <a:prstGeom prst="rect">
            <a:avLst/>
          </a:prstGeom>
          <a:blipFill rotWithShape="0">
            <a:blip r:embed="rId1"/>
            <a:srcRect/>
            <a:tile tx="0" ty="0" sx="100000" sy="100000" algn="tl"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宋体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AutoShape 688"/>
          <p:cNvSpPr/>
          <p:nvPr/>
        </p:nvSpPr>
        <p:spPr>
          <a:xfrm>
            <a:off x="632880" y="2332800"/>
            <a:ext cx="435600" cy="438480"/>
          </a:xfrm>
          <a:custGeom>
            <a:avLst/>
            <a:gdLst>
              <a:gd name="textAreaLeft" fmla="*/ 0 w 435600"/>
              <a:gd name="textAreaRight" fmla="*/ 435960 w 435600"/>
              <a:gd name="textAreaTop" fmla="*/ 0 h 438480"/>
              <a:gd name="textAreaBottom" fmla="*/ 438840 h 438480"/>
              <a:gd name="GluePoint1X" fmla="*/ 26686541 w 21600"/>
              <a:gd name="GluePoint1Y" fmla="*/ 4552396 h 21600"/>
              <a:gd name="GluePoint2X" fmla="*/ 22220269 w 21600"/>
              <a:gd name="GluePoint2Y" fmla="*/ 0 h 21600"/>
              <a:gd name="GluePoint3X" fmla="*/ 17753986 w 21600"/>
              <a:gd name="GluePoint3Y" fmla="*/ 4552396 h 21600"/>
              <a:gd name="GluePoint4X" fmla="*/ 21110775 w 21600"/>
              <a:gd name="GluePoint4Y" fmla="*/ 8959696 h 21600"/>
              <a:gd name="GluePoint5X" fmla="*/ 21110775 w 21600"/>
              <a:gd name="GluePoint5Y" fmla="*/ 12495671 h 21600"/>
              <a:gd name="GluePoint6X" fmla="*/ 17667522 w 21600"/>
              <a:gd name="GluePoint6Y" fmla="*/ 12495671 h 21600"/>
              <a:gd name="GluePoint7X" fmla="*/ 13318575 w 21600"/>
              <a:gd name="GluePoint7Y" fmla="*/ 9047942 h 21600"/>
              <a:gd name="GluePoint8X" fmla="*/ 8968362 w 21600"/>
              <a:gd name="GluePoint8Y" fmla="*/ 12495671 h 21600"/>
              <a:gd name="GluePoint9X" fmla="*/ 3291387 w 21600"/>
              <a:gd name="GluePoint9Y" fmla="*/ 12495671 h 21600"/>
              <a:gd name="GluePoint10X" fmla="*/ 3291387 w 21600"/>
              <a:gd name="GluePoint10Y" fmla="*/ 18345667 h 21600"/>
              <a:gd name="GluePoint11X" fmla="*/ 0 w 21600"/>
              <a:gd name="GluePoint11Y" fmla="*/ 22712583 h 21600"/>
              <a:gd name="GluePoint12X" fmla="*/ 4439103 w 21600"/>
              <a:gd name="GluePoint12Y" fmla="*/ 27238488 h 21600"/>
              <a:gd name="GluePoint13X" fmla="*/ 8878206 w 21600"/>
              <a:gd name="GluePoint13Y" fmla="*/ 22712583 h 21600"/>
              <a:gd name="GluePoint14X" fmla="*/ 5518885 w 21600"/>
              <a:gd name="GluePoint14Y" fmla="*/ 18327927 h 21600"/>
              <a:gd name="GluePoint15X" fmla="*/ 5518885 w 21600"/>
              <a:gd name="GluePoint15Y" fmla="*/ 14766737 h 21600"/>
              <a:gd name="GluePoint16X" fmla="*/ 8969628 w 21600"/>
              <a:gd name="GluePoint16Y" fmla="*/ 14766737 h 21600"/>
              <a:gd name="GluePoint17X" fmla="*/ 13318575 w 21600"/>
              <a:gd name="GluePoint17Y" fmla="*/ 18210739 h 21600"/>
              <a:gd name="GluePoint18X" fmla="*/ 17666255 w 21600"/>
              <a:gd name="GluePoint18Y" fmla="*/ 14766737 h 21600"/>
              <a:gd name="GluePoint19X" fmla="*/ 23338390 w 21600"/>
              <a:gd name="GluePoint19Y" fmla="*/ 14766737 h 21600"/>
              <a:gd name="GluePoint20X" fmla="*/ 23338390 w 21600"/>
              <a:gd name="GluePoint20Y" fmla="*/ 8957136 h 21600"/>
              <a:gd name="GluePoint21X" fmla="*/ 26686541 w 21600"/>
              <a:gd name="GluePoint21Y" fmla="*/ 4552396 h 21600"/>
              <a:gd name="GluePoint22X" fmla="*/ 6649442 w 21600"/>
              <a:gd name="GluePoint22Y" fmla="*/ 22712583 h 21600"/>
              <a:gd name="GluePoint23X" fmla="*/ 4437837 w 21600"/>
              <a:gd name="GluePoint23Y" fmla="*/ 24968589 h 21600"/>
              <a:gd name="GluePoint24X" fmla="*/ 2226349 w 21600"/>
              <a:gd name="GluePoint24Y" fmla="*/ 22712583 h 21600"/>
              <a:gd name="GluePoint25X" fmla="*/ 4437837 w 21600"/>
              <a:gd name="GluePoint25Y" fmla="*/ 20457863 h 21600"/>
              <a:gd name="GluePoint26X" fmla="*/ 6649442 w 21600"/>
              <a:gd name="GluePoint26Y" fmla="*/ 22712583 h 21600"/>
              <a:gd name="GluePoint27X" fmla="*/ 5518885 w 21600"/>
              <a:gd name="GluePoint27Y" fmla="*/ 19449037 h 21600"/>
              <a:gd name="GluePoint28X" fmla="*/ 5518885 w 21600"/>
              <a:gd name="GluePoint28Y" fmla="*/ 19449037 h 21600"/>
              <a:gd name="GluePoint29X" fmla="*/ 13317309 w 21600"/>
              <a:gd name="GluePoint29Y" fmla="*/ 15940839 h 21600"/>
              <a:gd name="GluePoint30X" fmla="*/ 11051472 w 21600"/>
              <a:gd name="GluePoint30Y" fmla="*/ 13630566 h 21600"/>
              <a:gd name="GluePoint31X" fmla="*/ 13317309 w 21600"/>
              <a:gd name="GluePoint31Y" fmla="*/ 11319116 h 21600"/>
              <a:gd name="GluePoint32X" fmla="*/ 15583263 w 21600"/>
              <a:gd name="GluePoint32Y" fmla="*/ 13630566 h 21600"/>
              <a:gd name="GluePoint33X" fmla="*/ 13317309 w 21600"/>
              <a:gd name="GluePoint33Y" fmla="*/ 15940839 h 21600"/>
              <a:gd name="GluePoint34X" fmla="*/ 22220269 w 21600"/>
              <a:gd name="GluePoint34Y" fmla="*/ 6836059 h 21600"/>
              <a:gd name="GluePoint35X" fmla="*/ 19981602 w 21600"/>
              <a:gd name="GluePoint35Y" fmla="*/ 4552396 h 21600"/>
              <a:gd name="GluePoint36X" fmla="*/ 22220269 w 21600"/>
              <a:gd name="GluePoint36Y" fmla="*/ 2269888 h 21600"/>
              <a:gd name="GluePoint37X" fmla="*/ 24460192 w 21600"/>
              <a:gd name="GluePoint37Y" fmla="*/ 4552396 h 21600"/>
              <a:gd name="GluePoint38X" fmla="*/ 22220269 w 21600"/>
              <a:gd name="GluePoint38Y" fmla="*/ 6836059 h 21600"/>
              <a:gd name="GluePoint39X" fmla="*/ 22220269 w 21600"/>
              <a:gd name="GluePoint39Y" fmla="*/ 6836059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</a:cxnLst>
            <a:rect l="textAreaLeft" t="textAreaTop" r="textAreaRight" b="textAreaBottom"/>
            <a:pathLst>
              <a:path w="21600" h="21600">
                <a:moveTo>
                  <a:pt x="21600" y="3610"/>
                </a:moveTo>
                <a:cubicBezTo>
                  <a:pt x="21600" y="1616"/>
                  <a:pt x="19981" y="0"/>
                  <a:pt x="17985" y="0"/>
                </a:cubicBezTo>
                <a:cubicBezTo>
                  <a:pt x="15988" y="0"/>
                  <a:pt x="14370" y="1616"/>
                  <a:pt x="14370" y="3610"/>
                </a:cubicBezTo>
                <a:cubicBezTo>
                  <a:pt x="14370" y="5294"/>
                  <a:pt x="15526" y="6705"/>
                  <a:pt x="17087" y="7105"/>
                </a:cubicBezTo>
                <a:lnTo>
                  <a:pt x="17087" y="9909"/>
                </a:lnTo>
                <a:lnTo>
                  <a:pt x="14300" y="9909"/>
                </a:lnTo>
                <a:cubicBezTo>
                  <a:pt x="13898" y="8338"/>
                  <a:pt x="12477" y="7175"/>
                  <a:pt x="10780" y="7175"/>
                </a:cubicBezTo>
                <a:cubicBezTo>
                  <a:pt x="9082" y="7175"/>
                  <a:pt x="7660" y="8338"/>
                  <a:pt x="7259" y="9909"/>
                </a:cubicBezTo>
                <a:lnTo>
                  <a:pt x="2664" y="9909"/>
                </a:lnTo>
                <a:lnTo>
                  <a:pt x="2664" y="14548"/>
                </a:lnTo>
                <a:cubicBezTo>
                  <a:pt x="1131" y="14957"/>
                  <a:pt x="0" y="16351"/>
                  <a:pt x="0" y="18011"/>
                </a:cubicBezTo>
                <a:cubicBezTo>
                  <a:pt x="0" y="19993"/>
                  <a:pt x="1609" y="21600"/>
                  <a:pt x="3593" y="21600"/>
                </a:cubicBezTo>
                <a:cubicBezTo>
                  <a:pt x="5577" y="21600"/>
                  <a:pt x="7186" y="19994"/>
                  <a:pt x="7186" y="18011"/>
                </a:cubicBezTo>
                <a:cubicBezTo>
                  <a:pt x="7186" y="16331"/>
                  <a:pt x="6028" y="14925"/>
                  <a:pt x="4467" y="14534"/>
                </a:cubicBezTo>
                <a:lnTo>
                  <a:pt x="4467" y="11710"/>
                </a:lnTo>
                <a:lnTo>
                  <a:pt x="7260" y="11710"/>
                </a:lnTo>
                <a:cubicBezTo>
                  <a:pt x="7662" y="13279"/>
                  <a:pt x="9083" y="14441"/>
                  <a:pt x="10780" y="14441"/>
                </a:cubicBezTo>
                <a:cubicBezTo>
                  <a:pt x="12476" y="14441"/>
                  <a:pt x="13897" y="13279"/>
                  <a:pt x="14299" y="11710"/>
                </a:cubicBezTo>
                <a:lnTo>
                  <a:pt x="18890" y="11710"/>
                </a:lnTo>
                <a:lnTo>
                  <a:pt x="18890" y="7103"/>
                </a:lnTo>
                <a:cubicBezTo>
                  <a:pt x="20447" y="6701"/>
                  <a:pt x="21600" y="5293"/>
                  <a:pt x="21600" y="3610"/>
                </a:cubicBezTo>
                <a:close/>
                <a:moveTo>
                  <a:pt x="5382" y="18011"/>
                </a:moveTo>
                <a:cubicBezTo>
                  <a:pt x="5382" y="18997"/>
                  <a:pt x="4580" y="19800"/>
                  <a:pt x="3592" y="19800"/>
                </a:cubicBezTo>
                <a:cubicBezTo>
                  <a:pt x="2605" y="19800"/>
                  <a:pt x="1802" y="18997"/>
                  <a:pt x="1802" y="18011"/>
                </a:cubicBezTo>
                <a:cubicBezTo>
                  <a:pt x="1802" y="17025"/>
                  <a:pt x="2605" y="16223"/>
                  <a:pt x="3592" y="16223"/>
                </a:cubicBezTo>
                <a:cubicBezTo>
                  <a:pt x="4580" y="16223"/>
                  <a:pt x="5382" y="17025"/>
                  <a:pt x="5382" y="18011"/>
                </a:cubicBezTo>
                <a:close/>
                <a:moveTo>
                  <a:pt x="4467" y="15423"/>
                </a:moveTo>
                <a:lnTo>
                  <a:pt x="4467" y="15423"/>
                </a:lnTo>
                <a:close/>
                <a:moveTo>
                  <a:pt x="10779" y="12641"/>
                </a:moveTo>
                <a:cubicBezTo>
                  <a:pt x="9768" y="12641"/>
                  <a:pt x="8945" y="11819"/>
                  <a:pt x="8945" y="10809"/>
                </a:cubicBezTo>
                <a:cubicBezTo>
                  <a:pt x="8945" y="9798"/>
                  <a:pt x="9768" y="8976"/>
                  <a:pt x="10779" y="8976"/>
                </a:cubicBezTo>
                <a:cubicBezTo>
                  <a:pt x="11791" y="8976"/>
                  <a:pt x="12613" y="9798"/>
                  <a:pt x="12613" y="10809"/>
                </a:cubicBezTo>
                <a:cubicBezTo>
                  <a:pt x="12614" y="11819"/>
                  <a:pt x="11791" y="12641"/>
                  <a:pt x="10779" y="12641"/>
                </a:cubicBezTo>
                <a:close/>
                <a:moveTo>
                  <a:pt x="17985" y="5421"/>
                </a:moveTo>
                <a:cubicBezTo>
                  <a:pt x="16986" y="5421"/>
                  <a:pt x="16173" y="4609"/>
                  <a:pt x="16173" y="3610"/>
                </a:cubicBezTo>
                <a:cubicBezTo>
                  <a:pt x="16173" y="2613"/>
                  <a:pt x="16986" y="1800"/>
                  <a:pt x="17985" y="1800"/>
                </a:cubicBezTo>
                <a:cubicBezTo>
                  <a:pt x="18984" y="1800"/>
                  <a:pt x="19798" y="2613"/>
                  <a:pt x="19798" y="3610"/>
                </a:cubicBezTo>
                <a:cubicBezTo>
                  <a:pt x="19798" y="4609"/>
                  <a:pt x="18984" y="5421"/>
                  <a:pt x="17985" y="5421"/>
                </a:cubicBezTo>
                <a:close/>
                <a:moveTo>
                  <a:pt x="17985" y="5421"/>
                </a:moveTo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sp>
        <p:nvSpPr>
          <p:cNvPr id="226" name="Oval 5"/>
          <p:cNvSpPr/>
          <p:nvPr/>
        </p:nvSpPr>
        <p:spPr>
          <a:xfrm>
            <a:off x="377640" y="2098800"/>
            <a:ext cx="919080" cy="9190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227" name="Group 425"/>
          <p:cNvGrpSpPr/>
          <p:nvPr/>
        </p:nvGrpSpPr>
        <p:grpSpPr>
          <a:xfrm>
            <a:off x="634320" y="3911040"/>
            <a:ext cx="432720" cy="334440"/>
            <a:chOff x="634320" y="3911040"/>
            <a:chExt cx="432720" cy="334440"/>
          </a:xfrm>
        </p:grpSpPr>
        <p:sp>
          <p:nvSpPr>
            <p:cNvPr id="228" name="AutoShape 422"/>
            <p:cNvSpPr/>
            <p:nvPr/>
          </p:nvSpPr>
          <p:spPr>
            <a:xfrm>
              <a:off x="676800" y="3911040"/>
              <a:ext cx="340200" cy="226800"/>
            </a:xfrm>
            <a:custGeom>
              <a:avLst/>
              <a:gdLst>
                <a:gd name="textAreaLeft" fmla="*/ 0 w 340200"/>
                <a:gd name="textAreaRight" fmla="*/ 340560 w 340200"/>
                <a:gd name="textAreaTop" fmla="*/ 0 h 226800"/>
                <a:gd name="textAreaBottom" fmla="*/ 227160 h 2268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1905"/>
                  </a:moveTo>
                  <a:cubicBezTo>
                    <a:pt x="21600" y="610"/>
                    <a:pt x="21195" y="0"/>
                    <a:pt x="20336" y="0"/>
                  </a:cubicBezTo>
                  <a:lnTo>
                    <a:pt x="1264" y="0"/>
                  </a:lnTo>
                  <a:cubicBezTo>
                    <a:pt x="405" y="0"/>
                    <a:pt x="0" y="610"/>
                    <a:pt x="0" y="1905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1905"/>
                  </a:lnTo>
                  <a:close/>
                  <a:moveTo>
                    <a:pt x="19849" y="18962"/>
                  </a:moveTo>
                  <a:lnTo>
                    <a:pt x="1751" y="18962"/>
                  </a:lnTo>
                  <a:lnTo>
                    <a:pt x="1751" y="2638"/>
                  </a:lnTo>
                  <a:lnTo>
                    <a:pt x="19849" y="2638"/>
                  </a:lnTo>
                  <a:lnTo>
                    <a:pt x="19849" y="18962"/>
                  </a:lnTo>
                  <a:close/>
                  <a:moveTo>
                    <a:pt x="19849" y="18962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229" name="AutoShape 423"/>
            <p:cNvSpPr/>
            <p:nvPr/>
          </p:nvSpPr>
          <p:spPr>
            <a:xfrm>
              <a:off x="634320" y="4160520"/>
              <a:ext cx="432720" cy="49680"/>
            </a:xfrm>
            <a:custGeom>
              <a:avLst/>
              <a:gdLst>
                <a:gd name="textAreaLeft" fmla="*/ 0 w 432720"/>
                <a:gd name="textAreaRight" fmla="*/ 433080 w 432720"/>
                <a:gd name="textAreaTop" fmla="*/ 0 h 49680"/>
                <a:gd name="textAreaBottom" fmla="*/ 50040 h 4968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9302" y="0"/>
                  </a:moveTo>
                  <a:lnTo>
                    <a:pt x="2298" y="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19302" y="0"/>
                  </a:lnTo>
                  <a:close/>
                  <a:moveTo>
                    <a:pt x="8272" y="14893"/>
                  </a:moveTo>
                  <a:lnTo>
                    <a:pt x="9191" y="7037"/>
                  </a:lnTo>
                  <a:lnTo>
                    <a:pt x="12408" y="7037"/>
                  </a:lnTo>
                  <a:lnTo>
                    <a:pt x="13328" y="14893"/>
                  </a:lnTo>
                  <a:lnTo>
                    <a:pt x="8272" y="14893"/>
                  </a:lnTo>
                  <a:close/>
                  <a:moveTo>
                    <a:pt x="8272" y="14893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230" name="AutoShape 424"/>
            <p:cNvSpPr/>
            <p:nvPr/>
          </p:nvSpPr>
          <p:spPr>
            <a:xfrm>
              <a:off x="634320" y="4227480"/>
              <a:ext cx="432720" cy="18000"/>
            </a:xfrm>
            <a:custGeom>
              <a:avLst/>
              <a:gdLst>
                <a:gd name="textAreaLeft" fmla="*/ 0 w 432720"/>
                <a:gd name="textAreaRight" fmla="*/ 433080 w 432720"/>
                <a:gd name="textAreaTop" fmla="*/ 0 h 18000"/>
                <a:gd name="textAreaBottom" fmla="*/ 18360 h 180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690" y="21600"/>
                  </a:moveTo>
                  <a:cubicBezTo>
                    <a:pt x="1465" y="21600"/>
                    <a:pt x="20318" y="21600"/>
                    <a:pt x="20911" y="21600"/>
                  </a:cubicBezTo>
                  <a:cubicBezTo>
                    <a:pt x="21552" y="21600"/>
                    <a:pt x="21600" y="0"/>
                    <a:pt x="21600" y="0"/>
                  </a:cubicBezTo>
                  <a:lnTo>
                    <a:pt x="0" y="0"/>
                  </a:lnTo>
                  <a:cubicBezTo>
                    <a:pt x="0" y="0"/>
                    <a:pt x="18" y="21600"/>
                    <a:pt x="690" y="21600"/>
                  </a:cubicBezTo>
                  <a:close/>
                  <a:moveTo>
                    <a:pt x="690" y="2160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231" name="Oval 8"/>
          <p:cNvSpPr/>
          <p:nvPr/>
        </p:nvSpPr>
        <p:spPr>
          <a:xfrm>
            <a:off x="377640" y="3619800"/>
            <a:ext cx="919080" cy="9190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232" name="Group 593"/>
          <p:cNvGrpSpPr/>
          <p:nvPr/>
        </p:nvGrpSpPr>
        <p:grpSpPr>
          <a:xfrm>
            <a:off x="620640" y="5413320"/>
            <a:ext cx="438480" cy="363960"/>
            <a:chOff x="620640" y="5413320"/>
            <a:chExt cx="438480" cy="363960"/>
          </a:xfrm>
        </p:grpSpPr>
        <p:sp>
          <p:nvSpPr>
            <p:cNvPr id="233" name="AutoShape 590"/>
            <p:cNvSpPr/>
            <p:nvPr/>
          </p:nvSpPr>
          <p:spPr>
            <a:xfrm>
              <a:off x="620640" y="5413320"/>
              <a:ext cx="438480" cy="363960"/>
            </a:xfrm>
            <a:custGeom>
              <a:avLst/>
              <a:gdLst>
                <a:gd name="textAreaLeft" fmla="*/ 0 w 438480"/>
                <a:gd name="textAreaRight" fmla="*/ 438840 w 438480"/>
                <a:gd name="textAreaTop" fmla="*/ 0 h 363960"/>
                <a:gd name="textAreaBottom" fmla="*/ 364320 h 3639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7905" y="6300"/>
                  </a:moveTo>
                  <a:lnTo>
                    <a:pt x="15882" y="0"/>
                  </a:lnTo>
                  <a:lnTo>
                    <a:pt x="0" y="7315"/>
                  </a:lnTo>
                  <a:lnTo>
                    <a:pt x="4584" y="21593"/>
                  </a:lnTo>
                  <a:lnTo>
                    <a:pt x="4584" y="21600"/>
                  </a:lnTo>
                  <a:lnTo>
                    <a:pt x="21600" y="21600"/>
                  </a:lnTo>
                  <a:lnTo>
                    <a:pt x="21600" y="6301"/>
                  </a:lnTo>
                  <a:lnTo>
                    <a:pt x="17905" y="6301"/>
                  </a:lnTo>
                  <a:lnTo>
                    <a:pt x="17905" y="6300"/>
                  </a:lnTo>
                  <a:close/>
                  <a:moveTo>
                    <a:pt x="16384" y="6300"/>
                  </a:moveTo>
                  <a:lnTo>
                    <a:pt x="6158" y="6300"/>
                  </a:lnTo>
                  <a:lnTo>
                    <a:pt x="15067" y="2197"/>
                  </a:lnTo>
                  <a:lnTo>
                    <a:pt x="16384" y="6300"/>
                  </a:lnTo>
                  <a:close/>
                  <a:moveTo>
                    <a:pt x="1835" y="8292"/>
                  </a:moveTo>
                  <a:lnTo>
                    <a:pt x="4585" y="7025"/>
                  </a:lnTo>
                  <a:lnTo>
                    <a:pt x="4585" y="16856"/>
                  </a:lnTo>
                  <a:lnTo>
                    <a:pt x="1835" y="8292"/>
                  </a:lnTo>
                  <a:close/>
                  <a:moveTo>
                    <a:pt x="6004" y="19900"/>
                  </a:moveTo>
                  <a:lnTo>
                    <a:pt x="6004" y="8001"/>
                  </a:lnTo>
                  <a:lnTo>
                    <a:pt x="20180" y="8001"/>
                  </a:lnTo>
                  <a:lnTo>
                    <a:pt x="20180" y="19900"/>
                  </a:lnTo>
                  <a:lnTo>
                    <a:pt x="6004" y="19900"/>
                  </a:lnTo>
                  <a:close/>
                  <a:moveTo>
                    <a:pt x="6004" y="1990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234" name="AutoShape 591"/>
            <p:cNvSpPr/>
            <p:nvPr/>
          </p:nvSpPr>
          <p:spPr>
            <a:xfrm>
              <a:off x="779400" y="5595480"/>
              <a:ext cx="227160" cy="128520"/>
            </a:xfrm>
            <a:custGeom>
              <a:avLst/>
              <a:gdLst>
                <a:gd name="textAreaLeft" fmla="*/ 0 w 227160"/>
                <a:gd name="textAreaRight" fmla="*/ 227520 w 227160"/>
                <a:gd name="textAreaTop" fmla="*/ 0 h 128520"/>
                <a:gd name="textAreaBottom" fmla="*/ 128880 h 1285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8676" y="4990"/>
                  </a:moveTo>
                  <a:lnTo>
                    <a:pt x="16483" y="6268"/>
                  </a:lnTo>
                  <a:lnTo>
                    <a:pt x="14584" y="0"/>
                  </a:lnTo>
                  <a:lnTo>
                    <a:pt x="8443" y="15510"/>
                  </a:lnTo>
                  <a:lnTo>
                    <a:pt x="5154" y="11801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18676" y="4990"/>
                  </a:lnTo>
                  <a:close/>
                  <a:moveTo>
                    <a:pt x="18676" y="499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235" name="AutoShape 592"/>
            <p:cNvSpPr/>
            <p:nvPr/>
          </p:nvSpPr>
          <p:spPr>
            <a:xfrm>
              <a:off x="779400" y="5582520"/>
              <a:ext cx="54000" cy="5436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54360"/>
                <a:gd name="textAreaBottom" fmla="*/ 54720 h 54360"/>
                <a:gd name="GluePoint1X" fmla="*/ 0 w 21598"/>
                <a:gd name="GluePoint1Y" fmla="*/ 0 h 21598"/>
                <a:gd name="GluePoint2X" fmla="*/ 0 w 21598"/>
                <a:gd name="GluePoint2Y" fmla="*/ 0 h 21598"/>
                <a:gd name="GluePoint3X" fmla="*/ 0 w 21598"/>
                <a:gd name="GluePoint3Y" fmla="*/ 0 h 21598"/>
                <a:gd name="GluePoint4X" fmla="*/ 0 w 21598"/>
                <a:gd name="GluePoint4Y" fmla="*/ 0 h 21598"/>
                <a:gd name="GluePoint5X" fmla="*/ 0 w 21598"/>
                <a:gd name="GluePoint5Y" fmla="*/ 0 h 21598"/>
                <a:gd name="GluePoint6X" fmla="*/ 0 w 21598"/>
                <a:gd name="GluePoint6Y" fmla="*/ 0 h 21598"/>
                <a:gd name="GluePoint7X" fmla="*/ 0 w 21598"/>
                <a:gd name="GluePoint7Y" fmla="*/ 0 h 21598"/>
                <a:gd name="GluePoint8X" fmla="*/ 0 w 21598"/>
                <a:gd name="GluePoint8Y" fmla="*/ 0 h 21598"/>
                <a:gd name="GluePoint9X" fmla="*/ 0 w 21598"/>
                <a:gd name="GluePoint9Y" fmla="*/ 0 h 21598"/>
                <a:gd name="GluePoint10X" fmla="*/ 0 w 21598"/>
                <a:gd name="GluePoint10Y" fmla="*/ 0 h 21598"/>
                <a:gd name="GluePoint11X" fmla="*/ 0 w 21598"/>
                <a:gd name="GluePoint11Y" fmla="*/ 0 h 21598"/>
                <a:gd name="GluePoint12X" fmla="*/ 0 w 21598"/>
                <a:gd name="GluePoint12Y" fmla="*/ 0 h 21598"/>
                <a:gd name="GluePoint13X" fmla="*/ 0 w 21598"/>
                <a:gd name="GluePoint13Y" fmla="*/ 0 h 21598"/>
                <a:gd name="GluePoint14X" fmla="*/ 0 w 21598"/>
                <a:gd name="GluePoint14Y" fmla="*/ 0 h 21598"/>
                <a:gd name="GluePoint15X" fmla="*/ 0 w 21598"/>
                <a:gd name="GluePoint15Y" fmla="*/ 0 h 21598"/>
                <a:gd name="GluePoint16X" fmla="*/ 0 w 21598"/>
                <a:gd name="GluePoint16Y" fmla="*/ 0 h 21598"/>
                <a:gd name="GluePoint17X" fmla="*/ 0 w 21598"/>
                <a:gd name="GluePoint17Y" fmla="*/ 0 h 21598"/>
                <a:gd name="GluePoint18X" fmla="*/ 0 w 21598"/>
                <a:gd name="GluePoint18Y" fmla="*/ 0 h 2159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1598" h="21598">
                  <a:moveTo>
                    <a:pt x="21598" y="10799"/>
                  </a:moveTo>
                  <a:cubicBezTo>
                    <a:pt x="21599" y="9385"/>
                    <a:pt x="21318" y="7972"/>
                    <a:pt x="20776" y="6666"/>
                  </a:cubicBezTo>
                  <a:cubicBezTo>
                    <a:pt x="20236" y="5360"/>
                    <a:pt x="19435" y="4162"/>
                    <a:pt x="18435" y="3163"/>
                  </a:cubicBezTo>
                  <a:cubicBezTo>
                    <a:pt x="17436" y="2163"/>
                    <a:pt x="16238" y="1362"/>
                    <a:pt x="14932" y="822"/>
                  </a:cubicBezTo>
                  <a:cubicBezTo>
                    <a:pt x="13626" y="280"/>
                    <a:pt x="12213" y="-1"/>
                    <a:pt x="10799" y="0"/>
                  </a:cubicBezTo>
                  <a:cubicBezTo>
                    <a:pt x="9385" y="-1"/>
                    <a:pt x="7972" y="280"/>
                    <a:pt x="6666" y="822"/>
                  </a:cubicBezTo>
                  <a:cubicBezTo>
                    <a:pt x="5360" y="1362"/>
                    <a:pt x="4162" y="2163"/>
                    <a:pt x="3163" y="3163"/>
                  </a:cubicBezTo>
                  <a:cubicBezTo>
                    <a:pt x="2163" y="4162"/>
                    <a:pt x="1362" y="5360"/>
                    <a:pt x="822" y="6666"/>
                  </a:cubicBezTo>
                  <a:cubicBezTo>
                    <a:pt x="280" y="7972"/>
                    <a:pt x="-1" y="9385"/>
                    <a:pt x="0" y="10799"/>
                  </a:cubicBezTo>
                  <a:cubicBezTo>
                    <a:pt x="-1" y="12213"/>
                    <a:pt x="280" y="13626"/>
                    <a:pt x="822" y="14932"/>
                  </a:cubicBezTo>
                  <a:cubicBezTo>
                    <a:pt x="1362" y="16238"/>
                    <a:pt x="2163" y="17436"/>
                    <a:pt x="3163" y="18435"/>
                  </a:cubicBezTo>
                  <a:cubicBezTo>
                    <a:pt x="4162" y="19435"/>
                    <a:pt x="5360" y="20236"/>
                    <a:pt x="6666" y="20776"/>
                  </a:cubicBezTo>
                  <a:cubicBezTo>
                    <a:pt x="7972" y="21318"/>
                    <a:pt x="9385" y="21599"/>
                    <a:pt x="10799" y="21598"/>
                  </a:cubicBezTo>
                  <a:cubicBezTo>
                    <a:pt x="12213" y="21599"/>
                    <a:pt x="13626" y="21318"/>
                    <a:pt x="14932" y="20776"/>
                  </a:cubicBezTo>
                  <a:cubicBezTo>
                    <a:pt x="16238" y="20236"/>
                    <a:pt x="17436" y="19435"/>
                    <a:pt x="18435" y="18435"/>
                  </a:cubicBezTo>
                  <a:cubicBezTo>
                    <a:pt x="19435" y="17436"/>
                    <a:pt x="20236" y="16238"/>
                    <a:pt x="20776" y="14932"/>
                  </a:cubicBezTo>
                  <a:cubicBezTo>
                    <a:pt x="21318" y="13626"/>
                    <a:pt x="21599" y="12213"/>
                    <a:pt x="21598" y="10799"/>
                  </a:cubicBezTo>
                  <a:close/>
                  <a:moveTo>
                    <a:pt x="21598" y="10799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236" name="Oval 14"/>
          <p:cNvSpPr/>
          <p:nvPr/>
        </p:nvSpPr>
        <p:spPr>
          <a:xfrm>
            <a:off x="377640" y="5140800"/>
            <a:ext cx="919080" cy="9190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237" name="Group 90"/>
          <p:cNvGrpSpPr/>
          <p:nvPr/>
        </p:nvGrpSpPr>
        <p:grpSpPr>
          <a:xfrm>
            <a:off x="6952320" y="2327400"/>
            <a:ext cx="438120" cy="435600"/>
            <a:chOff x="6952320" y="2327400"/>
            <a:chExt cx="438120" cy="435600"/>
          </a:xfrm>
        </p:grpSpPr>
        <p:sp>
          <p:nvSpPr>
            <p:cNvPr id="238" name="AutoShape 88"/>
            <p:cNvSpPr/>
            <p:nvPr/>
          </p:nvSpPr>
          <p:spPr>
            <a:xfrm>
              <a:off x="6952320" y="2607480"/>
              <a:ext cx="154440" cy="155520"/>
            </a:xfrm>
            <a:custGeom>
              <a:avLst/>
              <a:gdLst>
                <a:gd name="textAreaLeft" fmla="*/ 0 w 154440"/>
                <a:gd name="textAreaRight" fmla="*/ 154800 w 154440"/>
                <a:gd name="textAreaTop" fmla="*/ 0 h 155520"/>
                <a:gd name="textAreaBottom" fmla="*/ 155880 h 1555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093" y="8514"/>
                  </a:moveTo>
                  <a:cubicBezTo>
                    <a:pt x="4628" y="10540"/>
                    <a:pt x="3309" y="14706"/>
                    <a:pt x="0" y="18328"/>
                  </a:cubicBezTo>
                  <a:lnTo>
                    <a:pt x="3281" y="21600"/>
                  </a:lnTo>
                  <a:cubicBezTo>
                    <a:pt x="6860" y="18344"/>
                    <a:pt x="10975" y="17015"/>
                    <a:pt x="13037" y="18447"/>
                  </a:cubicBezTo>
                  <a:lnTo>
                    <a:pt x="21600" y="6893"/>
                  </a:lnTo>
                  <a:lnTo>
                    <a:pt x="14691" y="0"/>
                  </a:lnTo>
                  <a:lnTo>
                    <a:pt x="3093" y="8514"/>
                  </a:lnTo>
                  <a:close/>
                  <a:moveTo>
                    <a:pt x="9876" y="14477"/>
                  </a:moveTo>
                  <a:cubicBezTo>
                    <a:pt x="9122" y="15231"/>
                    <a:pt x="7895" y="15231"/>
                    <a:pt x="7140" y="14477"/>
                  </a:cubicBezTo>
                  <a:cubicBezTo>
                    <a:pt x="6386" y="13724"/>
                    <a:pt x="6386" y="12502"/>
                    <a:pt x="7140" y="11749"/>
                  </a:cubicBezTo>
                  <a:cubicBezTo>
                    <a:pt x="7895" y="10995"/>
                    <a:pt x="9122" y="10995"/>
                    <a:pt x="9876" y="11750"/>
                  </a:cubicBezTo>
                  <a:cubicBezTo>
                    <a:pt x="10630" y="12502"/>
                    <a:pt x="10630" y="13724"/>
                    <a:pt x="9876" y="14477"/>
                  </a:cubicBezTo>
                  <a:close/>
                  <a:moveTo>
                    <a:pt x="9876" y="14477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239" name="AutoShape 89"/>
            <p:cNvSpPr/>
            <p:nvPr/>
          </p:nvSpPr>
          <p:spPr>
            <a:xfrm>
              <a:off x="7061400" y="2327400"/>
              <a:ext cx="329040" cy="329760"/>
            </a:xfrm>
            <a:custGeom>
              <a:avLst/>
              <a:gdLst>
                <a:gd name="textAreaLeft" fmla="*/ 0 w 329040"/>
                <a:gd name="textAreaRight" fmla="*/ 329400 w 329040"/>
                <a:gd name="textAreaTop" fmla="*/ 0 h 329760"/>
                <a:gd name="textAreaBottom" fmla="*/ 330120 h 329760"/>
                <a:gd name="GluePoint1X" fmla="*/ 0 w 21339"/>
                <a:gd name="GluePoint1Y" fmla="*/ 0 h 21340"/>
                <a:gd name="GluePoint2X" fmla="*/ 0 w 21339"/>
                <a:gd name="GluePoint2Y" fmla="*/ 0 h 21340"/>
                <a:gd name="GluePoint3X" fmla="*/ 0 w 21339"/>
                <a:gd name="GluePoint3Y" fmla="*/ 0 h 21340"/>
                <a:gd name="GluePoint4X" fmla="*/ 0 w 21339"/>
                <a:gd name="GluePoint4Y" fmla="*/ 0 h 21340"/>
                <a:gd name="GluePoint5X" fmla="*/ 0 w 21339"/>
                <a:gd name="GluePoint5Y" fmla="*/ 0 h 21340"/>
                <a:gd name="GluePoint6X" fmla="*/ 0 w 21339"/>
                <a:gd name="GluePoint6Y" fmla="*/ 0 h 21340"/>
                <a:gd name="GluePoint7X" fmla="*/ 0 w 21339"/>
                <a:gd name="GluePoint7Y" fmla="*/ 0 h 21340"/>
                <a:gd name="GluePoint8X" fmla="*/ 0 w 21339"/>
                <a:gd name="GluePoint8Y" fmla="*/ 0 h 21340"/>
                <a:gd name="GluePoint9X" fmla="*/ 0 w 21339"/>
                <a:gd name="GluePoint9Y" fmla="*/ 0 h 21340"/>
                <a:gd name="GluePoint10X" fmla="*/ 0 w 21339"/>
                <a:gd name="GluePoint10Y" fmla="*/ 0 h 21340"/>
                <a:gd name="GluePoint11X" fmla="*/ 0 w 21339"/>
                <a:gd name="GluePoint11Y" fmla="*/ 0 h 213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1339" h="21340">
                  <a:moveTo>
                    <a:pt x="20558" y="780"/>
                  </a:moveTo>
                  <a:cubicBezTo>
                    <a:pt x="19516" y="-260"/>
                    <a:pt x="17828" y="-260"/>
                    <a:pt x="16786" y="780"/>
                  </a:cubicBezTo>
                  <a:lnTo>
                    <a:pt x="5149" y="12398"/>
                  </a:lnTo>
                  <a:lnTo>
                    <a:pt x="4701" y="11951"/>
                  </a:lnTo>
                  <a:lnTo>
                    <a:pt x="0" y="16646"/>
                  </a:lnTo>
                  <a:lnTo>
                    <a:pt x="4701" y="21340"/>
                  </a:lnTo>
                  <a:lnTo>
                    <a:pt x="9403" y="16645"/>
                  </a:lnTo>
                  <a:lnTo>
                    <a:pt x="8921" y="16164"/>
                  </a:lnTo>
                  <a:lnTo>
                    <a:pt x="20557" y="4546"/>
                  </a:lnTo>
                  <a:cubicBezTo>
                    <a:pt x="21600" y="3506"/>
                    <a:pt x="21600" y="1820"/>
                    <a:pt x="20558" y="780"/>
                  </a:cubicBezTo>
                  <a:close/>
                  <a:moveTo>
                    <a:pt x="20558" y="78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240" name="Oval 20"/>
          <p:cNvSpPr/>
          <p:nvPr/>
        </p:nvSpPr>
        <p:spPr>
          <a:xfrm>
            <a:off x="6720840" y="2098800"/>
            <a:ext cx="919080" cy="9190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241" name="Group 437"/>
          <p:cNvGrpSpPr/>
          <p:nvPr/>
        </p:nvGrpSpPr>
        <p:grpSpPr>
          <a:xfrm>
            <a:off x="7002720" y="3814200"/>
            <a:ext cx="366840" cy="435600"/>
            <a:chOff x="7002720" y="3814200"/>
            <a:chExt cx="366840" cy="435600"/>
          </a:xfrm>
        </p:grpSpPr>
        <p:sp>
          <p:nvSpPr>
            <p:cNvPr id="242" name="AutoShape 435"/>
            <p:cNvSpPr/>
            <p:nvPr/>
          </p:nvSpPr>
          <p:spPr>
            <a:xfrm>
              <a:off x="7002720" y="3814200"/>
              <a:ext cx="366840" cy="435600"/>
            </a:xfrm>
            <a:custGeom>
              <a:avLst/>
              <a:gdLst>
                <a:gd name="textAreaLeft" fmla="*/ 0 w 366840"/>
                <a:gd name="textAreaRight" fmla="*/ 367200 w 366840"/>
                <a:gd name="textAreaTop" fmla="*/ 0 h 435600"/>
                <a:gd name="textAreaBottom" fmla="*/ 435960 h 4356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  <a:gd name="GluePoint27X" fmla="*/ 0 w 21600"/>
                <a:gd name="GluePoint27Y" fmla="*/ 0 h 21600"/>
                <a:gd name="GluePoint28X" fmla="*/ 0 w 21600"/>
                <a:gd name="GluePoint28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2218"/>
                  </a:moveTo>
                  <a:lnTo>
                    <a:pt x="11590" y="2218"/>
                  </a:lnTo>
                  <a:lnTo>
                    <a:pt x="11590" y="756"/>
                  </a:lnTo>
                  <a:cubicBezTo>
                    <a:pt x="11590" y="339"/>
                    <a:pt x="11187" y="0"/>
                    <a:pt x="10690" y="0"/>
                  </a:cubicBezTo>
                  <a:cubicBezTo>
                    <a:pt x="10192" y="0"/>
                    <a:pt x="9789" y="339"/>
                    <a:pt x="9789" y="756"/>
                  </a:cubicBezTo>
                  <a:lnTo>
                    <a:pt x="9789" y="2218"/>
                  </a:lnTo>
                  <a:lnTo>
                    <a:pt x="0" y="2218"/>
                  </a:lnTo>
                  <a:lnTo>
                    <a:pt x="0" y="14675"/>
                  </a:lnTo>
                  <a:lnTo>
                    <a:pt x="6717" y="14675"/>
                  </a:lnTo>
                  <a:lnTo>
                    <a:pt x="4086" y="20400"/>
                  </a:lnTo>
                  <a:cubicBezTo>
                    <a:pt x="3877" y="20855"/>
                    <a:pt x="4146" y="21365"/>
                    <a:pt x="4688" y="21541"/>
                  </a:cubicBezTo>
                  <a:cubicBezTo>
                    <a:pt x="4812" y="21581"/>
                    <a:pt x="4940" y="21600"/>
                    <a:pt x="5066" y="21600"/>
                  </a:cubicBezTo>
                  <a:cubicBezTo>
                    <a:pt x="5488" y="21600"/>
                    <a:pt x="5886" y="21385"/>
                    <a:pt x="6047" y="21035"/>
                  </a:cubicBezTo>
                  <a:lnTo>
                    <a:pt x="8970" y="14675"/>
                  </a:lnTo>
                  <a:lnTo>
                    <a:pt x="12408" y="14675"/>
                  </a:lnTo>
                  <a:lnTo>
                    <a:pt x="15333" y="21035"/>
                  </a:lnTo>
                  <a:cubicBezTo>
                    <a:pt x="15494" y="21385"/>
                    <a:pt x="15892" y="21599"/>
                    <a:pt x="16314" y="21599"/>
                  </a:cubicBezTo>
                  <a:cubicBezTo>
                    <a:pt x="16440" y="21599"/>
                    <a:pt x="16568" y="21581"/>
                    <a:pt x="16692" y="21540"/>
                  </a:cubicBezTo>
                  <a:cubicBezTo>
                    <a:pt x="17234" y="21365"/>
                    <a:pt x="17503" y="20854"/>
                    <a:pt x="17294" y="20400"/>
                  </a:cubicBezTo>
                  <a:lnTo>
                    <a:pt x="14662" y="14675"/>
                  </a:lnTo>
                  <a:lnTo>
                    <a:pt x="21600" y="14675"/>
                  </a:lnTo>
                  <a:lnTo>
                    <a:pt x="21600" y="2218"/>
                  </a:lnTo>
                  <a:close/>
                  <a:moveTo>
                    <a:pt x="19498" y="12911"/>
                  </a:moveTo>
                  <a:lnTo>
                    <a:pt x="2102" y="12911"/>
                  </a:lnTo>
                  <a:lnTo>
                    <a:pt x="2102" y="3982"/>
                  </a:lnTo>
                  <a:lnTo>
                    <a:pt x="19498" y="3982"/>
                  </a:lnTo>
                  <a:lnTo>
                    <a:pt x="19498" y="12911"/>
                  </a:lnTo>
                  <a:close/>
                  <a:moveTo>
                    <a:pt x="19498" y="12911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243" name="AutoShape 436"/>
            <p:cNvSpPr/>
            <p:nvPr/>
          </p:nvSpPr>
          <p:spPr>
            <a:xfrm>
              <a:off x="7063560" y="3917160"/>
              <a:ext cx="241560" cy="124560"/>
            </a:xfrm>
            <a:custGeom>
              <a:avLst/>
              <a:gdLst>
                <a:gd name="textAreaLeft" fmla="*/ 0 w 241560"/>
                <a:gd name="textAreaRight" fmla="*/ 241920 w 241560"/>
                <a:gd name="textAreaTop" fmla="*/ 0 h 124560"/>
                <a:gd name="textAreaBottom" fmla="*/ 124920 h 124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160" y="21600"/>
                  </a:moveTo>
                  <a:lnTo>
                    <a:pt x="8499" y="12117"/>
                  </a:lnTo>
                  <a:lnTo>
                    <a:pt x="10271" y="17202"/>
                  </a:lnTo>
                  <a:lnTo>
                    <a:pt x="18215" y="6937"/>
                  </a:lnTo>
                  <a:lnTo>
                    <a:pt x="19235" y="9860"/>
                  </a:lnTo>
                  <a:lnTo>
                    <a:pt x="21600" y="0"/>
                  </a:lnTo>
                  <a:lnTo>
                    <a:pt x="15960" y="464"/>
                  </a:lnTo>
                  <a:lnTo>
                    <a:pt x="17056" y="3610"/>
                  </a:lnTo>
                  <a:lnTo>
                    <a:pt x="10840" y="11641"/>
                  </a:lnTo>
                  <a:lnTo>
                    <a:pt x="9067" y="6556"/>
                  </a:lnTo>
                  <a:lnTo>
                    <a:pt x="0" y="18276"/>
                  </a:lnTo>
                  <a:lnTo>
                    <a:pt x="1160" y="21600"/>
                  </a:lnTo>
                  <a:close/>
                  <a:moveTo>
                    <a:pt x="1160" y="2160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244" name="Oval 25"/>
          <p:cNvSpPr/>
          <p:nvPr/>
        </p:nvSpPr>
        <p:spPr>
          <a:xfrm>
            <a:off x="6720840" y="3619800"/>
            <a:ext cx="919080" cy="9190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sp>
        <p:nvSpPr>
          <p:cNvPr id="245" name="TextBox 29"/>
          <p:cNvSpPr/>
          <p:nvPr/>
        </p:nvSpPr>
        <p:spPr>
          <a:xfrm>
            <a:off x="1398240" y="1740240"/>
            <a:ext cx="38725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4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{{content_points[0]}}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30"/>
          <p:cNvSpPr/>
          <p:nvPr/>
        </p:nvSpPr>
        <p:spPr>
          <a:xfrm>
            <a:off x="1397880" y="2472840"/>
            <a:ext cx="4129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4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{{detailed_content[0]}}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32"/>
          <p:cNvSpPr/>
          <p:nvPr/>
        </p:nvSpPr>
        <p:spPr>
          <a:xfrm>
            <a:off x="1398240" y="3301920"/>
            <a:ext cx="38725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4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{{content_points[2]}}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33"/>
          <p:cNvSpPr/>
          <p:nvPr/>
        </p:nvSpPr>
        <p:spPr>
          <a:xfrm>
            <a:off x="1397880" y="4006080"/>
            <a:ext cx="4129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4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{{detailed_content[2]}}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35"/>
          <p:cNvSpPr/>
          <p:nvPr/>
        </p:nvSpPr>
        <p:spPr>
          <a:xfrm>
            <a:off x="1398240" y="4844880"/>
            <a:ext cx="38725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4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{{content_points[4]}}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36"/>
          <p:cNvSpPr/>
          <p:nvPr/>
        </p:nvSpPr>
        <p:spPr>
          <a:xfrm>
            <a:off x="1397880" y="5539320"/>
            <a:ext cx="4129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4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{{detailed_content[4]}}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38"/>
          <p:cNvSpPr/>
          <p:nvPr/>
        </p:nvSpPr>
        <p:spPr>
          <a:xfrm>
            <a:off x="7745760" y="1884240"/>
            <a:ext cx="399564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4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{{content_points[1]}}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39"/>
          <p:cNvSpPr/>
          <p:nvPr/>
        </p:nvSpPr>
        <p:spPr>
          <a:xfrm>
            <a:off x="7746120" y="2616840"/>
            <a:ext cx="4129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4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{{detailed_content[1]}}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41"/>
          <p:cNvSpPr/>
          <p:nvPr/>
        </p:nvSpPr>
        <p:spPr>
          <a:xfrm>
            <a:off x="7745760" y="3445920"/>
            <a:ext cx="39949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4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{{content_points[3]}}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42"/>
          <p:cNvSpPr/>
          <p:nvPr/>
        </p:nvSpPr>
        <p:spPr>
          <a:xfrm>
            <a:off x="7746120" y="4150080"/>
            <a:ext cx="4129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4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{{detailed_content[3]}}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44"/>
          <p:cNvSpPr/>
          <p:nvPr/>
        </p:nvSpPr>
        <p:spPr>
          <a:xfrm>
            <a:off x="7745760" y="4988880"/>
            <a:ext cx="3994920" cy="6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40000"/>
              </a:lnSpc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{{content_points[5]}}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45"/>
          <p:cNvSpPr/>
          <p:nvPr/>
        </p:nvSpPr>
        <p:spPr>
          <a:xfrm>
            <a:off x="7746120" y="5683320"/>
            <a:ext cx="41295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40000"/>
              </a:lnSpc>
            </a:pPr>
            <a:r>
              <a:rPr b="0" lang="en-US" sz="1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{{detailed_content[5]}}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Oval 47"/>
          <p:cNvSpPr/>
          <p:nvPr/>
        </p:nvSpPr>
        <p:spPr>
          <a:xfrm>
            <a:off x="6720840" y="5140800"/>
            <a:ext cx="919080" cy="91908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258" name="Group 222"/>
          <p:cNvGrpSpPr/>
          <p:nvPr/>
        </p:nvGrpSpPr>
        <p:grpSpPr>
          <a:xfrm>
            <a:off x="6993720" y="5427000"/>
            <a:ext cx="399600" cy="310320"/>
            <a:chOff x="6993720" y="5427000"/>
            <a:chExt cx="399600" cy="310320"/>
          </a:xfrm>
        </p:grpSpPr>
        <p:sp>
          <p:nvSpPr>
            <p:cNvPr id="259" name="AutoShape 220"/>
            <p:cNvSpPr/>
            <p:nvPr/>
          </p:nvSpPr>
          <p:spPr>
            <a:xfrm>
              <a:off x="6993720" y="5427000"/>
              <a:ext cx="399600" cy="279360"/>
            </a:xfrm>
            <a:custGeom>
              <a:avLst/>
              <a:gdLst>
                <a:gd name="textAreaLeft" fmla="*/ 0 w 399600"/>
                <a:gd name="textAreaRight" fmla="*/ 399960 w 399600"/>
                <a:gd name="textAreaTop" fmla="*/ 0 h 279360"/>
                <a:gd name="textAreaBottom" fmla="*/ 279720 h 2793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  <a:gd name="GluePoint27X" fmla="*/ 0 w 21600"/>
                <a:gd name="GluePoint27Y" fmla="*/ 0 h 21600"/>
                <a:gd name="GluePoint28X" fmla="*/ 0 w 21600"/>
                <a:gd name="GluePoint28Y" fmla="*/ 0 h 21600"/>
                <a:gd name="GluePoint29X" fmla="*/ 0 w 21600"/>
                <a:gd name="GluePoint29Y" fmla="*/ 0 h 21600"/>
                <a:gd name="GluePoint30X" fmla="*/ 0 w 21600"/>
                <a:gd name="GluePoint30Y" fmla="*/ 0 h 21600"/>
                <a:gd name="GluePoint31X" fmla="*/ 0 w 21600"/>
                <a:gd name="GluePoint31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8979" y="9813"/>
                  </a:moveTo>
                  <a:cubicBezTo>
                    <a:pt x="18987" y="9628"/>
                    <a:pt x="18998" y="9444"/>
                    <a:pt x="18998" y="9257"/>
                  </a:cubicBezTo>
                  <a:cubicBezTo>
                    <a:pt x="18998" y="4145"/>
                    <a:pt x="16122" y="0"/>
                    <a:pt x="12573" y="0"/>
                  </a:cubicBezTo>
                  <a:cubicBezTo>
                    <a:pt x="10013" y="0"/>
                    <a:pt x="7810" y="2160"/>
                    <a:pt x="6777" y="5279"/>
                  </a:cubicBezTo>
                  <a:cubicBezTo>
                    <a:pt x="6276" y="4719"/>
                    <a:pt x="5648" y="4383"/>
                    <a:pt x="4964" y="4383"/>
                  </a:cubicBezTo>
                  <a:cubicBezTo>
                    <a:pt x="3328" y="4383"/>
                    <a:pt x="2000" y="6295"/>
                    <a:pt x="2000" y="8653"/>
                  </a:cubicBezTo>
                  <a:cubicBezTo>
                    <a:pt x="2000" y="9096"/>
                    <a:pt x="2047" y="9524"/>
                    <a:pt x="2134" y="9925"/>
                  </a:cubicBezTo>
                  <a:cubicBezTo>
                    <a:pt x="858" y="11019"/>
                    <a:pt x="0" y="13019"/>
                    <a:pt x="0" y="15314"/>
                  </a:cubicBezTo>
                  <a:cubicBezTo>
                    <a:pt x="0" y="18744"/>
                    <a:pt x="1912" y="21527"/>
                    <a:pt x="4285" y="21579"/>
                  </a:cubicBezTo>
                  <a:lnTo>
                    <a:pt x="4285" y="21583"/>
                  </a:lnTo>
                  <a:lnTo>
                    <a:pt x="4335" y="21583"/>
                  </a:lnTo>
                  <a:cubicBezTo>
                    <a:pt x="4341" y="21583"/>
                    <a:pt x="4347" y="21584"/>
                    <a:pt x="4353" y="21584"/>
                  </a:cubicBezTo>
                  <a:cubicBezTo>
                    <a:pt x="4359" y="21584"/>
                    <a:pt x="4364" y="21583"/>
                    <a:pt x="4370" y="21583"/>
                  </a:cubicBezTo>
                  <a:lnTo>
                    <a:pt x="7713" y="21583"/>
                  </a:lnTo>
                  <a:lnTo>
                    <a:pt x="7713" y="19075"/>
                  </a:lnTo>
                  <a:lnTo>
                    <a:pt x="6761" y="19075"/>
                  </a:lnTo>
                  <a:cubicBezTo>
                    <a:pt x="5842" y="19075"/>
                    <a:pt x="5083" y="18421"/>
                    <a:pt x="4728" y="17327"/>
                  </a:cubicBezTo>
                  <a:cubicBezTo>
                    <a:pt x="4373" y="16233"/>
                    <a:pt x="4513" y="14974"/>
                    <a:pt x="5102" y="13959"/>
                  </a:cubicBezTo>
                  <a:lnTo>
                    <a:pt x="8860" y="7492"/>
                  </a:lnTo>
                  <a:cubicBezTo>
                    <a:pt x="9334" y="6677"/>
                    <a:pt x="10019" y="6210"/>
                    <a:pt x="10739" y="6210"/>
                  </a:cubicBezTo>
                  <a:cubicBezTo>
                    <a:pt x="11460" y="6210"/>
                    <a:pt x="12144" y="6677"/>
                    <a:pt x="12618" y="7493"/>
                  </a:cubicBezTo>
                  <a:lnTo>
                    <a:pt x="16376" y="13960"/>
                  </a:lnTo>
                  <a:cubicBezTo>
                    <a:pt x="16966" y="14974"/>
                    <a:pt x="17105" y="16233"/>
                    <a:pt x="16750" y="17327"/>
                  </a:cubicBezTo>
                  <a:cubicBezTo>
                    <a:pt x="16395" y="18421"/>
                    <a:pt x="15635" y="19075"/>
                    <a:pt x="14718" y="19075"/>
                  </a:cubicBezTo>
                  <a:lnTo>
                    <a:pt x="13765" y="19075"/>
                  </a:lnTo>
                  <a:lnTo>
                    <a:pt x="13765" y="21583"/>
                  </a:lnTo>
                  <a:lnTo>
                    <a:pt x="17114" y="21583"/>
                  </a:lnTo>
                  <a:cubicBezTo>
                    <a:pt x="17191" y="21589"/>
                    <a:pt x="17268" y="21600"/>
                    <a:pt x="17346" y="21600"/>
                  </a:cubicBezTo>
                  <a:cubicBezTo>
                    <a:pt x="19696" y="21600"/>
                    <a:pt x="21600" y="18856"/>
                    <a:pt x="21600" y="15472"/>
                  </a:cubicBezTo>
                  <a:cubicBezTo>
                    <a:pt x="21600" y="12921"/>
                    <a:pt x="20518" y="10735"/>
                    <a:pt x="18979" y="9813"/>
                  </a:cubicBezTo>
                  <a:close/>
                  <a:moveTo>
                    <a:pt x="18979" y="9813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260" name="AutoShape 221"/>
            <p:cNvSpPr/>
            <p:nvPr/>
          </p:nvSpPr>
          <p:spPr>
            <a:xfrm>
              <a:off x="7110720" y="5545080"/>
              <a:ext cx="162360" cy="192240"/>
            </a:xfrm>
            <a:custGeom>
              <a:avLst/>
              <a:gdLst>
                <a:gd name="textAreaLeft" fmla="*/ 0 w 162360"/>
                <a:gd name="textAreaRight" fmla="*/ 162720 w 162360"/>
                <a:gd name="textAreaTop" fmla="*/ 0 h 192240"/>
                <a:gd name="textAreaBottom" fmla="*/ 192600 h 192240"/>
                <a:gd name="GluePoint1X" fmla="*/ 0 w 20986"/>
                <a:gd name="GluePoint1Y" fmla="*/ 0 h 21600"/>
                <a:gd name="GluePoint2X" fmla="*/ 0 w 20986"/>
                <a:gd name="GluePoint2Y" fmla="*/ 0 h 21600"/>
                <a:gd name="GluePoint3X" fmla="*/ 0 w 20986"/>
                <a:gd name="GluePoint3Y" fmla="*/ 0 h 21600"/>
                <a:gd name="GluePoint4X" fmla="*/ 0 w 20986"/>
                <a:gd name="GluePoint4Y" fmla="*/ 0 h 21600"/>
                <a:gd name="GluePoint5X" fmla="*/ 0 w 20986"/>
                <a:gd name="GluePoint5Y" fmla="*/ 0 h 21600"/>
                <a:gd name="GluePoint6X" fmla="*/ 0 w 20986"/>
                <a:gd name="GluePoint6Y" fmla="*/ 0 h 21600"/>
                <a:gd name="GluePoint7X" fmla="*/ 0 w 20986"/>
                <a:gd name="GluePoint7Y" fmla="*/ 0 h 21600"/>
                <a:gd name="GluePoint8X" fmla="*/ 0 w 20986"/>
                <a:gd name="GluePoint8Y" fmla="*/ 0 h 21600"/>
                <a:gd name="GluePoint9X" fmla="*/ 0 w 20986"/>
                <a:gd name="GluePoint9Y" fmla="*/ 0 h 21600"/>
                <a:gd name="GluePoint10X" fmla="*/ 0 w 20986"/>
                <a:gd name="GluePoint10Y" fmla="*/ 0 h 21600"/>
                <a:gd name="GluePoint11X" fmla="*/ 0 w 20986"/>
                <a:gd name="GluePoint11Y" fmla="*/ 0 h 21600"/>
                <a:gd name="GluePoint12X" fmla="*/ 0 w 20986"/>
                <a:gd name="GluePoint12Y" fmla="*/ 0 h 21600"/>
                <a:gd name="GluePoint13X" fmla="*/ 0 w 20986"/>
                <a:gd name="GluePoint13Y" fmla="*/ 0 h 21600"/>
                <a:gd name="GluePoint14X" fmla="*/ 0 w 20986"/>
                <a:gd name="GluePoint14Y" fmla="*/ 0 h 21600"/>
                <a:gd name="GluePoint15X" fmla="*/ 0 w 20986"/>
                <a:gd name="GluePoint15Y" fmla="*/ 0 h 21600"/>
                <a:gd name="GluePoint16X" fmla="*/ 0 w 20986"/>
                <a:gd name="GluePoint16Y" fmla="*/ 0 h 21600"/>
                <a:gd name="GluePoint17X" fmla="*/ 0 w 20986"/>
                <a:gd name="GluePoint17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986" h="21600">
                  <a:moveTo>
                    <a:pt x="20639" y="9912"/>
                  </a:moveTo>
                  <a:lnTo>
                    <a:pt x="11682" y="514"/>
                  </a:lnTo>
                  <a:cubicBezTo>
                    <a:pt x="11355" y="171"/>
                    <a:pt x="10923" y="0"/>
                    <a:pt x="10493" y="0"/>
                  </a:cubicBezTo>
                  <a:cubicBezTo>
                    <a:pt x="10062" y="0"/>
                    <a:pt x="9631" y="171"/>
                    <a:pt x="9304" y="514"/>
                  </a:cubicBezTo>
                  <a:lnTo>
                    <a:pt x="347" y="9912"/>
                  </a:lnTo>
                  <a:cubicBezTo>
                    <a:pt x="-307" y="10598"/>
                    <a:pt x="-9" y="11159"/>
                    <a:pt x="1010" y="11159"/>
                  </a:cubicBezTo>
                  <a:lnTo>
                    <a:pt x="5719" y="11159"/>
                  </a:lnTo>
                  <a:cubicBezTo>
                    <a:pt x="6228" y="11159"/>
                    <a:pt x="6898" y="11159"/>
                    <a:pt x="7570" y="11159"/>
                  </a:cubicBezTo>
                  <a:lnTo>
                    <a:pt x="7570" y="19974"/>
                  </a:lnTo>
                  <a:cubicBezTo>
                    <a:pt x="7570" y="20868"/>
                    <a:pt x="8404" y="21600"/>
                    <a:pt x="9423" y="21600"/>
                  </a:cubicBezTo>
                  <a:lnTo>
                    <a:pt x="11565" y="21600"/>
                  </a:lnTo>
                  <a:cubicBezTo>
                    <a:pt x="12584" y="21600"/>
                    <a:pt x="13418" y="20868"/>
                    <a:pt x="13418" y="19974"/>
                  </a:cubicBezTo>
                  <a:lnTo>
                    <a:pt x="13418" y="11159"/>
                  </a:lnTo>
                  <a:cubicBezTo>
                    <a:pt x="14088" y="11159"/>
                    <a:pt x="14760" y="11159"/>
                    <a:pt x="15269" y="11159"/>
                  </a:cubicBezTo>
                  <a:lnTo>
                    <a:pt x="19977" y="11159"/>
                  </a:lnTo>
                  <a:cubicBezTo>
                    <a:pt x="20995" y="11159"/>
                    <a:pt x="21293" y="10598"/>
                    <a:pt x="20639" y="9912"/>
                  </a:cubicBezTo>
                  <a:close/>
                  <a:moveTo>
                    <a:pt x="20639" y="9912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grpSp>
        <p:nvGrpSpPr>
          <p:cNvPr id="261" name="组合 2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262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263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264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265" name="组合 6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266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67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68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69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0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1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2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3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4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5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6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7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8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79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0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1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2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3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4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5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6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7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8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89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90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91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92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93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94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95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296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297" name="文本框 38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文本框 114"/>
          <p:cNvSpPr/>
          <p:nvPr/>
        </p:nvSpPr>
        <p:spPr>
          <a:xfrm>
            <a:off x="1068840" y="1053000"/>
            <a:ext cx="929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矩形 1"/>
          <p:cNvSpPr/>
          <p:nvPr/>
        </p:nvSpPr>
        <p:spPr>
          <a:xfrm>
            <a:off x="-9360" y="0"/>
            <a:ext cx="12200400" cy="686088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solidFill>
              <a:srgbClr val="2e75b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300" name="Teardrop 3"/>
          <p:cNvSpPr/>
          <p:nvPr/>
        </p:nvSpPr>
        <p:spPr>
          <a:xfrm rot="10800000">
            <a:off x="1236600" y="1657800"/>
            <a:ext cx="4105800" cy="4105800"/>
          </a:xfrm>
          <a:prstGeom prst="teardrop">
            <a:avLst>
              <a:gd name="adj" fmla="val 100000"/>
            </a:avLst>
          </a:prstGeom>
          <a:solidFill>
            <a:srgbClr val="3099d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301" name="Group 7"/>
          <p:cNvGrpSpPr/>
          <p:nvPr/>
        </p:nvGrpSpPr>
        <p:grpSpPr>
          <a:xfrm>
            <a:off x="1253160" y="2392200"/>
            <a:ext cx="3894840" cy="1451160"/>
            <a:chOff x="1253160" y="2392200"/>
            <a:chExt cx="3894840" cy="1451160"/>
          </a:xfrm>
        </p:grpSpPr>
        <p:sp>
          <p:nvSpPr>
            <p:cNvPr id="302" name="TextBox 8"/>
            <p:cNvSpPr/>
            <p:nvPr/>
          </p:nvSpPr>
          <p:spPr>
            <a:xfrm>
              <a:off x="1523880" y="2392200"/>
              <a:ext cx="3505680" cy="1198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3600" strike="noStrike" u="none">
                  <a:solidFill>
                    <a:schemeClr val="lt1">
                      <a:alpha val="90000"/>
                    </a:schemeClr>
                  </a:solidFill>
                  <a:effectLst/>
                  <a:uFillTx/>
                  <a:latin typeface="Roboto condensed"/>
                  <a:ea typeface="宋体"/>
                </a:rPr>
                <a:t>{{subtitle[0]}}</a:t>
              </a:r>
              <a:endPara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TextBox 9"/>
            <p:cNvSpPr/>
            <p:nvPr/>
          </p:nvSpPr>
          <p:spPr>
            <a:xfrm>
              <a:off x="1253160" y="3591000"/>
              <a:ext cx="3894840" cy="25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en-US" sz="1050" strike="noStrike" u="none">
                  <a:solidFill>
                    <a:schemeClr val="lt1">
                      <a:alpha val="50000"/>
                    </a:schemeClr>
                  </a:solidFill>
                  <a:effectLst/>
                  <a:uFillTx/>
                  <a:latin typeface="Roboto condensed"/>
                  <a:ea typeface="宋体"/>
                </a:rPr>
                <a:t>{{detailed_content[0]}}</a:t>
              </a:r>
              <a:endParaRPr b="0" lang="en-US" sz="105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4" name="组合 40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305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306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307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308" name="组合 87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309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0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1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2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3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4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5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6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7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8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19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0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1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2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3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4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5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6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7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8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29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0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1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2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3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4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5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6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7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8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39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340" name="文本框 119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rgbClr val="3099d6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文本框 120"/>
          <p:cNvSpPr/>
          <p:nvPr/>
        </p:nvSpPr>
        <p:spPr>
          <a:xfrm>
            <a:off x="1068840" y="1053000"/>
            <a:ext cx="617040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rgbClr val="3099d6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Box 18"/>
          <p:cNvSpPr/>
          <p:nvPr/>
        </p:nvSpPr>
        <p:spPr>
          <a:xfrm>
            <a:off x="1116000" y="4794120"/>
            <a:ext cx="398340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{{content_points[2]}}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9"/>
          <p:cNvSpPr/>
          <p:nvPr/>
        </p:nvSpPr>
        <p:spPr>
          <a:xfrm>
            <a:off x="2237400" y="5420160"/>
            <a:ext cx="27910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Roboto Light"/>
              </a:rPr>
              <a:t>{{detailed_content[2]}}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1"/>
          <p:cNvSpPr/>
          <p:nvPr/>
        </p:nvSpPr>
        <p:spPr>
          <a:xfrm>
            <a:off x="2698920" y="3153600"/>
            <a:ext cx="21852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Roboto Light"/>
              </a:rPr>
              <a:t>{{detailed_content[0]}}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22"/>
          <p:cNvSpPr/>
          <p:nvPr/>
        </p:nvSpPr>
        <p:spPr>
          <a:xfrm>
            <a:off x="1116000" y="2404440"/>
            <a:ext cx="4056480" cy="30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{{content_points[0]}}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24"/>
          <p:cNvSpPr/>
          <p:nvPr/>
        </p:nvSpPr>
        <p:spPr>
          <a:xfrm>
            <a:off x="9847080" y="3780720"/>
            <a:ext cx="162900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{{content_points[3]}}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25"/>
          <p:cNvSpPr/>
          <p:nvPr/>
        </p:nvSpPr>
        <p:spPr>
          <a:xfrm>
            <a:off x="9847080" y="4466520"/>
            <a:ext cx="1629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Roboto Light"/>
              </a:rPr>
              <a:t>{{detailed_content[3]}}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8"/>
          <p:cNvSpPr/>
          <p:nvPr/>
        </p:nvSpPr>
        <p:spPr>
          <a:xfrm>
            <a:off x="9847080" y="1770480"/>
            <a:ext cx="162900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{{content_points[1]}}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9"/>
          <p:cNvSpPr/>
          <p:nvPr/>
        </p:nvSpPr>
        <p:spPr>
          <a:xfrm>
            <a:off x="9900000" y="2403720"/>
            <a:ext cx="15757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Roboto Light"/>
              </a:rPr>
              <a:t>{{detailed_content[1]}}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Freeform 7"/>
          <p:cNvSpPr/>
          <p:nvPr/>
        </p:nvSpPr>
        <p:spPr>
          <a:xfrm rot="18900000">
            <a:off x="6833880" y="1817280"/>
            <a:ext cx="1746720" cy="1746720"/>
          </a:xfrm>
          <a:custGeom>
            <a:avLst/>
            <a:gdLst>
              <a:gd name="textAreaLeft" fmla="*/ 0 w 1746720"/>
              <a:gd name="textAreaRight" fmla="*/ 1747080 w 1746720"/>
              <a:gd name="textAreaTop" fmla="*/ 0 h 1746720"/>
              <a:gd name="textAreaBottom" fmla="*/ 1747080 h 1746720"/>
              <a:gd name="GluePoint1X" fmla="*/ 720 w 720"/>
              <a:gd name="GluePoint1Y" fmla="*/ 275 h 720"/>
              <a:gd name="GluePoint2X" fmla="*/ 643 w 720"/>
              <a:gd name="GluePoint2Y" fmla="*/ 352 h 720"/>
              <a:gd name="GluePoint3X" fmla="*/ 643 w 720"/>
              <a:gd name="GluePoint3Y" fmla="*/ 352 h 720"/>
              <a:gd name="GluePoint4X" fmla="*/ 603 w 720"/>
              <a:gd name="GluePoint4Y" fmla="*/ 336 h 720"/>
              <a:gd name="GluePoint5X" fmla="*/ 569 w 720"/>
              <a:gd name="GluePoint5Y" fmla="*/ 313 h 720"/>
              <a:gd name="GluePoint6X" fmla="*/ 543 w 720"/>
              <a:gd name="GluePoint6Y" fmla="*/ 356 h 720"/>
              <a:gd name="GluePoint7X" fmla="*/ 542 w 720"/>
              <a:gd name="GluePoint7Y" fmla="*/ 365 h 720"/>
              <a:gd name="GluePoint8X" fmla="*/ 542 w 720"/>
              <a:gd name="GluePoint8Y" fmla="*/ 542 h 720"/>
              <a:gd name="GluePoint9X" fmla="*/ 542 w 720"/>
              <a:gd name="GluePoint9Y" fmla="*/ 542 h 720"/>
              <a:gd name="GluePoint10X" fmla="*/ 356 w 720"/>
              <a:gd name="GluePoint10Y" fmla="*/ 542 h 720"/>
              <a:gd name="GluePoint11X" fmla="*/ 345 w 720"/>
              <a:gd name="GluePoint11Y" fmla="*/ 543 h 720"/>
              <a:gd name="GluePoint12X" fmla="*/ 296 w 720"/>
              <a:gd name="GluePoint12Y" fmla="*/ 572 h 720"/>
              <a:gd name="GluePoint13X" fmla="*/ 314 w 720"/>
              <a:gd name="GluePoint13Y" fmla="*/ 610 h 720"/>
              <a:gd name="GluePoint14X" fmla="*/ 320 w 720"/>
              <a:gd name="GluePoint14Y" fmla="*/ 617 h 720"/>
              <a:gd name="GluePoint15X" fmla="*/ 335 w 720"/>
              <a:gd name="GluePoint15Y" fmla="*/ 652 h 720"/>
              <a:gd name="GluePoint16X" fmla="*/ 266 w 720"/>
              <a:gd name="GluePoint16Y" fmla="*/ 720 h 720"/>
              <a:gd name="GluePoint17X" fmla="*/ 198 w 720"/>
              <a:gd name="GluePoint17Y" fmla="*/ 652 h 720"/>
              <a:gd name="GluePoint18X" fmla="*/ 198 w 720"/>
              <a:gd name="GluePoint18Y" fmla="*/ 652 h 720"/>
              <a:gd name="GluePoint19X" fmla="*/ 212 w 720"/>
              <a:gd name="GluePoint19Y" fmla="*/ 617 h 720"/>
              <a:gd name="GluePoint20X" fmla="*/ 219 w 720"/>
              <a:gd name="GluePoint20Y" fmla="*/ 610 h 720"/>
              <a:gd name="GluePoint21X" fmla="*/ 237 w 720"/>
              <a:gd name="GluePoint21Y" fmla="*/ 572 h 720"/>
              <a:gd name="GluePoint22X" fmla="*/ 187 w 720"/>
              <a:gd name="GluePoint22Y" fmla="*/ 543 h 720"/>
              <a:gd name="GluePoint23X" fmla="*/ 177 w 720"/>
              <a:gd name="GluePoint23Y" fmla="*/ 542 h 720"/>
              <a:gd name="GluePoint24X" fmla="*/ 0 w 720"/>
              <a:gd name="GluePoint24Y" fmla="*/ 542 h 720"/>
              <a:gd name="GluePoint25X" fmla="*/ 0 w 720"/>
              <a:gd name="GluePoint25Y" fmla="*/ 365 h 720"/>
              <a:gd name="GluePoint26X" fmla="*/ 1 w 720"/>
              <a:gd name="GluePoint26Y" fmla="*/ 358 h 720"/>
              <a:gd name="GluePoint27X" fmla="*/ 19 w 720"/>
              <a:gd name="GluePoint27Y" fmla="*/ 321 h 720"/>
              <a:gd name="GluePoint28X" fmla="*/ 40 w 720"/>
              <a:gd name="GluePoint28Y" fmla="*/ 335 h 720"/>
              <a:gd name="GluePoint29X" fmla="*/ 47 w 720"/>
              <a:gd name="GluePoint29Y" fmla="*/ 342 h 720"/>
              <a:gd name="GluePoint30X" fmla="*/ 92 w 720"/>
              <a:gd name="GluePoint30Y" fmla="*/ 360 h 720"/>
              <a:gd name="GluePoint31X" fmla="*/ 93 w 720"/>
              <a:gd name="GluePoint31Y" fmla="*/ 360 h 720"/>
              <a:gd name="GluePoint32X" fmla="*/ 178 w 720"/>
              <a:gd name="GluePoint32Y" fmla="*/ 275 h 720"/>
              <a:gd name="GluePoint33X" fmla="*/ 93 w 720"/>
              <a:gd name="GluePoint33Y" fmla="*/ 190 h 720"/>
              <a:gd name="GluePoint34X" fmla="*/ 92 w 720"/>
              <a:gd name="GluePoint34Y" fmla="*/ 190 h 720"/>
              <a:gd name="GluePoint35X" fmla="*/ 47 w 720"/>
              <a:gd name="GluePoint35Y" fmla="*/ 209 h 720"/>
              <a:gd name="GluePoint36X" fmla="*/ 40 w 720"/>
              <a:gd name="GluePoint36Y" fmla="*/ 215 h 720"/>
              <a:gd name="GluePoint37X" fmla="*/ 19 w 720"/>
              <a:gd name="GluePoint37Y" fmla="*/ 230 h 720"/>
              <a:gd name="GluePoint38X" fmla="*/ 1 w 720"/>
              <a:gd name="GluePoint38Y" fmla="*/ 193 h 720"/>
              <a:gd name="GluePoint39X" fmla="*/ 0 w 720"/>
              <a:gd name="GluePoint39Y" fmla="*/ 186 h 720"/>
              <a:gd name="GluePoint40X" fmla="*/ 0 w 720"/>
              <a:gd name="GluePoint40Y" fmla="*/ 0 h 720"/>
              <a:gd name="GluePoint41X" fmla="*/ 177 w 720"/>
              <a:gd name="GluePoint41Y" fmla="*/ 0 h 720"/>
              <a:gd name="GluePoint42X" fmla="*/ 186 w 720"/>
              <a:gd name="GluePoint42Y" fmla="*/ 1 h 720"/>
              <a:gd name="GluePoint43X" fmla="*/ 206 w 720"/>
              <a:gd name="GluePoint43Y" fmla="*/ 61 h 720"/>
              <a:gd name="GluePoint44X" fmla="*/ 190 w 720"/>
              <a:gd name="GluePoint44Y" fmla="*/ 102 h 720"/>
              <a:gd name="GluePoint45X" fmla="*/ 266 w 720"/>
              <a:gd name="GluePoint45Y" fmla="*/ 179 h 720"/>
              <a:gd name="GluePoint46X" fmla="*/ 343 w 720"/>
              <a:gd name="GluePoint46Y" fmla="*/ 102 h 720"/>
              <a:gd name="GluePoint47X" fmla="*/ 327 w 720"/>
              <a:gd name="GluePoint47Y" fmla="*/ 61 h 720"/>
              <a:gd name="GluePoint48X" fmla="*/ 347 w 720"/>
              <a:gd name="GluePoint48Y" fmla="*/ 1 h 720"/>
              <a:gd name="GluePoint49X" fmla="*/ 356 w 720"/>
              <a:gd name="GluePoint49Y" fmla="*/ 0 h 720"/>
              <a:gd name="GluePoint50X" fmla="*/ 542 w 720"/>
              <a:gd name="GluePoint50Y" fmla="*/ 0 h 720"/>
              <a:gd name="GluePoint51X" fmla="*/ 542 w 720"/>
              <a:gd name="GluePoint51Y" fmla="*/ 186 h 720"/>
              <a:gd name="GluePoint52X" fmla="*/ 543 w 720"/>
              <a:gd name="GluePoint52Y" fmla="*/ 194 h 720"/>
              <a:gd name="GluePoint53X" fmla="*/ 569 w 720"/>
              <a:gd name="GluePoint53Y" fmla="*/ 238 h 720"/>
              <a:gd name="GluePoint54X" fmla="*/ 603 w 720"/>
              <a:gd name="GluePoint54Y" fmla="*/ 215 h 720"/>
              <a:gd name="GluePoint55X" fmla="*/ 642 w 720"/>
              <a:gd name="GluePoint55Y" fmla="*/ 199 h 720"/>
              <a:gd name="GluePoint56X" fmla="*/ 643 w 720"/>
              <a:gd name="GluePoint56Y" fmla="*/ 199 h 720"/>
              <a:gd name="GluePoint57X" fmla="*/ 720 w 720"/>
              <a:gd name="GluePoint57Y" fmla="*/ 275 h 7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</a:cxnLst>
            <a:rect l="textAreaLeft" t="textAreaTop" r="textAreaRight" b="textAreaBottom"/>
            <a:pathLst>
              <a:path w="720" h="720">
                <a:moveTo>
                  <a:pt x="720" y="275"/>
                </a:moveTo>
                <a:cubicBezTo>
                  <a:pt x="720" y="318"/>
                  <a:pt x="686" y="352"/>
                  <a:pt x="643" y="352"/>
                </a:cubicBezTo>
                <a:cubicBezTo>
                  <a:pt x="643" y="352"/>
                  <a:pt x="643" y="352"/>
                  <a:pt x="643" y="352"/>
                </a:cubicBezTo>
                <a:cubicBezTo>
                  <a:pt x="639" y="352"/>
                  <a:pt x="621" y="351"/>
                  <a:pt x="603" y="336"/>
                </a:cubicBezTo>
                <a:cubicBezTo>
                  <a:pt x="592" y="327"/>
                  <a:pt x="580" y="313"/>
                  <a:pt x="569" y="313"/>
                </a:cubicBezTo>
                <a:cubicBezTo>
                  <a:pt x="559" y="313"/>
                  <a:pt x="550" y="323"/>
                  <a:pt x="543" y="356"/>
                </a:cubicBezTo>
                <a:cubicBezTo>
                  <a:pt x="542" y="359"/>
                  <a:pt x="542" y="362"/>
                  <a:pt x="542" y="365"/>
                </a:cubicBezTo>
                <a:cubicBezTo>
                  <a:pt x="542" y="542"/>
                  <a:pt x="542" y="542"/>
                  <a:pt x="542" y="542"/>
                </a:cubicBezTo>
                <a:cubicBezTo>
                  <a:pt x="542" y="542"/>
                  <a:pt x="542" y="542"/>
                  <a:pt x="542" y="542"/>
                </a:cubicBezTo>
                <a:cubicBezTo>
                  <a:pt x="356" y="542"/>
                  <a:pt x="356" y="542"/>
                  <a:pt x="356" y="542"/>
                </a:cubicBezTo>
                <a:cubicBezTo>
                  <a:pt x="352" y="542"/>
                  <a:pt x="349" y="543"/>
                  <a:pt x="345" y="543"/>
                </a:cubicBezTo>
                <a:cubicBezTo>
                  <a:pt x="315" y="550"/>
                  <a:pt x="300" y="559"/>
                  <a:pt x="296" y="572"/>
                </a:cubicBezTo>
                <a:cubicBezTo>
                  <a:pt x="292" y="586"/>
                  <a:pt x="304" y="599"/>
                  <a:pt x="314" y="610"/>
                </a:cubicBezTo>
                <a:cubicBezTo>
                  <a:pt x="316" y="613"/>
                  <a:pt x="318" y="615"/>
                  <a:pt x="320" y="617"/>
                </a:cubicBezTo>
                <a:cubicBezTo>
                  <a:pt x="335" y="634"/>
                  <a:pt x="335" y="651"/>
                  <a:pt x="335" y="652"/>
                </a:cubicBezTo>
                <a:cubicBezTo>
                  <a:pt x="335" y="690"/>
                  <a:pt x="304" y="720"/>
                  <a:pt x="266" y="720"/>
                </a:cubicBezTo>
                <a:cubicBezTo>
                  <a:pt x="229" y="720"/>
                  <a:pt x="198" y="690"/>
                  <a:pt x="198" y="652"/>
                </a:cubicBezTo>
                <a:cubicBezTo>
                  <a:pt x="198" y="652"/>
                  <a:pt x="198" y="652"/>
                  <a:pt x="198" y="652"/>
                </a:cubicBezTo>
                <a:cubicBezTo>
                  <a:pt x="198" y="651"/>
                  <a:pt x="197" y="634"/>
                  <a:pt x="212" y="617"/>
                </a:cubicBezTo>
                <a:cubicBezTo>
                  <a:pt x="214" y="615"/>
                  <a:pt x="216" y="613"/>
                  <a:pt x="219" y="610"/>
                </a:cubicBezTo>
                <a:cubicBezTo>
                  <a:pt x="229" y="599"/>
                  <a:pt x="241" y="586"/>
                  <a:pt x="237" y="572"/>
                </a:cubicBezTo>
                <a:cubicBezTo>
                  <a:pt x="233" y="559"/>
                  <a:pt x="217" y="550"/>
                  <a:pt x="187" y="543"/>
                </a:cubicBezTo>
                <a:cubicBezTo>
                  <a:pt x="184" y="543"/>
                  <a:pt x="180" y="542"/>
                  <a:pt x="177" y="542"/>
                </a:cubicBezTo>
                <a:cubicBezTo>
                  <a:pt x="0" y="542"/>
                  <a:pt x="0" y="542"/>
                  <a:pt x="0" y="542"/>
                </a:cubicBezTo>
                <a:cubicBezTo>
                  <a:pt x="0" y="365"/>
                  <a:pt x="0" y="365"/>
                  <a:pt x="0" y="365"/>
                </a:cubicBezTo>
                <a:cubicBezTo>
                  <a:pt x="0" y="363"/>
                  <a:pt x="0" y="360"/>
                  <a:pt x="1" y="358"/>
                </a:cubicBezTo>
                <a:cubicBezTo>
                  <a:pt x="8" y="324"/>
                  <a:pt x="17" y="321"/>
                  <a:pt x="19" y="321"/>
                </a:cubicBezTo>
                <a:cubicBezTo>
                  <a:pt x="24" y="321"/>
                  <a:pt x="33" y="329"/>
                  <a:pt x="40" y="335"/>
                </a:cubicBezTo>
                <a:cubicBezTo>
                  <a:pt x="42" y="338"/>
                  <a:pt x="45" y="340"/>
                  <a:pt x="47" y="342"/>
                </a:cubicBezTo>
                <a:cubicBezTo>
                  <a:pt x="67" y="359"/>
                  <a:pt x="87" y="360"/>
                  <a:pt x="92" y="360"/>
                </a:cubicBezTo>
                <a:cubicBezTo>
                  <a:pt x="93" y="360"/>
                  <a:pt x="93" y="360"/>
                  <a:pt x="93" y="360"/>
                </a:cubicBezTo>
                <a:cubicBezTo>
                  <a:pt x="140" y="360"/>
                  <a:pt x="178" y="322"/>
                  <a:pt x="178" y="275"/>
                </a:cubicBezTo>
                <a:cubicBezTo>
                  <a:pt x="178" y="229"/>
                  <a:pt x="140" y="190"/>
                  <a:pt x="93" y="190"/>
                </a:cubicBezTo>
                <a:cubicBezTo>
                  <a:pt x="92" y="190"/>
                  <a:pt x="92" y="190"/>
                  <a:pt x="92" y="190"/>
                </a:cubicBezTo>
                <a:cubicBezTo>
                  <a:pt x="87" y="190"/>
                  <a:pt x="67" y="192"/>
                  <a:pt x="47" y="209"/>
                </a:cubicBezTo>
                <a:cubicBezTo>
                  <a:pt x="45" y="211"/>
                  <a:pt x="42" y="213"/>
                  <a:pt x="40" y="215"/>
                </a:cubicBezTo>
                <a:cubicBezTo>
                  <a:pt x="33" y="222"/>
                  <a:pt x="24" y="230"/>
                  <a:pt x="19" y="230"/>
                </a:cubicBezTo>
                <a:cubicBezTo>
                  <a:pt x="17" y="230"/>
                  <a:pt x="8" y="227"/>
                  <a:pt x="1" y="193"/>
                </a:cubicBezTo>
                <a:cubicBezTo>
                  <a:pt x="0" y="190"/>
                  <a:pt x="0" y="188"/>
                  <a:pt x="0" y="186"/>
                </a:cubicBezTo>
                <a:cubicBezTo>
                  <a:pt x="0" y="0"/>
                  <a:pt x="0" y="0"/>
                  <a:pt x="0" y="0"/>
                </a:cubicBezTo>
                <a:cubicBezTo>
                  <a:pt x="177" y="0"/>
                  <a:pt x="177" y="0"/>
                  <a:pt x="177" y="0"/>
                </a:cubicBezTo>
                <a:cubicBezTo>
                  <a:pt x="180" y="0"/>
                  <a:pt x="183" y="1"/>
                  <a:pt x="186" y="1"/>
                </a:cubicBezTo>
                <a:cubicBezTo>
                  <a:pt x="257" y="18"/>
                  <a:pt x="223" y="42"/>
                  <a:pt x="206" y="61"/>
                </a:cubicBezTo>
                <a:cubicBezTo>
                  <a:pt x="189" y="82"/>
                  <a:pt x="190" y="102"/>
                  <a:pt x="190" y="102"/>
                </a:cubicBezTo>
                <a:cubicBezTo>
                  <a:pt x="190" y="144"/>
                  <a:pt x="224" y="179"/>
                  <a:pt x="266" y="179"/>
                </a:cubicBezTo>
                <a:cubicBezTo>
                  <a:pt x="309" y="179"/>
                  <a:pt x="343" y="144"/>
                  <a:pt x="343" y="102"/>
                </a:cubicBezTo>
                <a:cubicBezTo>
                  <a:pt x="343" y="102"/>
                  <a:pt x="344" y="82"/>
                  <a:pt x="327" y="61"/>
                </a:cubicBezTo>
                <a:cubicBezTo>
                  <a:pt x="310" y="42"/>
                  <a:pt x="276" y="18"/>
                  <a:pt x="347" y="1"/>
                </a:cubicBezTo>
                <a:cubicBezTo>
                  <a:pt x="350" y="1"/>
                  <a:pt x="353" y="0"/>
                  <a:pt x="356" y="0"/>
                </a:cubicBezTo>
                <a:cubicBezTo>
                  <a:pt x="542" y="0"/>
                  <a:pt x="542" y="0"/>
                  <a:pt x="542" y="0"/>
                </a:cubicBezTo>
                <a:cubicBezTo>
                  <a:pt x="542" y="186"/>
                  <a:pt x="542" y="186"/>
                  <a:pt x="542" y="186"/>
                </a:cubicBezTo>
                <a:cubicBezTo>
                  <a:pt x="542" y="189"/>
                  <a:pt x="542" y="192"/>
                  <a:pt x="543" y="194"/>
                </a:cubicBezTo>
                <a:cubicBezTo>
                  <a:pt x="550" y="228"/>
                  <a:pt x="559" y="238"/>
                  <a:pt x="569" y="238"/>
                </a:cubicBezTo>
                <a:cubicBezTo>
                  <a:pt x="580" y="238"/>
                  <a:pt x="592" y="224"/>
                  <a:pt x="603" y="215"/>
                </a:cubicBezTo>
                <a:cubicBezTo>
                  <a:pt x="620" y="200"/>
                  <a:pt x="638" y="199"/>
                  <a:pt x="642" y="199"/>
                </a:cubicBezTo>
                <a:cubicBezTo>
                  <a:pt x="643" y="199"/>
                  <a:pt x="643" y="199"/>
                  <a:pt x="643" y="199"/>
                </a:cubicBezTo>
                <a:cubicBezTo>
                  <a:pt x="686" y="199"/>
                  <a:pt x="720" y="233"/>
                  <a:pt x="720" y="275"/>
                </a:cubicBez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351" name="Group 506"/>
          <p:cNvGrpSpPr/>
          <p:nvPr/>
        </p:nvGrpSpPr>
        <p:grpSpPr>
          <a:xfrm>
            <a:off x="7527240" y="2589120"/>
            <a:ext cx="309240" cy="360360"/>
            <a:chOff x="7527240" y="2589120"/>
            <a:chExt cx="309240" cy="360360"/>
          </a:xfrm>
        </p:grpSpPr>
        <p:sp>
          <p:nvSpPr>
            <p:cNvPr id="352" name="AutoShape 504"/>
            <p:cNvSpPr/>
            <p:nvPr/>
          </p:nvSpPr>
          <p:spPr>
            <a:xfrm>
              <a:off x="7527240" y="2589120"/>
              <a:ext cx="309240" cy="360360"/>
            </a:xfrm>
            <a:custGeom>
              <a:avLst/>
              <a:gdLst>
                <a:gd name="textAreaLeft" fmla="*/ 0 w 309240"/>
                <a:gd name="textAreaRight" fmla="*/ 309600 w 309240"/>
                <a:gd name="textAreaTop" fmla="*/ 0 h 360360"/>
                <a:gd name="textAreaBottom" fmla="*/ 360720 h 3603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  <a:gd name="GluePoint27X" fmla="*/ 0 w 21600"/>
                <a:gd name="GluePoint27Y" fmla="*/ 0 h 21600"/>
                <a:gd name="GluePoint28X" fmla="*/ 0 w 21600"/>
                <a:gd name="GluePoint28Y" fmla="*/ 0 h 21600"/>
                <a:gd name="GluePoint29X" fmla="*/ 0 w 21600"/>
                <a:gd name="GluePoint29Y" fmla="*/ 0 h 21600"/>
                <a:gd name="GluePoint30X" fmla="*/ 0 w 21600"/>
                <a:gd name="GluePoint30Y" fmla="*/ 0 h 21600"/>
                <a:gd name="GluePoint31X" fmla="*/ 0 w 21600"/>
                <a:gd name="GluePoint31Y" fmla="*/ 0 h 21600"/>
                <a:gd name="GluePoint32X" fmla="*/ 0 w 21600"/>
                <a:gd name="GluePoint32Y" fmla="*/ 0 h 21600"/>
                <a:gd name="GluePoint33X" fmla="*/ 0 w 21600"/>
                <a:gd name="GluePoint33Y" fmla="*/ 0 h 21600"/>
                <a:gd name="GluePoint34X" fmla="*/ 0 w 21600"/>
                <a:gd name="GluePoint34Y" fmla="*/ 0 h 21600"/>
                <a:gd name="GluePoint35X" fmla="*/ 0 w 21600"/>
                <a:gd name="GluePoint35Y" fmla="*/ 0 h 21600"/>
                <a:gd name="GluePoint36X" fmla="*/ 0 w 21600"/>
                <a:gd name="GluePoint36Y" fmla="*/ 0 h 21600"/>
                <a:gd name="GluePoint37X" fmla="*/ 0 w 21600"/>
                <a:gd name="GluePoint37Y" fmla="*/ 0 h 21600"/>
                <a:gd name="GluePoint38X" fmla="*/ 0 w 21600"/>
                <a:gd name="GluePoint38Y" fmla="*/ 0 h 21600"/>
                <a:gd name="GluePoint39X" fmla="*/ 0 w 21600"/>
                <a:gd name="GluePoint39Y" fmla="*/ 0 h 21600"/>
                <a:gd name="GluePoint40X" fmla="*/ 0 w 21600"/>
                <a:gd name="GluePoint40Y" fmla="*/ 0 h 21600"/>
                <a:gd name="GluePoint41X" fmla="*/ 0 w 21600"/>
                <a:gd name="GluePoint41Y" fmla="*/ 0 h 21600"/>
                <a:gd name="GluePoint42X" fmla="*/ 0 w 21600"/>
                <a:gd name="GluePoint42Y" fmla="*/ 0 h 21600"/>
                <a:gd name="GluePoint43X" fmla="*/ 0 w 21600"/>
                <a:gd name="GluePoint43Y" fmla="*/ 0 h 21600"/>
                <a:gd name="GluePoint44X" fmla="*/ 0 w 21600"/>
                <a:gd name="GluePoint44Y" fmla="*/ 0 h 21600"/>
                <a:gd name="GluePoint45X" fmla="*/ 0 w 21600"/>
                <a:gd name="GluePoint45Y" fmla="*/ 0 h 21600"/>
                <a:gd name="GluePoint46X" fmla="*/ 0 w 21600"/>
                <a:gd name="GluePoint46Y" fmla="*/ 0 h 21600"/>
                <a:gd name="GluePoint47X" fmla="*/ 0 w 21600"/>
                <a:gd name="GluePoint47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9055" y="2989"/>
                  </a:moveTo>
                  <a:lnTo>
                    <a:pt x="19055" y="1827"/>
                  </a:lnTo>
                  <a:cubicBezTo>
                    <a:pt x="19055" y="683"/>
                    <a:pt x="18218" y="0"/>
                    <a:pt x="16814" y="0"/>
                  </a:cubicBezTo>
                  <a:cubicBezTo>
                    <a:pt x="15411" y="0"/>
                    <a:pt x="14573" y="683"/>
                    <a:pt x="14573" y="1827"/>
                  </a:cubicBezTo>
                  <a:lnTo>
                    <a:pt x="14573" y="2989"/>
                  </a:lnTo>
                  <a:lnTo>
                    <a:pt x="13055" y="2989"/>
                  </a:lnTo>
                  <a:lnTo>
                    <a:pt x="13055" y="1827"/>
                  </a:lnTo>
                  <a:cubicBezTo>
                    <a:pt x="13055" y="683"/>
                    <a:pt x="12217" y="0"/>
                    <a:pt x="10814" y="0"/>
                  </a:cubicBezTo>
                  <a:cubicBezTo>
                    <a:pt x="9411" y="0"/>
                    <a:pt x="8573" y="683"/>
                    <a:pt x="8573" y="1827"/>
                  </a:cubicBezTo>
                  <a:lnTo>
                    <a:pt x="8573" y="2989"/>
                  </a:lnTo>
                  <a:lnTo>
                    <a:pt x="7055" y="2989"/>
                  </a:lnTo>
                  <a:lnTo>
                    <a:pt x="7055" y="1827"/>
                  </a:lnTo>
                  <a:cubicBezTo>
                    <a:pt x="7055" y="683"/>
                    <a:pt x="6217" y="0"/>
                    <a:pt x="4814" y="0"/>
                  </a:cubicBezTo>
                  <a:cubicBezTo>
                    <a:pt x="3410" y="0"/>
                    <a:pt x="2573" y="683"/>
                    <a:pt x="2573" y="1827"/>
                  </a:cubicBezTo>
                  <a:lnTo>
                    <a:pt x="2573" y="2989"/>
                  </a:lnTo>
                  <a:lnTo>
                    <a:pt x="0" y="298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89"/>
                  </a:lnTo>
                  <a:lnTo>
                    <a:pt x="19055" y="2989"/>
                  </a:lnTo>
                  <a:close/>
                  <a:moveTo>
                    <a:pt x="15773" y="1827"/>
                  </a:moveTo>
                  <a:cubicBezTo>
                    <a:pt x="15773" y="1263"/>
                    <a:pt x="16074" y="1034"/>
                    <a:pt x="16814" y="1034"/>
                  </a:cubicBezTo>
                  <a:cubicBezTo>
                    <a:pt x="17555" y="1034"/>
                    <a:pt x="17855" y="1263"/>
                    <a:pt x="17855" y="1827"/>
                  </a:cubicBezTo>
                  <a:lnTo>
                    <a:pt x="17855" y="4935"/>
                  </a:lnTo>
                  <a:cubicBezTo>
                    <a:pt x="17855" y="5499"/>
                    <a:pt x="17555" y="5728"/>
                    <a:pt x="16814" y="5728"/>
                  </a:cubicBezTo>
                  <a:cubicBezTo>
                    <a:pt x="16074" y="5728"/>
                    <a:pt x="15773" y="5499"/>
                    <a:pt x="15773" y="4935"/>
                  </a:cubicBezTo>
                  <a:lnTo>
                    <a:pt x="15773" y="1827"/>
                  </a:lnTo>
                  <a:close/>
                  <a:moveTo>
                    <a:pt x="9774" y="1827"/>
                  </a:moveTo>
                  <a:cubicBezTo>
                    <a:pt x="9774" y="1263"/>
                    <a:pt x="10074" y="1034"/>
                    <a:pt x="10814" y="1034"/>
                  </a:cubicBezTo>
                  <a:cubicBezTo>
                    <a:pt x="11555" y="1034"/>
                    <a:pt x="11855" y="1263"/>
                    <a:pt x="11855" y="1827"/>
                  </a:cubicBezTo>
                  <a:lnTo>
                    <a:pt x="11855" y="4935"/>
                  </a:lnTo>
                  <a:cubicBezTo>
                    <a:pt x="11855" y="5499"/>
                    <a:pt x="11555" y="5728"/>
                    <a:pt x="10814" y="5728"/>
                  </a:cubicBezTo>
                  <a:cubicBezTo>
                    <a:pt x="10074" y="5728"/>
                    <a:pt x="9774" y="5499"/>
                    <a:pt x="9774" y="4935"/>
                  </a:cubicBezTo>
                  <a:lnTo>
                    <a:pt x="9774" y="1827"/>
                  </a:lnTo>
                  <a:close/>
                  <a:moveTo>
                    <a:pt x="3774" y="1827"/>
                  </a:moveTo>
                  <a:cubicBezTo>
                    <a:pt x="3774" y="1263"/>
                    <a:pt x="4074" y="1034"/>
                    <a:pt x="4814" y="1034"/>
                  </a:cubicBezTo>
                  <a:cubicBezTo>
                    <a:pt x="5555" y="1034"/>
                    <a:pt x="5855" y="1263"/>
                    <a:pt x="5855" y="1827"/>
                  </a:cubicBezTo>
                  <a:lnTo>
                    <a:pt x="5855" y="4935"/>
                  </a:lnTo>
                  <a:cubicBezTo>
                    <a:pt x="5855" y="5499"/>
                    <a:pt x="5555" y="5728"/>
                    <a:pt x="4814" y="5728"/>
                  </a:cubicBezTo>
                  <a:cubicBezTo>
                    <a:pt x="4074" y="5728"/>
                    <a:pt x="3774" y="5499"/>
                    <a:pt x="3774" y="4935"/>
                  </a:cubicBezTo>
                  <a:lnTo>
                    <a:pt x="3774" y="1827"/>
                  </a:lnTo>
                  <a:close/>
                  <a:moveTo>
                    <a:pt x="19801" y="20049"/>
                  </a:moveTo>
                  <a:lnTo>
                    <a:pt x="1801" y="20049"/>
                  </a:lnTo>
                  <a:lnTo>
                    <a:pt x="1801" y="7125"/>
                  </a:lnTo>
                  <a:lnTo>
                    <a:pt x="19801" y="7125"/>
                  </a:lnTo>
                  <a:lnTo>
                    <a:pt x="19801" y="20049"/>
                  </a:lnTo>
                  <a:close/>
                  <a:moveTo>
                    <a:pt x="19801" y="20049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353" name="AutoShape 505"/>
            <p:cNvSpPr/>
            <p:nvPr/>
          </p:nvSpPr>
          <p:spPr>
            <a:xfrm>
              <a:off x="7587360" y="2745000"/>
              <a:ext cx="192240" cy="141480"/>
            </a:xfrm>
            <a:custGeom>
              <a:avLst/>
              <a:gdLst>
                <a:gd name="textAreaLeft" fmla="*/ 0 w 192240"/>
                <a:gd name="textAreaRight" fmla="*/ 192600 w 192240"/>
                <a:gd name="textAreaTop" fmla="*/ 0 h 141480"/>
                <a:gd name="textAreaBottom" fmla="*/ 141840 h 141480"/>
                <a:gd name="GluePoint1X" fmla="*/ 0 w 21432"/>
                <a:gd name="GluePoint1Y" fmla="*/ 0 h 21485"/>
                <a:gd name="GluePoint2X" fmla="*/ 0 w 21432"/>
                <a:gd name="GluePoint2Y" fmla="*/ 0 h 21485"/>
                <a:gd name="GluePoint3X" fmla="*/ 0 w 21432"/>
                <a:gd name="GluePoint3Y" fmla="*/ 0 h 21485"/>
                <a:gd name="GluePoint4X" fmla="*/ 0 w 21432"/>
                <a:gd name="GluePoint4Y" fmla="*/ 0 h 21485"/>
                <a:gd name="GluePoint5X" fmla="*/ 0 w 21432"/>
                <a:gd name="GluePoint5Y" fmla="*/ 0 h 21485"/>
                <a:gd name="GluePoint6X" fmla="*/ 0 w 21432"/>
                <a:gd name="GluePoint6Y" fmla="*/ 0 h 21485"/>
                <a:gd name="GluePoint7X" fmla="*/ 0 w 21432"/>
                <a:gd name="GluePoint7Y" fmla="*/ 0 h 21485"/>
                <a:gd name="GluePoint8X" fmla="*/ 0 w 21432"/>
                <a:gd name="GluePoint8Y" fmla="*/ 0 h 21485"/>
                <a:gd name="GluePoint9X" fmla="*/ 0 w 21432"/>
                <a:gd name="GluePoint9Y" fmla="*/ 0 h 21485"/>
                <a:gd name="GluePoint10X" fmla="*/ 0 w 21432"/>
                <a:gd name="GluePoint10Y" fmla="*/ 0 h 21485"/>
                <a:gd name="GluePoint11X" fmla="*/ 0 w 21432"/>
                <a:gd name="GluePoint11Y" fmla="*/ 0 h 21485"/>
                <a:gd name="GluePoint12X" fmla="*/ 0 w 21432"/>
                <a:gd name="GluePoint12Y" fmla="*/ 0 h 21485"/>
                <a:gd name="GluePoint13X" fmla="*/ 0 w 21432"/>
                <a:gd name="GluePoint13Y" fmla="*/ 0 h 21485"/>
                <a:gd name="GluePoint14X" fmla="*/ 0 w 21432"/>
                <a:gd name="GluePoint14Y" fmla="*/ 0 h 21485"/>
                <a:gd name="GluePoint15X" fmla="*/ 0 w 21432"/>
                <a:gd name="GluePoint15Y" fmla="*/ 0 h 21485"/>
                <a:gd name="GluePoint16X" fmla="*/ 0 w 21432"/>
                <a:gd name="GluePoint16Y" fmla="*/ 0 h 214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</a:cxnLst>
              <a:rect l="textAreaLeft" t="textAreaTop" r="textAreaRight" b="textAreaBottom"/>
              <a:pathLst>
                <a:path w="21432" h="21485">
                  <a:moveTo>
                    <a:pt x="5697" y="20658"/>
                  </a:moveTo>
                  <a:cubicBezTo>
                    <a:pt x="6029" y="21113"/>
                    <a:pt x="6687" y="21485"/>
                    <a:pt x="7159" y="21485"/>
                  </a:cubicBezTo>
                  <a:lnTo>
                    <a:pt x="8158" y="21485"/>
                  </a:lnTo>
                  <a:cubicBezTo>
                    <a:pt x="8628" y="21485"/>
                    <a:pt x="9287" y="21114"/>
                    <a:pt x="9620" y="20658"/>
                  </a:cubicBezTo>
                  <a:lnTo>
                    <a:pt x="21184" y="4870"/>
                  </a:lnTo>
                  <a:cubicBezTo>
                    <a:pt x="21517" y="4416"/>
                    <a:pt x="21516" y="3674"/>
                    <a:pt x="21181" y="3221"/>
                  </a:cubicBezTo>
                  <a:lnTo>
                    <a:pt x="19049" y="338"/>
                  </a:lnTo>
                  <a:cubicBezTo>
                    <a:pt x="18714" y="-115"/>
                    <a:pt x="18168" y="-113"/>
                    <a:pt x="17836" y="342"/>
                  </a:cubicBezTo>
                  <a:lnTo>
                    <a:pt x="8299" y="13362"/>
                  </a:lnTo>
                  <a:cubicBezTo>
                    <a:pt x="7966" y="13816"/>
                    <a:pt x="7421" y="13817"/>
                    <a:pt x="7087" y="13362"/>
                  </a:cubicBezTo>
                  <a:lnTo>
                    <a:pt x="3607" y="8633"/>
                  </a:lnTo>
                  <a:cubicBezTo>
                    <a:pt x="3273" y="8179"/>
                    <a:pt x="2728" y="8179"/>
                    <a:pt x="2394" y="8635"/>
                  </a:cubicBezTo>
                  <a:lnTo>
                    <a:pt x="251" y="11554"/>
                  </a:lnTo>
                  <a:cubicBezTo>
                    <a:pt x="-82" y="12008"/>
                    <a:pt x="-83" y="12751"/>
                    <a:pt x="249" y="13206"/>
                  </a:cubicBezTo>
                  <a:lnTo>
                    <a:pt x="5697" y="20658"/>
                  </a:lnTo>
                  <a:close/>
                  <a:moveTo>
                    <a:pt x="5697" y="20658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sp>
        <p:nvSpPr>
          <p:cNvPr id="354" name="Freeform 6"/>
          <p:cNvSpPr/>
          <p:nvPr/>
        </p:nvSpPr>
        <p:spPr>
          <a:xfrm rot="18900000">
            <a:off x="7485480" y="3082320"/>
            <a:ext cx="1749600" cy="1746720"/>
          </a:xfrm>
          <a:custGeom>
            <a:avLst/>
            <a:gdLst>
              <a:gd name="textAreaLeft" fmla="*/ 0 w 1749600"/>
              <a:gd name="textAreaRight" fmla="*/ 1749960 w 1749600"/>
              <a:gd name="textAreaTop" fmla="*/ 0 h 1746720"/>
              <a:gd name="textAreaBottom" fmla="*/ 1747080 h 1746720"/>
              <a:gd name="GluePoint1X" fmla="*/ 720 w 721"/>
              <a:gd name="GluePoint1Y" fmla="*/ 356 h 720"/>
              <a:gd name="GluePoint2X" fmla="*/ 721 w 721"/>
              <a:gd name="GluePoint2Y" fmla="*/ 542 h 720"/>
              <a:gd name="GluePoint3X" fmla="*/ 535 w 721"/>
              <a:gd name="GluePoint3Y" fmla="*/ 542 h 720"/>
              <a:gd name="GluePoint4X" fmla="*/ 526 w 721"/>
              <a:gd name="GluePoint4Y" fmla="*/ 543 h 720"/>
              <a:gd name="GluePoint5X" fmla="*/ 506 w 721"/>
              <a:gd name="GluePoint5Y" fmla="*/ 603 h 720"/>
              <a:gd name="GluePoint6X" fmla="*/ 522 w 721"/>
              <a:gd name="GluePoint6Y" fmla="*/ 643 h 720"/>
              <a:gd name="GluePoint7X" fmla="*/ 445 w 721"/>
              <a:gd name="GluePoint7Y" fmla="*/ 720 h 720"/>
              <a:gd name="GluePoint8X" fmla="*/ 369 w 721"/>
              <a:gd name="GluePoint8Y" fmla="*/ 643 h 720"/>
              <a:gd name="GluePoint9X" fmla="*/ 385 w 721"/>
              <a:gd name="GluePoint9Y" fmla="*/ 603 h 720"/>
              <a:gd name="GluePoint10X" fmla="*/ 365 w 721"/>
              <a:gd name="GluePoint10Y" fmla="*/ 543 h 720"/>
              <a:gd name="GluePoint11X" fmla="*/ 356 w 721"/>
              <a:gd name="GluePoint11Y" fmla="*/ 542 h 720"/>
              <a:gd name="GluePoint12X" fmla="*/ 179 w 721"/>
              <a:gd name="GluePoint12Y" fmla="*/ 542 h 720"/>
              <a:gd name="GluePoint13X" fmla="*/ 179 w 721"/>
              <a:gd name="GluePoint13Y" fmla="*/ 356 h 720"/>
              <a:gd name="GluePoint14X" fmla="*/ 177 w 721"/>
              <a:gd name="GluePoint14Y" fmla="*/ 346 h 720"/>
              <a:gd name="GluePoint15X" fmla="*/ 143 w 721"/>
              <a:gd name="GluePoint15Y" fmla="*/ 296 h 720"/>
              <a:gd name="GluePoint16X" fmla="*/ 110 w 721"/>
              <a:gd name="GluePoint16Y" fmla="*/ 314 h 720"/>
              <a:gd name="GluePoint17X" fmla="*/ 104 w 721"/>
              <a:gd name="GluePoint17Y" fmla="*/ 321 h 720"/>
              <a:gd name="GluePoint18X" fmla="*/ 69 w 721"/>
              <a:gd name="GluePoint18Y" fmla="*/ 335 h 720"/>
              <a:gd name="GluePoint19X" fmla="*/ 68 w 721"/>
              <a:gd name="GluePoint19Y" fmla="*/ 335 h 720"/>
              <a:gd name="GluePoint20X" fmla="*/ 0 w 721"/>
              <a:gd name="GluePoint20Y" fmla="*/ 267 h 720"/>
              <a:gd name="GluePoint21X" fmla="*/ 68 w 721"/>
              <a:gd name="GluePoint21Y" fmla="*/ 198 h 720"/>
              <a:gd name="GluePoint22X" fmla="*/ 69 w 721"/>
              <a:gd name="GluePoint22Y" fmla="*/ 198 h 720"/>
              <a:gd name="GluePoint23X" fmla="*/ 82 w 721"/>
              <a:gd name="GluePoint23Y" fmla="*/ 200 h 720"/>
              <a:gd name="GluePoint24X" fmla="*/ 104 w 721"/>
              <a:gd name="GluePoint24Y" fmla="*/ 213 h 720"/>
              <a:gd name="GluePoint25X" fmla="*/ 110 w 721"/>
              <a:gd name="GluePoint25Y" fmla="*/ 219 h 720"/>
              <a:gd name="GluePoint26X" fmla="*/ 143 w 721"/>
              <a:gd name="GluePoint26Y" fmla="*/ 238 h 720"/>
              <a:gd name="GluePoint27X" fmla="*/ 177 w 721"/>
              <a:gd name="GluePoint27Y" fmla="*/ 188 h 720"/>
              <a:gd name="GluePoint28X" fmla="*/ 179 w 721"/>
              <a:gd name="GluePoint28Y" fmla="*/ 177 h 720"/>
              <a:gd name="GluePoint29X" fmla="*/ 179 w 721"/>
              <a:gd name="GluePoint29Y" fmla="*/ 0 h 720"/>
              <a:gd name="GluePoint30X" fmla="*/ 179 w 721"/>
              <a:gd name="GluePoint30Y" fmla="*/ 0 h 720"/>
              <a:gd name="GluePoint31X" fmla="*/ 179 w 721"/>
              <a:gd name="GluePoint31Y" fmla="*/ 0 h 720"/>
              <a:gd name="GluePoint32X" fmla="*/ 356 w 721"/>
              <a:gd name="GluePoint32Y" fmla="*/ 0 h 720"/>
              <a:gd name="GluePoint33X" fmla="*/ 363 w 721"/>
              <a:gd name="GluePoint33Y" fmla="*/ 1 h 720"/>
              <a:gd name="GluePoint34X" fmla="*/ 400 w 721"/>
              <a:gd name="GluePoint34Y" fmla="*/ 18 h 720"/>
              <a:gd name="GluePoint35X" fmla="*/ 386 w 721"/>
              <a:gd name="GluePoint35Y" fmla="*/ 40 h 720"/>
              <a:gd name="GluePoint36X" fmla="*/ 379 w 721"/>
              <a:gd name="GluePoint36Y" fmla="*/ 47 h 720"/>
              <a:gd name="GluePoint37X" fmla="*/ 360 w 721"/>
              <a:gd name="GluePoint37Y" fmla="*/ 93 h 720"/>
              <a:gd name="GluePoint38X" fmla="*/ 445 w 721"/>
              <a:gd name="GluePoint38Y" fmla="*/ 178 h 720"/>
              <a:gd name="GluePoint39X" fmla="*/ 530 w 721"/>
              <a:gd name="GluePoint39Y" fmla="*/ 93 h 720"/>
              <a:gd name="GluePoint40X" fmla="*/ 512 w 721"/>
              <a:gd name="GluePoint40Y" fmla="*/ 47 h 720"/>
              <a:gd name="GluePoint41X" fmla="*/ 505 w 721"/>
              <a:gd name="GluePoint41Y" fmla="*/ 40 h 720"/>
              <a:gd name="GluePoint42X" fmla="*/ 491 w 721"/>
              <a:gd name="GluePoint42Y" fmla="*/ 18 h 720"/>
              <a:gd name="GluePoint43X" fmla="*/ 528 w 721"/>
              <a:gd name="GluePoint43Y" fmla="*/ 1 h 720"/>
              <a:gd name="GluePoint44X" fmla="*/ 535 w 721"/>
              <a:gd name="GluePoint44Y" fmla="*/ 0 h 720"/>
              <a:gd name="GluePoint45X" fmla="*/ 721 w 721"/>
              <a:gd name="GluePoint45Y" fmla="*/ 0 h 720"/>
              <a:gd name="GluePoint46X" fmla="*/ 720 w 721"/>
              <a:gd name="GluePoint46Y" fmla="*/ 177 h 720"/>
              <a:gd name="GluePoint47X" fmla="*/ 719 w 721"/>
              <a:gd name="GluePoint47Y" fmla="*/ 186 h 720"/>
              <a:gd name="GluePoint48X" fmla="*/ 693 w 721"/>
              <a:gd name="GluePoint48Y" fmla="*/ 229 h 720"/>
              <a:gd name="GluePoint49X" fmla="*/ 659 w 721"/>
              <a:gd name="GluePoint49Y" fmla="*/ 206 h 720"/>
              <a:gd name="GluePoint50X" fmla="*/ 620 w 721"/>
              <a:gd name="GluePoint50Y" fmla="*/ 190 h 720"/>
              <a:gd name="GluePoint51X" fmla="*/ 619 w 721"/>
              <a:gd name="GluePoint51Y" fmla="*/ 190 h 720"/>
              <a:gd name="GluePoint52X" fmla="*/ 542 w 721"/>
              <a:gd name="GluePoint52Y" fmla="*/ 267 h 720"/>
              <a:gd name="GluePoint53X" fmla="*/ 619 w 721"/>
              <a:gd name="GluePoint53Y" fmla="*/ 343 h 720"/>
              <a:gd name="GluePoint54X" fmla="*/ 620 w 721"/>
              <a:gd name="GluePoint54Y" fmla="*/ 343 h 720"/>
              <a:gd name="GluePoint55X" fmla="*/ 659 w 721"/>
              <a:gd name="GluePoint55Y" fmla="*/ 327 h 720"/>
              <a:gd name="GluePoint56X" fmla="*/ 693 w 721"/>
              <a:gd name="GluePoint56Y" fmla="*/ 304 h 720"/>
              <a:gd name="GluePoint57X" fmla="*/ 719 w 721"/>
              <a:gd name="GluePoint57Y" fmla="*/ 348 h 720"/>
              <a:gd name="GluePoint58X" fmla="*/ 720 w 721"/>
              <a:gd name="GluePoint58Y" fmla="*/ 356 h 7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</a:cxnLst>
            <a:rect l="textAreaLeft" t="textAreaTop" r="textAreaRight" b="textAreaBottom"/>
            <a:pathLst>
              <a:path w="721" h="720">
                <a:moveTo>
                  <a:pt x="720" y="356"/>
                </a:moveTo>
                <a:cubicBezTo>
                  <a:pt x="721" y="542"/>
                  <a:pt x="721" y="542"/>
                  <a:pt x="721" y="542"/>
                </a:cubicBezTo>
                <a:cubicBezTo>
                  <a:pt x="535" y="542"/>
                  <a:pt x="535" y="542"/>
                  <a:pt x="535" y="542"/>
                </a:cubicBezTo>
                <a:cubicBezTo>
                  <a:pt x="532" y="542"/>
                  <a:pt x="529" y="542"/>
                  <a:pt x="526" y="543"/>
                </a:cubicBezTo>
                <a:cubicBezTo>
                  <a:pt x="455" y="559"/>
                  <a:pt x="489" y="583"/>
                  <a:pt x="506" y="603"/>
                </a:cubicBezTo>
                <a:cubicBezTo>
                  <a:pt x="523" y="623"/>
                  <a:pt x="522" y="643"/>
                  <a:pt x="522" y="643"/>
                </a:cubicBezTo>
                <a:cubicBezTo>
                  <a:pt x="522" y="686"/>
                  <a:pt x="488" y="720"/>
                  <a:pt x="445" y="720"/>
                </a:cubicBezTo>
                <a:cubicBezTo>
                  <a:pt x="403" y="720"/>
                  <a:pt x="369" y="686"/>
                  <a:pt x="369" y="643"/>
                </a:cubicBezTo>
                <a:cubicBezTo>
                  <a:pt x="369" y="643"/>
                  <a:pt x="368" y="623"/>
                  <a:pt x="385" y="603"/>
                </a:cubicBezTo>
                <a:cubicBezTo>
                  <a:pt x="402" y="583"/>
                  <a:pt x="436" y="559"/>
                  <a:pt x="365" y="543"/>
                </a:cubicBezTo>
                <a:cubicBezTo>
                  <a:pt x="362" y="542"/>
                  <a:pt x="359" y="542"/>
                  <a:pt x="356" y="542"/>
                </a:cubicBezTo>
                <a:cubicBezTo>
                  <a:pt x="179" y="542"/>
                  <a:pt x="179" y="542"/>
                  <a:pt x="179" y="542"/>
                </a:cubicBezTo>
                <a:cubicBezTo>
                  <a:pt x="179" y="356"/>
                  <a:pt x="179" y="356"/>
                  <a:pt x="179" y="356"/>
                </a:cubicBezTo>
                <a:cubicBezTo>
                  <a:pt x="179" y="353"/>
                  <a:pt x="178" y="349"/>
                  <a:pt x="177" y="346"/>
                </a:cubicBezTo>
                <a:cubicBezTo>
                  <a:pt x="172" y="322"/>
                  <a:pt x="163" y="296"/>
                  <a:pt x="143" y="296"/>
                </a:cubicBezTo>
                <a:cubicBezTo>
                  <a:pt x="131" y="296"/>
                  <a:pt x="120" y="305"/>
                  <a:pt x="110" y="314"/>
                </a:cubicBezTo>
                <a:cubicBezTo>
                  <a:pt x="108" y="317"/>
                  <a:pt x="106" y="319"/>
                  <a:pt x="104" y="321"/>
                </a:cubicBezTo>
                <a:cubicBezTo>
                  <a:pt x="88" y="334"/>
                  <a:pt x="72" y="335"/>
                  <a:pt x="69" y="335"/>
                </a:cubicBezTo>
                <a:cubicBezTo>
                  <a:pt x="68" y="335"/>
                  <a:pt x="68" y="335"/>
                  <a:pt x="68" y="335"/>
                </a:cubicBezTo>
                <a:cubicBezTo>
                  <a:pt x="31" y="335"/>
                  <a:pt x="0" y="304"/>
                  <a:pt x="0" y="267"/>
                </a:cubicBezTo>
                <a:cubicBezTo>
                  <a:pt x="0" y="229"/>
                  <a:pt x="31" y="198"/>
                  <a:pt x="68" y="198"/>
                </a:cubicBezTo>
                <a:cubicBezTo>
                  <a:pt x="69" y="198"/>
                  <a:pt x="69" y="198"/>
                  <a:pt x="69" y="198"/>
                </a:cubicBezTo>
                <a:cubicBezTo>
                  <a:pt x="71" y="198"/>
                  <a:pt x="75" y="199"/>
                  <a:pt x="82" y="200"/>
                </a:cubicBezTo>
                <a:cubicBezTo>
                  <a:pt x="88" y="202"/>
                  <a:pt x="96" y="206"/>
                  <a:pt x="104" y="213"/>
                </a:cubicBezTo>
                <a:cubicBezTo>
                  <a:pt x="106" y="215"/>
                  <a:pt x="108" y="217"/>
                  <a:pt x="110" y="219"/>
                </a:cubicBezTo>
                <a:cubicBezTo>
                  <a:pt x="120" y="228"/>
                  <a:pt x="131" y="238"/>
                  <a:pt x="143" y="238"/>
                </a:cubicBezTo>
                <a:cubicBezTo>
                  <a:pt x="163" y="238"/>
                  <a:pt x="172" y="211"/>
                  <a:pt x="177" y="188"/>
                </a:cubicBezTo>
                <a:cubicBezTo>
                  <a:pt x="178" y="184"/>
                  <a:pt x="179" y="181"/>
                  <a:pt x="179" y="177"/>
                </a:cubicBezTo>
                <a:cubicBezTo>
                  <a:pt x="179" y="0"/>
                  <a:pt x="179" y="0"/>
                  <a:pt x="179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356" y="0"/>
                  <a:pt x="356" y="0"/>
                  <a:pt x="356" y="0"/>
                </a:cubicBezTo>
                <a:cubicBezTo>
                  <a:pt x="358" y="0"/>
                  <a:pt x="360" y="0"/>
                  <a:pt x="363" y="1"/>
                </a:cubicBezTo>
                <a:cubicBezTo>
                  <a:pt x="394" y="8"/>
                  <a:pt x="399" y="16"/>
                  <a:pt x="400" y="18"/>
                </a:cubicBezTo>
                <a:cubicBezTo>
                  <a:pt x="401" y="23"/>
                  <a:pt x="392" y="33"/>
                  <a:pt x="386" y="40"/>
                </a:cubicBezTo>
                <a:cubicBezTo>
                  <a:pt x="383" y="42"/>
                  <a:pt x="381" y="45"/>
                  <a:pt x="379" y="47"/>
                </a:cubicBezTo>
                <a:cubicBezTo>
                  <a:pt x="360" y="69"/>
                  <a:pt x="360" y="90"/>
                  <a:pt x="360" y="93"/>
                </a:cubicBezTo>
                <a:cubicBezTo>
                  <a:pt x="360" y="140"/>
                  <a:pt x="399" y="178"/>
                  <a:pt x="445" y="178"/>
                </a:cubicBezTo>
                <a:cubicBezTo>
                  <a:pt x="492" y="178"/>
                  <a:pt x="530" y="140"/>
                  <a:pt x="530" y="93"/>
                </a:cubicBezTo>
                <a:cubicBezTo>
                  <a:pt x="530" y="90"/>
                  <a:pt x="531" y="68"/>
                  <a:pt x="512" y="47"/>
                </a:cubicBezTo>
                <a:cubicBezTo>
                  <a:pt x="510" y="45"/>
                  <a:pt x="508" y="42"/>
                  <a:pt x="505" y="40"/>
                </a:cubicBezTo>
                <a:cubicBezTo>
                  <a:pt x="499" y="33"/>
                  <a:pt x="490" y="23"/>
                  <a:pt x="491" y="18"/>
                </a:cubicBezTo>
                <a:cubicBezTo>
                  <a:pt x="492" y="16"/>
                  <a:pt x="497" y="8"/>
                  <a:pt x="528" y="1"/>
                </a:cubicBezTo>
                <a:cubicBezTo>
                  <a:pt x="530" y="0"/>
                  <a:pt x="533" y="0"/>
                  <a:pt x="535" y="0"/>
                </a:cubicBezTo>
                <a:cubicBezTo>
                  <a:pt x="721" y="0"/>
                  <a:pt x="721" y="0"/>
                  <a:pt x="721" y="0"/>
                </a:cubicBezTo>
                <a:cubicBezTo>
                  <a:pt x="720" y="177"/>
                  <a:pt x="720" y="177"/>
                  <a:pt x="720" y="177"/>
                </a:cubicBezTo>
                <a:cubicBezTo>
                  <a:pt x="720" y="180"/>
                  <a:pt x="720" y="183"/>
                  <a:pt x="719" y="186"/>
                </a:cubicBezTo>
                <a:cubicBezTo>
                  <a:pt x="712" y="219"/>
                  <a:pt x="703" y="229"/>
                  <a:pt x="693" y="229"/>
                </a:cubicBezTo>
                <a:cubicBezTo>
                  <a:pt x="682" y="229"/>
                  <a:pt x="670" y="215"/>
                  <a:pt x="659" y="206"/>
                </a:cubicBezTo>
                <a:cubicBezTo>
                  <a:pt x="642" y="191"/>
                  <a:pt x="624" y="190"/>
                  <a:pt x="620" y="190"/>
                </a:cubicBezTo>
                <a:cubicBezTo>
                  <a:pt x="619" y="190"/>
                  <a:pt x="619" y="190"/>
                  <a:pt x="619" y="190"/>
                </a:cubicBezTo>
                <a:cubicBezTo>
                  <a:pt x="576" y="190"/>
                  <a:pt x="542" y="224"/>
                  <a:pt x="542" y="267"/>
                </a:cubicBezTo>
                <a:cubicBezTo>
                  <a:pt x="542" y="309"/>
                  <a:pt x="576" y="343"/>
                  <a:pt x="619" y="343"/>
                </a:cubicBezTo>
                <a:cubicBezTo>
                  <a:pt x="619" y="343"/>
                  <a:pt x="619" y="343"/>
                  <a:pt x="620" y="343"/>
                </a:cubicBezTo>
                <a:cubicBezTo>
                  <a:pt x="623" y="343"/>
                  <a:pt x="641" y="342"/>
                  <a:pt x="659" y="327"/>
                </a:cubicBezTo>
                <a:cubicBezTo>
                  <a:pt x="670" y="318"/>
                  <a:pt x="682" y="304"/>
                  <a:pt x="693" y="304"/>
                </a:cubicBezTo>
                <a:cubicBezTo>
                  <a:pt x="703" y="304"/>
                  <a:pt x="712" y="314"/>
                  <a:pt x="719" y="348"/>
                </a:cubicBezTo>
                <a:cubicBezTo>
                  <a:pt x="720" y="350"/>
                  <a:pt x="720" y="353"/>
                  <a:pt x="720" y="356"/>
                </a:cubicBez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355" name="Group 675"/>
          <p:cNvGrpSpPr/>
          <p:nvPr/>
        </p:nvGrpSpPr>
        <p:grpSpPr>
          <a:xfrm>
            <a:off x="8216640" y="3748680"/>
            <a:ext cx="230400" cy="399240"/>
            <a:chOff x="8216640" y="3748680"/>
            <a:chExt cx="230400" cy="399240"/>
          </a:xfrm>
        </p:grpSpPr>
        <p:sp>
          <p:nvSpPr>
            <p:cNvPr id="356" name="AutoShape 673"/>
            <p:cNvSpPr/>
            <p:nvPr/>
          </p:nvSpPr>
          <p:spPr>
            <a:xfrm>
              <a:off x="8266680" y="4052520"/>
              <a:ext cx="101160" cy="95400"/>
            </a:xfrm>
            <a:custGeom>
              <a:avLst/>
              <a:gdLst>
                <a:gd name="textAreaLeft" fmla="*/ 0 w 101160"/>
                <a:gd name="textAreaRight" fmla="*/ 101520 w 101160"/>
                <a:gd name="textAreaTop" fmla="*/ 0 h 95400"/>
                <a:gd name="textAreaBottom" fmla="*/ 95760 h 95400"/>
                <a:gd name="GluePoint1X" fmla="*/ 0 w 21558"/>
                <a:gd name="GluePoint1Y" fmla="*/ 0 h 21579"/>
                <a:gd name="GluePoint2X" fmla="*/ 0 w 21558"/>
                <a:gd name="GluePoint2Y" fmla="*/ 0 h 21579"/>
                <a:gd name="GluePoint3X" fmla="*/ 0 w 21558"/>
                <a:gd name="GluePoint3Y" fmla="*/ 0 h 21579"/>
                <a:gd name="GluePoint4X" fmla="*/ 0 w 21558"/>
                <a:gd name="GluePoint4Y" fmla="*/ 0 h 21579"/>
                <a:gd name="GluePoint5X" fmla="*/ 0 w 21558"/>
                <a:gd name="GluePoint5Y" fmla="*/ 0 h 21579"/>
                <a:gd name="GluePoint6X" fmla="*/ 0 w 21558"/>
                <a:gd name="GluePoint6Y" fmla="*/ 0 h 21579"/>
                <a:gd name="GluePoint7X" fmla="*/ 0 w 21558"/>
                <a:gd name="GluePoint7Y" fmla="*/ 0 h 21579"/>
                <a:gd name="GluePoint8X" fmla="*/ 0 w 21558"/>
                <a:gd name="GluePoint8Y" fmla="*/ 0 h 21579"/>
                <a:gd name="GluePoint9X" fmla="*/ 0 w 21558"/>
                <a:gd name="GluePoint9Y" fmla="*/ 0 h 21579"/>
                <a:gd name="GluePoint10X" fmla="*/ 0 w 21558"/>
                <a:gd name="GluePoint10Y" fmla="*/ 0 h 21579"/>
                <a:gd name="GluePoint11X" fmla="*/ 0 w 21558"/>
                <a:gd name="GluePoint11Y" fmla="*/ 0 h 2157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1558" h="21579">
                  <a:moveTo>
                    <a:pt x="10672" y="0"/>
                  </a:moveTo>
                  <a:cubicBezTo>
                    <a:pt x="7687" y="-11"/>
                    <a:pt x="5001" y="939"/>
                    <a:pt x="3015" y="2897"/>
                  </a:cubicBezTo>
                  <a:cubicBezTo>
                    <a:pt x="988" y="4854"/>
                    <a:pt x="-20" y="7648"/>
                    <a:pt x="0" y="10734"/>
                  </a:cubicBezTo>
                  <a:cubicBezTo>
                    <a:pt x="-21" y="13826"/>
                    <a:pt x="988" y="16619"/>
                    <a:pt x="3001" y="18615"/>
                  </a:cubicBezTo>
                  <a:cubicBezTo>
                    <a:pt x="4966" y="20603"/>
                    <a:pt x="7635" y="21579"/>
                    <a:pt x="10598" y="21579"/>
                  </a:cubicBezTo>
                  <a:cubicBezTo>
                    <a:pt x="10623" y="21579"/>
                    <a:pt x="10645" y="21579"/>
                    <a:pt x="10671" y="21577"/>
                  </a:cubicBezTo>
                  <a:cubicBezTo>
                    <a:pt x="13785" y="21589"/>
                    <a:pt x="16552" y="20640"/>
                    <a:pt x="18558" y="18609"/>
                  </a:cubicBezTo>
                  <a:cubicBezTo>
                    <a:pt x="20570" y="16619"/>
                    <a:pt x="21579" y="13826"/>
                    <a:pt x="21558" y="10734"/>
                  </a:cubicBezTo>
                  <a:cubicBezTo>
                    <a:pt x="21579" y="7647"/>
                    <a:pt x="20570" y="4854"/>
                    <a:pt x="18543" y="2897"/>
                  </a:cubicBezTo>
                  <a:cubicBezTo>
                    <a:pt x="16529" y="918"/>
                    <a:pt x="13778" y="-11"/>
                    <a:pt x="10672" y="0"/>
                  </a:cubicBezTo>
                  <a:close/>
                  <a:moveTo>
                    <a:pt x="10672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357" name="AutoShape 674"/>
            <p:cNvSpPr/>
            <p:nvPr/>
          </p:nvSpPr>
          <p:spPr>
            <a:xfrm>
              <a:off x="8216640" y="3748680"/>
              <a:ext cx="230400" cy="277920"/>
            </a:xfrm>
            <a:custGeom>
              <a:avLst/>
              <a:gdLst>
                <a:gd name="textAreaLeft" fmla="*/ 0 w 230400"/>
                <a:gd name="textAreaRight" fmla="*/ 230760 w 230400"/>
                <a:gd name="textAreaTop" fmla="*/ 0 h 277920"/>
                <a:gd name="textAreaBottom" fmla="*/ 278280 h 277920"/>
                <a:gd name="GluePoint1X" fmla="*/ 0 w 21588"/>
                <a:gd name="GluePoint1Y" fmla="*/ 0 h 21598"/>
                <a:gd name="GluePoint2X" fmla="*/ 0 w 21588"/>
                <a:gd name="GluePoint2Y" fmla="*/ 0 h 21598"/>
                <a:gd name="GluePoint3X" fmla="*/ 0 w 21588"/>
                <a:gd name="GluePoint3Y" fmla="*/ 0 h 21598"/>
                <a:gd name="GluePoint4X" fmla="*/ 0 w 21588"/>
                <a:gd name="GluePoint4Y" fmla="*/ 0 h 21598"/>
                <a:gd name="GluePoint5X" fmla="*/ 0 w 21588"/>
                <a:gd name="GluePoint5Y" fmla="*/ 0 h 21598"/>
                <a:gd name="GluePoint6X" fmla="*/ 0 w 21588"/>
                <a:gd name="GluePoint6Y" fmla="*/ 0 h 21598"/>
                <a:gd name="GluePoint7X" fmla="*/ 0 w 21588"/>
                <a:gd name="GluePoint7Y" fmla="*/ 0 h 21598"/>
                <a:gd name="GluePoint8X" fmla="*/ 0 w 21588"/>
                <a:gd name="GluePoint8Y" fmla="*/ 0 h 21598"/>
                <a:gd name="GluePoint9X" fmla="*/ 0 w 21588"/>
                <a:gd name="GluePoint9Y" fmla="*/ 0 h 21598"/>
                <a:gd name="GluePoint10X" fmla="*/ 0 w 21588"/>
                <a:gd name="GluePoint10Y" fmla="*/ 0 h 21598"/>
                <a:gd name="GluePoint11X" fmla="*/ 0 w 21588"/>
                <a:gd name="GluePoint11Y" fmla="*/ 0 h 21598"/>
                <a:gd name="GluePoint12X" fmla="*/ 0 w 21588"/>
                <a:gd name="GluePoint12Y" fmla="*/ 0 h 21598"/>
                <a:gd name="GluePoint13X" fmla="*/ 0 w 21588"/>
                <a:gd name="GluePoint13Y" fmla="*/ 0 h 21598"/>
                <a:gd name="GluePoint14X" fmla="*/ 0 w 21588"/>
                <a:gd name="GluePoint14Y" fmla="*/ 0 h 21598"/>
                <a:gd name="GluePoint15X" fmla="*/ 0 w 21588"/>
                <a:gd name="GluePoint15Y" fmla="*/ 0 h 21598"/>
                <a:gd name="GluePoint16X" fmla="*/ 0 w 21588"/>
                <a:gd name="GluePoint16Y" fmla="*/ 0 h 21598"/>
                <a:gd name="GluePoint17X" fmla="*/ 0 w 21588"/>
                <a:gd name="GluePoint17Y" fmla="*/ 0 h 21598"/>
                <a:gd name="GluePoint18X" fmla="*/ 0 w 21588"/>
                <a:gd name="GluePoint18Y" fmla="*/ 0 h 21598"/>
                <a:gd name="GluePoint19X" fmla="*/ 0 w 21588"/>
                <a:gd name="GluePoint19Y" fmla="*/ 0 h 21598"/>
                <a:gd name="GluePoint20X" fmla="*/ 0 w 21588"/>
                <a:gd name="GluePoint20Y" fmla="*/ 0 h 21598"/>
                <a:gd name="GluePoint21X" fmla="*/ 0 w 21588"/>
                <a:gd name="GluePoint21Y" fmla="*/ 0 h 21598"/>
                <a:gd name="GluePoint22X" fmla="*/ 0 w 21588"/>
                <a:gd name="GluePoint22Y" fmla="*/ 0 h 21598"/>
                <a:gd name="GluePoint23X" fmla="*/ 0 w 21588"/>
                <a:gd name="GluePoint23Y" fmla="*/ 0 h 21598"/>
                <a:gd name="GluePoint24X" fmla="*/ 0 w 21588"/>
                <a:gd name="GluePoint24Y" fmla="*/ 0 h 21598"/>
                <a:gd name="GluePoint25X" fmla="*/ 0 w 21588"/>
                <a:gd name="GluePoint25Y" fmla="*/ 0 h 21598"/>
                <a:gd name="GluePoint26X" fmla="*/ 0 w 21588"/>
                <a:gd name="GluePoint26Y" fmla="*/ 0 h 21598"/>
                <a:gd name="GluePoint27X" fmla="*/ 0 w 21588"/>
                <a:gd name="GluePoint27Y" fmla="*/ 0 h 21598"/>
                <a:gd name="GluePoint28X" fmla="*/ 0 w 21588"/>
                <a:gd name="GluePoint28Y" fmla="*/ 0 h 21598"/>
                <a:gd name="GluePoint29X" fmla="*/ 0 w 21588"/>
                <a:gd name="GluePoint29Y" fmla="*/ 0 h 21598"/>
                <a:gd name="GluePoint30X" fmla="*/ 0 w 21588"/>
                <a:gd name="GluePoint30Y" fmla="*/ 0 h 21598"/>
                <a:gd name="GluePoint31X" fmla="*/ 0 w 21588"/>
                <a:gd name="GluePoint31Y" fmla="*/ 0 h 21598"/>
                <a:gd name="GluePoint32X" fmla="*/ 0 w 21588"/>
                <a:gd name="GluePoint32Y" fmla="*/ 0 h 2159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</a:cxnLst>
              <a:rect l="textAreaLeft" t="textAreaTop" r="textAreaRight" b="textAreaBottom"/>
              <a:pathLst>
                <a:path w="21588" h="21598">
                  <a:moveTo>
                    <a:pt x="18735" y="1984"/>
                  </a:moveTo>
                  <a:cubicBezTo>
                    <a:pt x="16837" y="637"/>
                    <a:pt x="14244" y="-2"/>
                    <a:pt x="11088" y="0"/>
                  </a:cubicBezTo>
                  <a:cubicBezTo>
                    <a:pt x="8763" y="0"/>
                    <a:pt x="6747" y="232"/>
                    <a:pt x="5037" y="716"/>
                  </a:cubicBezTo>
                  <a:cubicBezTo>
                    <a:pt x="3380" y="1186"/>
                    <a:pt x="1899" y="1786"/>
                    <a:pt x="606" y="2518"/>
                  </a:cubicBezTo>
                  <a:lnTo>
                    <a:pt x="0" y="2860"/>
                  </a:lnTo>
                  <a:lnTo>
                    <a:pt x="3190" y="7921"/>
                  </a:lnTo>
                  <a:lnTo>
                    <a:pt x="3960" y="7481"/>
                  </a:lnTo>
                  <a:cubicBezTo>
                    <a:pt x="4344" y="7262"/>
                    <a:pt x="4790" y="7044"/>
                    <a:pt x="5297" y="6828"/>
                  </a:cubicBezTo>
                  <a:cubicBezTo>
                    <a:pt x="5796" y="6615"/>
                    <a:pt x="6319" y="6428"/>
                    <a:pt x="6868" y="6263"/>
                  </a:cubicBezTo>
                  <a:cubicBezTo>
                    <a:pt x="7410" y="6104"/>
                    <a:pt x="7951" y="5978"/>
                    <a:pt x="8490" y="5890"/>
                  </a:cubicBezTo>
                  <a:cubicBezTo>
                    <a:pt x="9020" y="5805"/>
                    <a:pt x="9518" y="5766"/>
                    <a:pt x="9973" y="5766"/>
                  </a:cubicBezTo>
                  <a:cubicBezTo>
                    <a:pt x="11485" y="5760"/>
                    <a:pt x="12366" y="6045"/>
                    <a:pt x="12729" y="6385"/>
                  </a:cubicBezTo>
                  <a:cubicBezTo>
                    <a:pt x="13194" y="6804"/>
                    <a:pt x="13449" y="7349"/>
                    <a:pt x="13455" y="8160"/>
                  </a:cubicBezTo>
                  <a:cubicBezTo>
                    <a:pt x="13451" y="8771"/>
                    <a:pt x="13281" y="9244"/>
                    <a:pt x="12963" y="9641"/>
                  </a:cubicBezTo>
                  <a:cubicBezTo>
                    <a:pt x="12584" y="10110"/>
                    <a:pt x="12107" y="10570"/>
                    <a:pt x="11516" y="11017"/>
                  </a:cubicBezTo>
                  <a:cubicBezTo>
                    <a:pt x="10896" y="11491"/>
                    <a:pt x="10225" y="11985"/>
                    <a:pt x="9504" y="12502"/>
                  </a:cubicBezTo>
                  <a:cubicBezTo>
                    <a:pt x="8719" y="13064"/>
                    <a:pt x="8024" y="13727"/>
                    <a:pt x="7421" y="14481"/>
                  </a:cubicBezTo>
                  <a:cubicBezTo>
                    <a:pt x="6799" y="15259"/>
                    <a:pt x="6323" y="16166"/>
                    <a:pt x="5983" y="17198"/>
                  </a:cubicBezTo>
                  <a:cubicBezTo>
                    <a:pt x="5743" y="17916"/>
                    <a:pt x="5631" y="18717"/>
                    <a:pt x="5631" y="19598"/>
                  </a:cubicBezTo>
                  <a:cubicBezTo>
                    <a:pt x="5631" y="20038"/>
                    <a:pt x="5661" y="20498"/>
                    <a:pt x="5715" y="20980"/>
                  </a:cubicBezTo>
                  <a:lnTo>
                    <a:pt x="5787" y="21598"/>
                  </a:lnTo>
                  <a:lnTo>
                    <a:pt x="6539" y="21598"/>
                  </a:lnTo>
                  <a:lnTo>
                    <a:pt x="12734" y="21598"/>
                  </a:lnTo>
                  <a:lnTo>
                    <a:pt x="12734" y="20915"/>
                  </a:lnTo>
                  <a:cubicBezTo>
                    <a:pt x="12734" y="19869"/>
                    <a:pt x="12947" y="19058"/>
                    <a:pt x="13319" y="18472"/>
                  </a:cubicBezTo>
                  <a:cubicBezTo>
                    <a:pt x="13735" y="17807"/>
                    <a:pt x="14237" y="17231"/>
                    <a:pt x="14824" y="16730"/>
                  </a:cubicBezTo>
                  <a:cubicBezTo>
                    <a:pt x="15436" y="16213"/>
                    <a:pt x="16115" y="15723"/>
                    <a:pt x="16856" y="15263"/>
                  </a:cubicBezTo>
                  <a:cubicBezTo>
                    <a:pt x="17679" y="14754"/>
                    <a:pt x="18434" y="14165"/>
                    <a:pt x="19117" y="13500"/>
                  </a:cubicBezTo>
                  <a:cubicBezTo>
                    <a:pt x="19827" y="12811"/>
                    <a:pt x="20413" y="11985"/>
                    <a:pt x="20876" y="11034"/>
                  </a:cubicBezTo>
                  <a:cubicBezTo>
                    <a:pt x="21363" y="10029"/>
                    <a:pt x="21588" y="8820"/>
                    <a:pt x="21588" y="7401"/>
                  </a:cubicBezTo>
                  <a:cubicBezTo>
                    <a:pt x="21600" y="5195"/>
                    <a:pt x="20632" y="3318"/>
                    <a:pt x="18735" y="1984"/>
                  </a:cubicBezTo>
                  <a:close/>
                  <a:moveTo>
                    <a:pt x="18735" y="1984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sp>
        <p:nvSpPr>
          <p:cNvPr id="358" name="Freeform 5"/>
          <p:cNvSpPr/>
          <p:nvPr/>
        </p:nvSpPr>
        <p:spPr>
          <a:xfrm rot="18900000">
            <a:off x="6222960" y="3736440"/>
            <a:ext cx="1746720" cy="1746720"/>
          </a:xfrm>
          <a:custGeom>
            <a:avLst/>
            <a:gdLst>
              <a:gd name="textAreaLeft" fmla="*/ 0 w 1746720"/>
              <a:gd name="textAreaRight" fmla="*/ 1747080 w 1746720"/>
              <a:gd name="textAreaTop" fmla="*/ 0 h 1746720"/>
              <a:gd name="textAreaBottom" fmla="*/ 1747080 h 1746720"/>
              <a:gd name="GluePoint1X" fmla="*/ 720 w 720"/>
              <a:gd name="GluePoint1Y" fmla="*/ 534 h 720"/>
              <a:gd name="GluePoint2X" fmla="*/ 720 w 720"/>
              <a:gd name="GluePoint2Y" fmla="*/ 720 h 720"/>
              <a:gd name="GluePoint3X" fmla="*/ 720 w 720"/>
              <a:gd name="GluePoint3Y" fmla="*/ 720 h 720"/>
              <a:gd name="GluePoint4X" fmla="*/ 543 w 720"/>
              <a:gd name="GluePoint4Y" fmla="*/ 720 h 720"/>
              <a:gd name="GluePoint5X" fmla="*/ 534 w 720"/>
              <a:gd name="GluePoint5Y" fmla="*/ 719 h 720"/>
              <a:gd name="GluePoint6X" fmla="*/ 513 w 720"/>
              <a:gd name="GluePoint6Y" fmla="*/ 659 h 720"/>
              <a:gd name="GluePoint7X" fmla="*/ 530 w 720"/>
              <a:gd name="GluePoint7Y" fmla="*/ 618 h 720"/>
              <a:gd name="GluePoint8X" fmla="*/ 453 w 720"/>
              <a:gd name="GluePoint8Y" fmla="*/ 541 h 720"/>
              <a:gd name="GluePoint9X" fmla="*/ 376 w 720"/>
              <a:gd name="GluePoint9Y" fmla="*/ 618 h 720"/>
              <a:gd name="GluePoint10X" fmla="*/ 393 w 720"/>
              <a:gd name="GluePoint10Y" fmla="*/ 659 h 720"/>
              <a:gd name="GluePoint11X" fmla="*/ 372 w 720"/>
              <a:gd name="GluePoint11Y" fmla="*/ 719 h 720"/>
              <a:gd name="GluePoint12X" fmla="*/ 363 w 720"/>
              <a:gd name="GluePoint12Y" fmla="*/ 720 h 720"/>
              <a:gd name="GluePoint13X" fmla="*/ 178 w 720"/>
              <a:gd name="GluePoint13Y" fmla="*/ 720 h 720"/>
              <a:gd name="GluePoint14X" fmla="*/ 178 w 720"/>
              <a:gd name="GluePoint14Y" fmla="*/ 534 h 720"/>
              <a:gd name="GluePoint15X" fmla="*/ 177 w 720"/>
              <a:gd name="GluePoint15Y" fmla="*/ 526 h 720"/>
              <a:gd name="GluePoint16X" fmla="*/ 150 w 720"/>
              <a:gd name="GluePoint16Y" fmla="*/ 482 h 720"/>
              <a:gd name="GluePoint17X" fmla="*/ 117 w 720"/>
              <a:gd name="GluePoint17Y" fmla="*/ 505 h 720"/>
              <a:gd name="GluePoint18X" fmla="*/ 77 w 720"/>
              <a:gd name="GluePoint18Y" fmla="*/ 521 h 720"/>
              <a:gd name="GluePoint19X" fmla="*/ 76 w 720"/>
              <a:gd name="GluePoint19Y" fmla="*/ 521 h 720"/>
              <a:gd name="GluePoint20X" fmla="*/ 0 w 720"/>
              <a:gd name="GluePoint20Y" fmla="*/ 445 h 720"/>
              <a:gd name="GluePoint21X" fmla="*/ 76 w 720"/>
              <a:gd name="GluePoint21Y" fmla="*/ 368 h 720"/>
              <a:gd name="GluePoint22X" fmla="*/ 77 w 720"/>
              <a:gd name="GluePoint22Y" fmla="*/ 368 h 720"/>
              <a:gd name="GluePoint23X" fmla="*/ 117 w 720"/>
              <a:gd name="GluePoint23Y" fmla="*/ 384 h 720"/>
              <a:gd name="GluePoint24X" fmla="*/ 150 w 720"/>
              <a:gd name="GluePoint24Y" fmla="*/ 407 h 720"/>
              <a:gd name="GluePoint25X" fmla="*/ 177 w 720"/>
              <a:gd name="GluePoint25Y" fmla="*/ 364 h 720"/>
              <a:gd name="GluePoint26X" fmla="*/ 178 w 720"/>
              <a:gd name="GluePoint26Y" fmla="*/ 355 h 720"/>
              <a:gd name="GluePoint27X" fmla="*/ 178 w 720"/>
              <a:gd name="GluePoint27Y" fmla="*/ 178 h 720"/>
              <a:gd name="GluePoint28X" fmla="*/ 363 w 720"/>
              <a:gd name="GluePoint28Y" fmla="*/ 178 h 720"/>
              <a:gd name="GluePoint29X" fmla="*/ 374 w 720"/>
              <a:gd name="GluePoint29Y" fmla="*/ 177 h 720"/>
              <a:gd name="GluePoint30X" fmla="*/ 423 w 720"/>
              <a:gd name="GluePoint30Y" fmla="*/ 148 h 720"/>
              <a:gd name="GluePoint31X" fmla="*/ 405 w 720"/>
              <a:gd name="GluePoint31Y" fmla="*/ 110 h 720"/>
              <a:gd name="GluePoint32X" fmla="*/ 399 w 720"/>
              <a:gd name="GluePoint32Y" fmla="*/ 103 h 720"/>
              <a:gd name="GluePoint33X" fmla="*/ 385 w 720"/>
              <a:gd name="GluePoint33Y" fmla="*/ 68 h 720"/>
              <a:gd name="GluePoint34X" fmla="*/ 453 w 720"/>
              <a:gd name="GluePoint34Y" fmla="*/ 0 h 720"/>
              <a:gd name="GluePoint35X" fmla="*/ 521 w 720"/>
              <a:gd name="GluePoint35Y" fmla="*/ 68 h 720"/>
              <a:gd name="GluePoint36X" fmla="*/ 521 w 720"/>
              <a:gd name="GluePoint36Y" fmla="*/ 68 h 720"/>
              <a:gd name="GluePoint37X" fmla="*/ 507 w 720"/>
              <a:gd name="GluePoint37Y" fmla="*/ 103 h 720"/>
              <a:gd name="GluePoint38X" fmla="*/ 501 w 720"/>
              <a:gd name="GluePoint38Y" fmla="*/ 110 h 720"/>
              <a:gd name="GluePoint39X" fmla="*/ 483 w 720"/>
              <a:gd name="GluePoint39Y" fmla="*/ 148 h 720"/>
              <a:gd name="GluePoint40X" fmla="*/ 532 w 720"/>
              <a:gd name="GluePoint40Y" fmla="*/ 177 h 720"/>
              <a:gd name="GluePoint41X" fmla="*/ 543 w 720"/>
              <a:gd name="GluePoint41Y" fmla="*/ 178 h 720"/>
              <a:gd name="GluePoint42X" fmla="*/ 720 w 720"/>
              <a:gd name="GluePoint42Y" fmla="*/ 178 h 720"/>
              <a:gd name="GluePoint43X" fmla="*/ 720 w 720"/>
              <a:gd name="GluePoint43Y" fmla="*/ 355 h 720"/>
              <a:gd name="GluePoint44X" fmla="*/ 719 w 720"/>
              <a:gd name="GluePoint44Y" fmla="*/ 362 h 720"/>
              <a:gd name="GluePoint45X" fmla="*/ 701 w 720"/>
              <a:gd name="GluePoint45Y" fmla="*/ 399 h 720"/>
              <a:gd name="GluePoint46X" fmla="*/ 680 w 720"/>
              <a:gd name="GluePoint46Y" fmla="*/ 385 h 720"/>
              <a:gd name="GluePoint47X" fmla="*/ 672 w 720"/>
              <a:gd name="GluePoint47Y" fmla="*/ 378 h 720"/>
              <a:gd name="GluePoint48X" fmla="*/ 627 w 720"/>
              <a:gd name="GluePoint48Y" fmla="*/ 360 h 720"/>
              <a:gd name="GluePoint49X" fmla="*/ 626 w 720"/>
              <a:gd name="GluePoint49Y" fmla="*/ 360 h 720"/>
              <a:gd name="GluePoint50X" fmla="*/ 541 w 720"/>
              <a:gd name="GluePoint50Y" fmla="*/ 445 h 720"/>
              <a:gd name="GluePoint51X" fmla="*/ 626 w 720"/>
              <a:gd name="GluePoint51Y" fmla="*/ 530 h 720"/>
              <a:gd name="GluePoint52X" fmla="*/ 627 w 720"/>
              <a:gd name="GluePoint52Y" fmla="*/ 530 h 720"/>
              <a:gd name="GluePoint53X" fmla="*/ 673 w 720"/>
              <a:gd name="GluePoint53Y" fmla="*/ 511 h 720"/>
              <a:gd name="GluePoint54X" fmla="*/ 680 w 720"/>
              <a:gd name="GluePoint54Y" fmla="*/ 505 h 720"/>
              <a:gd name="GluePoint55X" fmla="*/ 701 w 720"/>
              <a:gd name="GluePoint55Y" fmla="*/ 490 h 720"/>
              <a:gd name="GluePoint56X" fmla="*/ 719 w 720"/>
              <a:gd name="GluePoint56Y" fmla="*/ 527 h 720"/>
              <a:gd name="GluePoint57X" fmla="*/ 720 w 720"/>
              <a:gd name="GluePoint57Y" fmla="*/ 534 h 7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</a:cxnLst>
            <a:rect l="textAreaLeft" t="textAreaTop" r="textAreaRight" b="textAreaBottom"/>
            <a:pathLst>
              <a:path w="720" h="720">
                <a:moveTo>
                  <a:pt x="720" y="534"/>
                </a:moveTo>
                <a:cubicBezTo>
                  <a:pt x="720" y="720"/>
                  <a:pt x="720" y="720"/>
                  <a:pt x="720" y="720"/>
                </a:cubicBezTo>
                <a:cubicBezTo>
                  <a:pt x="720" y="720"/>
                  <a:pt x="720" y="720"/>
                  <a:pt x="720" y="720"/>
                </a:cubicBezTo>
                <a:cubicBezTo>
                  <a:pt x="543" y="720"/>
                  <a:pt x="543" y="720"/>
                  <a:pt x="543" y="720"/>
                </a:cubicBezTo>
                <a:cubicBezTo>
                  <a:pt x="540" y="720"/>
                  <a:pt x="537" y="719"/>
                  <a:pt x="534" y="719"/>
                </a:cubicBezTo>
                <a:cubicBezTo>
                  <a:pt x="463" y="702"/>
                  <a:pt x="496" y="678"/>
                  <a:pt x="513" y="659"/>
                </a:cubicBezTo>
                <a:cubicBezTo>
                  <a:pt x="531" y="639"/>
                  <a:pt x="530" y="618"/>
                  <a:pt x="530" y="618"/>
                </a:cubicBezTo>
                <a:cubicBezTo>
                  <a:pt x="530" y="576"/>
                  <a:pt x="495" y="541"/>
                  <a:pt x="453" y="541"/>
                </a:cubicBezTo>
                <a:cubicBezTo>
                  <a:pt x="411" y="541"/>
                  <a:pt x="376" y="576"/>
                  <a:pt x="376" y="618"/>
                </a:cubicBezTo>
                <a:cubicBezTo>
                  <a:pt x="376" y="618"/>
                  <a:pt x="375" y="639"/>
                  <a:pt x="393" y="659"/>
                </a:cubicBezTo>
                <a:cubicBezTo>
                  <a:pt x="410" y="678"/>
                  <a:pt x="444" y="702"/>
                  <a:pt x="372" y="719"/>
                </a:cubicBezTo>
                <a:cubicBezTo>
                  <a:pt x="369" y="719"/>
                  <a:pt x="366" y="720"/>
                  <a:pt x="363" y="720"/>
                </a:cubicBezTo>
                <a:cubicBezTo>
                  <a:pt x="178" y="720"/>
                  <a:pt x="178" y="720"/>
                  <a:pt x="178" y="720"/>
                </a:cubicBezTo>
                <a:cubicBezTo>
                  <a:pt x="178" y="534"/>
                  <a:pt x="178" y="534"/>
                  <a:pt x="178" y="534"/>
                </a:cubicBezTo>
                <a:cubicBezTo>
                  <a:pt x="178" y="531"/>
                  <a:pt x="178" y="528"/>
                  <a:pt x="177" y="526"/>
                </a:cubicBezTo>
                <a:cubicBezTo>
                  <a:pt x="169" y="492"/>
                  <a:pt x="160" y="482"/>
                  <a:pt x="150" y="482"/>
                </a:cubicBezTo>
                <a:cubicBezTo>
                  <a:pt x="139" y="482"/>
                  <a:pt x="127" y="496"/>
                  <a:pt x="117" y="505"/>
                </a:cubicBezTo>
                <a:cubicBezTo>
                  <a:pt x="99" y="520"/>
                  <a:pt x="81" y="521"/>
                  <a:pt x="77" y="521"/>
                </a:cubicBezTo>
                <a:cubicBezTo>
                  <a:pt x="77" y="521"/>
                  <a:pt x="76" y="521"/>
                  <a:pt x="76" y="521"/>
                </a:cubicBezTo>
                <a:cubicBezTo>
                  <a:pt x="34" y="521"/>
                  <a:pt x="0" y="487"/>
                  <a:pt x="0" y="445"/>
                </a:cubicBezTo>
                <a:cubicBezTo>
                  <a:pt x="0" y="402"/>
                  <a:pt x="34" y="368"/>
                  <a:pt x="76" y="368"/>
                </a:cubicBezTo>
                <a:cubicBezTo>
                  <a:pt x="76" y="368"/>
                  <a:pt x="76" y="368"/>
                  <a:pt x="77" y="368"/>
                </a:cubicBezTo>
                <a:cubicBezTo>
                  <a:pt x="81" y="368"/>
                  <a:pt x="99" y="369"/>
                  <a:pt x="117" y="384"/>
                </a:cubicBezTo>
                <a:cubicBezTo>
                  <a:pt x="127" y="393"/>
                  <a:pt x="139" y="407"/>
                  <a:pt x="150" y="407"/>
                </a:cubicBezTo>
                <a:cubicBezTo>
                  <a:pt x="160" y="407"/>
                  <a:pt x="169" y="397"/>
                  <a:pt x="177" y="364"/>
                </a:cubicBezTo>
                <a:cubicBezTo>
                  <a:pt x="178" y="361"/>
                  <a:pt x="178" y="358"/>
                  <a:pt x="178" y="355"/>
                </a:cubicBezTo>
                <a:cubicBezTo>
                  <a:pt x="178" y="178"/>
                  <a:pt x="178" y="178"/>
                  <a:pt x="178" y="178"/>
                </a:cubicBezTo>
                <a:cubicBezTo>
                  <a:pt x="363" y="178"/>
                  <a:pt x="363" y="178"/>
                  <a:pt x="363" y="178"/>
                </a:cubicBezTo>
                <a:cubicBezTo>
                  <a:pt x="367" y="178"/>
                  <a:pt x="371" y="177"/>
                  <a:pt x="374" y="177"/>
                </a:cubicBezTo>
                <a:cubicBezTo>
                  <a:pt x="404" y="170"/>
                  <a:pt x="419" y="161"/>
                  <a:pt x="423" y="148"/>
                </a:cubicBezTo>
                <a:cubicBezTo>
                  <a:pt x="428" y="134"/>
                  <a:pt x="416" y="121"/>
                  <a:pt x="405" y="110"/>
                </a:cubicBezTo>
                <a:cubicBezTo>
                  <a:pt x="403" y="107"/>
                  <a:pt x="401" y="105"/>
                  <a:pt x="399" y="103"/>
                </a:cubicBezTo>
                <a:cubicBezTo>
                  <a:pt x="384" y="86"/>
                  <a:pt x="385" y="69"/>
                  <a:pt x="385" y="68"/>
                </a:cubicBezTo>
                <a:cubicBezTo>
                  <a:pt x="385" y="30"/>
                  <a:pt x="415" y="0"/>
                  <a:pt x="453" y="0"/>
                </a:cubicBezTo>
                <a:cubicBezTo>
                  <a:pt x="491" y="0"/>
                  <a:pt x="521" y="30"/>
                  <a:pt x="521" y="68"/>
                </a:cubicBezTo>
                <a:cubicBezTo>
                  <a:pt x="521" y="68"/>
                  <a:pt x="521" y="68"/>
                  <a:pt x="521" y="68"/>
                </a:cubicBezTo>
                <a:cubicBezTo>
                  <a:pt x="521" y="69"/>
                  <a:pt x="522" y="86"/>
                  <a:pt x="507" y="103"/>
                </a:cubicBezTo>
                <a:cubicBezTo>
                  <a:pt x="505" y="105"/>
                  <a:pt x="503" y="107"/>
                  <a:pt x="501" y="110"/>
                </a:cubicBezTo>
                <a:cubicBezTo>
                  <a:pt x="490" y="121"/>
                  <a:pt x="479" y="134"/>
                  <a:pt x="483" y="148"/>
                </a:cubicBezTo>
                <a:cubicBezTo>
                  <a:pt x="487" y="161"/>
                  <a:pt x="502" y="170"/>
                  <a:pt x="532" y="177"/>
                </a:cubicBezTo>
                <a:cubicBezTo>
                  <a:pt x="536" y="177"/>
                  <a:pt x="539" y="178"/>
                  <a:pt x="543" y="178"/>
                </a:cubicBezTo>
                <a:cubicBezTo>
                  <a:pt x="720" y="178"/>
                  <a:pt x="720" y="178"/>
                  <a:pt x="720" y="178"/>
                </a:cubicBezTo>
                <a:cubicBezTo>
                  <a:pt x="720" y="355"/>
                  <a:pt x="720" y="355"/>
                  <a:pt x="720" y="355"/>
                </a:cubicBezTo>
                <a:cubicBezTo>
                  <a:pt x="720" y="357"/>
                  <a:pt x="720" y="360"/>
                  <a:pt x="719" y="362"/>
                </a:cubicBezTo>
                <a:cubicBezTo>
                  <a:pt x="711" y="396"/>
                  <a:pt x="703" y="399"/>
                  <a:pt x="701" y="399"/>
                </a:cubicBezTo>
                <a:cubicBezTo>
                  <a:pt x="695" y="399"/>
                  <a:pt x="687" y="391"/>
                  <a:pt x="680" y="385"/>
                </a:cubicBezTo>
                <a:cubicBezTo>
                  <a:pt x="677" y="382"/>
                  <a:pt x="675" y="380"/>
                  <a:pt x="672" y="378"/>
                </a:cubicBezTo>
                <a:cubicBezTo>
                  <a:pt x="653" y="361"/>
                  <a:pt x="633" y="360"/>
                  <a:pt x="627" y="360"/>
                </a:cubicBezTo>
                <a:cubicBezTo>
                  <a:pt x="626" y="360"/>
                  <a:pt x="626" y="360"/>
                  <a:pt x="626" y="360"/>
                </a:cubicBezTo>
                <a:cubicBezTo>
                  <a:pt x="580" y="360"/>
                  <a:pt x="541" y="398"/>
                  <a:pt x="541" y="445"/>
                </a:cubicBezTo>
                <a:cubicBezTo>
                  <a:pt x="541" y="491"/>
                  <a:pt x="580" y="530"/>
                  <a:pt x="626" y="530"/>
                </a:cubicBezTo>
                <a:cubicBezTo>
                  <a:pt x="627" y="530"/>
                  <a:pt x="627" y="530"/>
                  <a:pt x="627" y="530"/>
                </a:cubicBezTo>
                <a:cubicBezTo>
                  <a:pt x="633" y="530"/>
                  <a:pt x="653" y="528"/>
                  <a:pt x="673" y="511"/>
                </a:cubicBezTo>
                <a:cubicBezTo>
                  <a:pt x="675" y="509"/>
                  <a:pt x="677" y="507"/>
                  <a:pt x="680" y="505"/>
                </a:cubicBezTo>
                <a:cubicBezTo>
                  <a:pt x="687" y="498"/>
                  <a:pt x="695" y="490"/>
                  <a:pt x="701" y="490"/>
                </a:cubicBezTo>
                <a:cubicBezTo>
                  <a:pt x="703" y="490"/>
                  <a:pt x="711" y="493"/>
                  <a:pt x="719" y="527"/>
                </a:cubicBezTo>
                <a:cubicBezTo>
                  <a:pt x="720" y="530"/>
                  <a:pt x="720" y="532"/>
                  <a:pt x="720" y="534"/>
                </a:cubicBez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359" name="Group 336"/>
          <p:cNvGrpSpPr/>
          <p:nvPr/>
        </p:nvGrpSpPr>
        <p:grpSpPr>
          <a:xfrm>
            <a:off x="6883920" y="4397760"/>
            <a:ext cx="396360" cy="396000"/>
            <a:chOff x="6883920" y="4397760"/>
            <a:chExt cx="396360" cy="396000"/>
          </a:xfrm>
        </p:grpSpPr>
        <p:sp>
          <p:nvSpPr>
            <p:cNvPr id="360" name="AutoShape 334"/>
            <p:cNvSpPr/>
            <p:nvPr/>
          </p:nvSpPr>
          <p:spPr>
            <a:xfrm>
              <a:off x="6883920" y="4469400"/>
              <a:ext cx="325080" cy="32436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324360"/>
                <a:gd name="textAreaBottom" fmla="*/ 324720 h 3243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781" y="0"/>
                  </a:moveTo>
                  <a:lnTo>
                    <a:pt x="2322" y="14460"/>
                  </a:lnTo>
                  <a:lnTo>
                    <a:pt x="2320" y="14460"/>
                  </a:lnTo>
                  <a:lnTo>
                    <a:pt x="2320" y="14462"/>
                  </a:lnTo>
                  <a:lnTo>
                    <a:pt x="2319" y="14462"/>
                  </a:lnTo>
                  <a:lnTo>
                    <a:pt x="2320" y="14462"/>
                  </a:lnTo>
                  <a:lnTo>
                    <a:pt x="0" y="21600"/>
                  </a:lnTo>
                  <a:lnTo>
                    <a:pt x="7138" y="19281"/>
                  </a:lnTo>
                  <a:lnTo>
                    <a:pt x="7138" y="19282"/>
                  </a:lnTo>
                  <a:lnTo>
                    <a:pt x="7139" y="19281"/>
                  </a:lnTo>
                  <a:lnTo>
                    <a:pt x="7140" y="19281"/>
                  </a:lnTo>
                  <a:lnTo>
                    <a:pt x="7140" y="19280"/>
                  </a:lnTo>
                  <a:lnTo>
                    <a:pt x="21600" y="4819"/>
                  </a:lnTo>
                  <a:lnTo>
                    <a:pt x="16781" y="0"/>
                  </a:lnTo>
                  <a:close/>
                  <a:moveTo>
                    <a:pt x="5635" y="15236"/>
                  </a:moveTo>
                  <a:lnTo>
                    <a:pt x="4841" y="14442"/>
                  </a:lnTo>
                  <a:lnTo>
                    <a:pt x="16794" y="2489"/>
                  </a:lnTo>
                  <a:lnTo>
                    <a:pt x="17588" y="3282"/>
                  </a:lnTo>
                  <a:lnTo>
                    <a:pt x="5635" y="15236"/>
                  </a:lnTo>
                  <a:close/>
                  <a:moveTo>
                    <a:pt x="5635" y="15236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361" name="AutoShape 335"/>
            <p:cNvSpPr/>
            <p:nvPr/>
          </p:nvSpPr>
          <p:spPr>
            <a:xfrm>
              <a:off x="7160760" y="4397760"/>
              <a:ext cx="119520" cy="119160"/>
            </a:xfrm>
            <a:custGeom>
              <a:avLst/>
              <a:gdLst>
                <a:gd name="textAreaLeft" fmla="*/ 0 w 119520"/>
                <a:gd name="textAreaRight" fmla="*/ 119880 w 119520"/>
                <a:gd name="textAreaTop" fmla="*/ 0 h 119160"/>
                <a:gd name="textAreaBottom" fmla="*/ 119520 h 1191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8577"/>
                  </a:moveTo>
                  <a:lnTo>
                    <a:pt x="8574" y="0"/>
                  </a:lnTo>
                  <a:lnTo>
                    <a:pt x="21600" y="13023"/>
                  </a:lnTo>
                  <a:lnTo>
                    <a:pt x="13026" y="21600"/>
                  </a:lnTo>
                  <a:lnTo>
                    <a:pt x="0" y="8577"/>
                  </a:lnTo>
                  <a:close/>
                  <a:moveTo>
                    <a:pt x="0" y="8577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sp>
        <p:nvSpPr>
          <p:cNvPr id="362" name="Freeform 8"/>
          <p:cNvSpPr/>
          <p:nvPr/>
        </p:nvSpPr>
        <p:spPr>
          <a:xfrm rot="18900000">
            <a:off x="5569920" y="2471400"/>
            <a:ext cx="1746720" cy="1746720"/>
          </a:xfrm>
          <a:custGeom>
            <a:avLst/>
            <a:gdLst>
              <a:gd name="textAreaLeft" fmla="*/ 0 w 1746720"/>
              <a:gd name="textAreaRight" fmla="*/ 1747080 w 1746720"/>
              <a:gd name="textAreaTop" fmla="*/ 0 h 1746720"/>
              <a:gd name="textAreaBottom" fmla="*/ 1747080 h 1746720"/>
              <a:gd name="GluePoint1X" fmla="*/ 720 w 720"/>
              <a:gd name="GluePoint1Y" fmla="*/ 453 h 720"/>
              <a:gd name="GluePoint2X" fmla="*/ 652 w 720"/>
              <a:gd name="GluePoint2Y" fmla="*/ 522 h 720"/>
              <a:gd name="GluePoint3X" fmla="*/ 652 w 720"/>
              <a:gd name="GluePoint3Y" fmla="*/ 522 h 720"/>
              <a:gd name="GluePoint4X" fmla="*/ 639 w 720"/>
              <a:gd name="GluePoint4Y" fmla="*/ 520 h 720"/>
              <a:gd name="GluePoint5X" fmla="*/ 617 w 720"/>
              <a:gd name="GluePoint5Y" fmla="*/ 507 h 720"/>
              <a:gd name="GluePoint6X" fmla="*/ 610 w 720"/>
              <a:gd name="GluePoint6Y" fmla="*/ 501 h 720"/>
              <a:gd name="GluePoint7X" fmla="*/ 578 w 720"/>
              <a:gd name="GluePoint7Y" fmla="*/ 482 h 720"/>
              <a:gd name="GluePoint8X" fmla="*/ 543 w 720"/>
              <a:gd name="GluePoint8Y" fmla="*/ 532 h 720"/>
              <a:gd name="GluePoint9X" fmla="*/ 542 w 720"/>
              <a:gd name="GluePoint9Y" fmla="*/ 543 h 720"/>
              <a:gd name="GluePoint10X" fmla="*/ 542 w 720"/>
              <a:gd name="GluePoint10Y" fmla="*/ 720 h 720"/>
              <a:gd name="GluePoint11X" fmla="*/ 542 w 720"/>
              <a:gd name="GluePoint11Y" fmla="*/ 720 h 720"/>
              <a:gd name="GluePoint12X" fmla="*/ 542 w 720"/>
              <a:gd name="GluePoint12Y" fmla="*/ 720 h 720"/>
              <a:gd name="GluePoint13X" fmla="*/ 365 w 720"/>
              <a:gd name="GluePoint13Y" fmla="*/ 720 h 720"/>
              <a:gd name="GluePoint14X" fmla="*/ 358 w 720"/>
              <a:gd name="GluePoint14Y" fmla="*/ 719 h 720"/>
              <a:gd name="GluePoint15X" fmla="*/ 321 w 720"/>
              <a:gd name="GluePoint15Y" fmla="*/ 702 h 720"/>
              <a:gd name="GluePoint16X" fmla="*/ 335 w 720"/>
              <a:gd name="GluePoint16Y" fmla="*/ 680 h 720"/>
              <a:gd name="GluePoint17X" fmla="*/ 342 w 720"/>
              <a:gd name="GluePoint17Y" fmla="*/ 673 h 720"/>
              <a:gd name="GluePoint18X" fmla="*/ 360 w 720"/>
              <a:gd name="GluePoint18Y" fmla="*/ 627 h 720"/>
              <a:gd name="GluePoint19X" fmla="*/ 275 w 720"/>
              <a:gd name="GluePoint19Y" fmla="*/ 542 h 720"/>
              <a:gd name="GluePoint20X" fmla="*/ 190 w 720"/>
              <a:gd name="GluePoint20Y" fmla="*/ 627 h 720"/>
              <a:gd name="GluePoint21X" fmla="*/ 208 w 720"/>
              <a:gd name="GluePoint21Y" fmla="*/ 673 h 720"/>
              <a:gd name="GluePoint22X" fmla="*/ 215 w 720"/>
              <a:gd name="GluePoint22Y" fmla="*/ 680 h 720"/>
              <a:gd name="GluePoint23X" fmla="*/ 229 w 720"/>
              <a:gd name="GluePoint23Y" fmla="*/ 702 h 720"/>
              <a:gd name="GluePoint24X" fmla="*/ 192 w 720"/>
              <a:gd name="GluePoint24Y" fmla="*/ 719 h 720"/>
              <a:gd name="GluePoint25X" fmla="*/ 185 w 720"/>
              <a:gd name="GluePoint25Y" fmla="*/ 720 h 720"/>
              <a:gd name="GluePoint26X" fmla="*/ 0 w 720"/>
              <a:gd name="GluePoint26Y" fmla="*/ 720 h 720"/>
              <a:gd name="GluePoint27X" fmla="*/ 0 w 720"/>
              <a:gd name="GluePoint27Y" fmla="*/ 543 h 720"/>
              <a:gd name="GluePoint28X" fmla="*/ 1 w 720"/>
              <a:gd name="GluePoint28Y" fmla="*/ 534 h 720"/>
              <a:gd name="GluePoint29X" fmla="*/ 28 w 720"/>
              <a:gd name="GluePoint29Y" fmla="*/ 491 h 720"/>
              <a:gd name="GluePoint30X" fmla="*/ 61 w 720"/>
              <a:gd name="GluePoint30Y" fmla="*/ 514 h 720"/>
              <a:gd name="GluePoint31X" fmla="*/ 101 w 720"/>
              <a:gd name="GluePoint31Y" fmla="*/ 530 h 720"/>
              <a:gd name="GluePoint32X" fmla="*/ 102 w 720"/>
              <a:gd name="GluePoint32Y" fmla="*/ 530 h 720"/>
              <a:gd name="GluePoint33X" fmla="*/ 178 w 720"/>
              <a:gd name="GluePoint33Y" fmla="*/ 453 h 720"/>
              <a:gd name="GluePoint34X" fmla="*/ 102 w 720"/>
              <a:gd name="GluePoint34Y" fmla="*/ 377 h 720"/>
              <a:gd name="GluePoint35X" fmla="*/ 101 w 720"/>
              <a:gd name="GluePoint35Y" fmla="*/ 377 h 720"/>
              <a:gd name="GluePoint36X" fmla="*/ 61 w 720"/>
              <a:gd name="GluePoint36Y" fmla="*/ 393 h 720"/>
              <a:gd name="GluePoint37X" fmla="*/ 28 w 720"/>
              <a:gd name="GluePoint37Y" fmla="*/ 416 h 720"/>
              <a:gd name="GluePoint38X" fmla="*/ 1 w 720"/>
              <a:gd name="GluePoint38Y" fmla="*/ 373 h 720"/>
              <a:gd name="GluePoint39X" fmla="*/ 0 w 720"/>
              <a:gd name="GluePoint39Y" fmla="*/ 364 h 720"/>
              <a:gd name="GluePoint40X" fmla="*/ 0 w 720"/>
              <a:gd name="GluePoint40Y" fmla="*/ 178 h 720"/>
              <a:gd name="GluePoint41X" fmla="*/ 185 w 720"/>
              <a:gd name="GluePoint41Y" fmla="*/ 178 h 720"/>
              <a:gd name="GluePoint42X" fmla="*/ 194 w 720"/>
              <a:gd name="GluePoint42Y" fmla="*/ 177 h 720"/>
              <a:gd name="GluePoint43X" fmla="*/ 215 w 720"/>
              <a:gd name="GluePoint43Y" fmla="*/ 117 h 720"/>
              <a:gd name="GluePoint44X" fmla="*/ 198 w 720"/>
              <a:gd name="GluePoint44Y" fmla="*/ 77 h 720"/>
              <a:gd name="GluePoint45X" fmla="*/ 275 w 720"/>
              <a:gd name="GluePoint45Y" fmla="*/ 0 h 720"/>
              <a:gd name="GluePoint46X" fmla="*/ 352 w 720"/>
              <a:gd name="GluePoint46Y" fmla="*/ 77 h 720"/>
              <a:gd name="GluePoint47X" fmla="*/ 335 w 720"/>
              <a:gd name="GluePoint47Y" fmla="*/ 117 h 720"/>
              <a:gd name="GluePoint48X" fmla="*/ 356 w 720"/>
              <a:gd name="GluePoint48Y" fmla="*/ 177 h 720"/>
              <a:gd name="GluePoint49X" fmla="*/ 365 w 720"/>
              <a:gd name="GluePoint49Y" fmla="*/ 178 h 720"/>
              <a:gd name="GluePoint50X" fmla="*/ 542 w 720"/>
              <a:gd name="GluePoint50Y" fmla="*/ 178 h 720"/>
              <a:gd name="GluePoint51X" fmla="*/ 542 w 720"/>
              <a:gd name="GluePoint51Y" fmla="*/ 364 h 720"/>
              <a:gd name="GluePoint52X" fmla="*/ 543 w 720"/>
              <a:gd name="GluePoint52Y" fmla="*/ 374 h 720"/>
              <a:gd name="GluePoint53X" fmla="*/ 578 w 720"/>
              <a:gd name="GluePoint53Y" fmla="*/ 424 h 720"/>
              <a:gd name="GluePoint54X" fmla="*/ 610 w 720"/>
              <a:gd name="GluePoint54Y" fmla="*/ 406 h 720"/>
              <a:gd name="GluePoint55X" fmla="*/ 617 w 720"/>
              <a:gd name="GluePoint55Y" fmla="*/ 399 h 720"/>
              <a:gd name="GluePoint56X" fmla="*/ 651 w 720"/>
              <a:gd name="GluePoint56Y" fmla="*/ 385 h 720"/>
              <a:gd name="GluePoint57X" fmla="*/ 652 w 720"/>
              <a:gd name="GluePoint57Y" fmla="*/ 385 h 720"/>
              <a:gd name="GluePoint58X" fmla="*/ 720 w 720"/>
              <a:gd name="GluePoint58Y" fmla="*/ 453 h 7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</a:cxnLst>
            <a:rect l="textAreaLeft" t="textAreaTop" r="textAreaRight" b="textAreaBottom"/>
            <a:pathLst>
              <a:path w="720" h="720">
                <a:moveTo>
                  <a:pt x="720" y="453"/>
                </a:moveTo>
                <a:cubicBezTo>
                  <a:pt x="720" y="491"/>
                  <a:pt x="690" y="522"/>
                  <a:pt x="652" y="522"/>
                </a:cubicBezTo>
                <a:cubicBezTo>
                  <a:pt x="652" y="522"/>
                  <a:pt x="652" y="522"/>
                  <a:pt x="652" y="522"/>
                </a:cubicBezTo>
                <a:cubicBezTo>
                  <a:pt x="650" y="522"/>
                  <a:pt x="645" y="522"/>
                  <a:pt x="639" y="520"/>
                </a:cubicBezTo>
                <a:cubicBezTo>
                  <a:pt x="633" y="518"/>
                  <a:pt x="625" y="514"/>
                  <a:pt x="617" y="507"/>
                </a:cubicBezTo>
                <a:cubicBezTo>
                  <a:pt x="615" y="505"/>
                  <a:pt x="612" y="503"/>
                  <a:pt x="610" y="501"/>
                </a:cubicBezTo>
                <a:cubicBezTo>
                  <a:pt x="600" y="492"/>
                  <a:pt x="590" y="482"/>
                  <a:pt x="578" y="482"/>
                </a:cubicBezTo>
                <a:cubicBezTo>
                  <a:pt x="557" y="482"/>
                  <a:pt x="549" y="509"/>
                  <a:pt x="543" y="532"/>
                </a:cubicBezTo>
                <a:cubicBezTo>
                  <a:pt x="542" y="536"/>
                  <a:pt x="542" y="539"/>
                  <a:pt x="542" y="543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542" y="720"/>
                  <a:pt x="542" y="720"/>
                  <a:pt x="542" y="720"/>
                </a:cubicBezTo>
                <a:cubicBezTo>
                  <a:pt x="365" y="720"/>
                  <a:pt x="365" y="720"/>
                  <a:pt x="365" y="720"/>
                </a:cubicBezTo>
                <a:cubicBezTo>
                  <a:pt x="362" y="720"/>
                  <a:pt x="360" y="720"/>
                  <a:pt x="358" y="719"/>
                </a:cubicBezTo>
                <a:cubicBezTo>
                  <a:pt x="326" y="712"/>
                  <a:pt x="322" y="704"/>
                  <a:pt x="321" y="702"/>
                </a:cubicBezTo>
                <a:cubicBezTo>
                  <a:pt x="319" y="697"/>
                  <a:pt x="328" y="687"/>
                  <a:pt x="335" y="680"/>
                </a:cubicBezTo>
                <a:cubicBezTo>
                  <a:pt x="337" y="678"/>
                  <a:pt x="340" y="675"/>
                  <a:pt x="342" y="673"/>
                </a:cubicBezTo>
                <a:cubicBezTo>
                  <a:pt x="360" y="652"/>
                  <a:pt x="360" y="630"/>
                  <a:pt x="360" y="627"/>
                </a:cubicBezTo>
                <a:cubicBezTo>
                  <a:pt x="360" y="580"/>
                  <a:pt x="322" y="542"/>
                  <a:pt x="275" y="542"/>
                </a:cubicBezTo>
                <a:cubicBezTo>
                  <a:pt x="228" y="542"/>
                  <a:pt x="190" y="580"/>
                  <a:pt x="190" y="627"/>
                </a:cubicBezTo>
                <a:cubicBezTo>
                  <a:pt x="190" y="630"/>
                  <a:pt x="190" y="652"/>
                  <a:pt x="208" y="673"/>
                </a:cubicBezTo>
                <a:cubicBezTo>
                  <a:pt x="210" y="675"/>
                  <a:pt x="213" y="678"/>
                  <a:pt x="215" y="680"/>
                </a:cubicBezTo>
                <a:cubicBezTo>
                  <a:pt x="222" y="687"/>
                  <a:pt x="231" y="697"/>
                  <a:pt x="229" y="702"/>
                </a:cubicBezTo>
                <a:cubicBezTo>
                  <a:pt x="229" y="704"/>
                  <a:pt x="224" y="712"/>
                  <a:pt x="192" y="719"/>
                </a:cubicBezTo>
                <a:cubicBezTo>
                  <a:pt x="190" y="720"/>
                  <a:pt x="188" y="720"/>
                  <a:pt x="185" y="720"/>
                </a:cubicBezTo>
                <a:cubicBezTo>
                  <a:pt x="0" y="720"/>
                  <a:pt x="0" y="720"/>
                  <a:pt x="0" y="720"/>
                </a:cubicBezTo>
                <a:cubicBezTo>
                  <a:pt x="0" y="543"/>
                  <a:pt x="0" y="543"/>
                  <a:pt x="0" y="543"/>
                </a:cubicBezTo>
                <a:cubicBezTo>
                  <a:pt x="0" y="540"/>
                  <a:pt x="0" y="537"/>
                  <a:pt x="1" y="534"/>
                </a:cubicBezTo>
                <a:cubicBezTo>
                  <a:pt x="9" y="501"/>
                  <a:pt x="18" y="491"/>
                  <a:pt x="28" y="491"/>
                </a:cubicBezTo>
                <a:cubicBezTo>
                  <a:pt x="39" y="491"/>
                  <a:pt x="51" y="505"/>
                  <a:pt x="61" y="514"/>
                </a:cubicBezTo>
                <a:cubicBezTo>
                  <a:pt x="79" y="529"/>
                  <a:pt x="97" y="530"/>
                  <a:pt x="101" y="530"/>
                </a:cubicBezTo>
                <a:cubicBezTo>
                  <a:pt x="101" y="530"/>
                  <a:pt x="102" y="530"/>
                  <a:pt x="102" y="530"/>
                </a:cubicBezTo>
                <a:cubicBezTo>
                  <a:pt x="144" y="530"/>
                  <a:pt x="178" y="496"/>
                  <a:pt x="178" y="453"/>
                </a:cubicBezTo>
                <a:cubicBezTo>
                  <a:pt x="178" y="411"/>
                  <a:pt x="144" y="377"/>
                  <a:pt x="102" y="377"/>
                </a:cubicBezTo>
                <a:cubicBezTo>
                  <a:pt x="102" y="377"/>
                  <a:pt x="101" y="377"/>
                  <a:pt x="101" y="377"/>
                </a:cubicBezTo>
                <a:cubicBezTo>
                  <a:pt x="97" y="377"/>
                  <a:pt x="79" y="378"/>
                  <a:pt x="61" y="393"/>
                </a:cubicBezTo>
                <a:cubicBezTo>
                  <a:pt x="51" y="402"/>
                  <a:pt x="39" y="416"/>
                  <a:pt x="28" y="416"/>
                </a:cubicBezTo>
                <a:cubicBezTo>
                  <a:pt x="18" y="416"/>
                  <a:pt x="9" y="406"/>
                  <a:pt x="1" y="373"/>
                </a:cubicBezTo>
                <a:cubicBezTo>
                  <a:pt x="0" y="370"/>
                  <a:pt x="0" y="367"/>
                  <a:pt x="0" y="364"/>
                </a:cubicBezTo>
                <a:cubicBezTo>
                  <a:pt x="0" y="178"/>
                  <a:pt x="0" y="178"/>
                  <a:pt x="0" y="178"/>
                </a:cubicBezTo>
                <a:cubicBezTo>
                  <a:pt x="185" y="178"/>
                  <a:pt x="185" y="178"/>
                  <a:pt x="185" y="178"/>
                </a:cubicBezTo>
                <a:cubicBezTo>
                  <a:pt x="188" y="178"/>
                  <a:pt x="191" y="178"/>
                  <a:pt x="194" y="177"/>
                </a:cubicBezTo>
                <a:cubicBezTo>
                  <a:pt x="266" y="161"/>
                  <a:pt x="232" y="137"/>
                  <a:pt x="215" y="117"/>
                </a:cubicBezTo>
                <a:cubicBezTo>
                  <a:pt x="197" y="97"/>
                  <a:pt x="198" y="77"/>
                  <a:pt x="198" y="77"/>
                </a:cubicBezTo>
                <a:cubicBezTo>
                  <a:pt x="198" y="34"/>
                  <a:pt x="233" y="0"/>
                  <a:pt x="275" y="0"/>
                </a:cubicBezTo>
                <a:cubicBezTo>
                  <a:pt x="317" y="0"/>
                  <a:pt x="352" y="34"/>
                  <a:pt x="352" y="77"/>
                </a:cubicBezTo>
                <a:cubicBezTo>
                  <a:pt x="352" y="77"/>
                  <a:pt x="353" y="97"/>
                  <a:pt x="335" y="117"/>
                </a:cubicBezTo>
                <a:cubicBezTo>
                  <a:pt x="318" y="137"/>
                  <a:pt x="285" y="161"/>
                  <a:pt x="356" y="177"/>
                </a:cubicBezTo>
                <a:cubicBezTo>
                  <a:pt x="359" y="178"/>
                  <a:pt x="362" y="178"/>
                  <a:pt x="365" y="178"/>
                </a:cubicBezTo>
                <a:cubicBezTo>
                  <a:pt x="542" y="178"/>
                  <a:pt x="542" y="178"/>
                  <a:pt x="542" y="178"/>
                </a:cubicBezTo>
                <a:cubicBezTo>
                  <a:pt x="542" y="364"/>
                  <a:pt x="542" y="364"/>
                  <a:pt x="542" y="364"/>
                </a:cubicBezTo>
                <a:cubicBezTo>
                  <a:pt x="542" y="367"/>
                  <a:pt x="542" y="371"/>
                  <a:pt x="543" y="374"/>
                </a:cubicBezTo>
                <a:cubicBezTo>
                  <a:pt x="549" y="398"/>
                  <a:pt x="557" y="424"/>
                  <a:pt x="578" y="424"/>
                </a:cubicBezTo>
                <a:cubicBezTo>
                  <a:pt x="590" y="424"/>
                  <a:pt x="600" y="415"/>
                  <a:pt x="610" y="406"/>
                </a:cubicBezTo>
                <a:cubicBezTo>
                  <a:pt x="612" y="403"/>
                  <a:pt x="615" y="401"/>
                  <a:pt x="617" y="399"/>
                </a:cubicBezTo>
                <a:cubicBezTo>
                  <a:pt x="633" y="386"/>
                  <a:pt x="648" y="385"/>
                  <a:pt x="651" y="385"/>
                </a:cubicBezTo>
                <a:cubicBezTo>
                  <a:pt x="652" y="385"/>
                  <a:pt x="652" y="385"/>
                  <a:pt x="652" y="385"/>
                </a:cubicBezTo>
                <a:cubicBezTo>
                  <a:pt x="690" y="385"/>
                  <a:pt x="720" y="416"/>
                  <a:pt x="720" y="453"/>
                </a:cubicBez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363" name="AutoShape 116"/>
          <p:cNvSpPr/>
          <p:nvPr/>
        </p:nvSpPr>
        <p:spPr>
          <a:xfrm>
            <a:off x="6270120" y="3236040"/>
            <a:ext cx="357840" cy="396360"/>
          </a:xfrm>
          <a:custGeom>
            <a:avLst/>
            <a:gdLst>
              <a:gd name="textAreaLeft" fmla="*/ 0 w 357840"/>
              <a:gd name="textAreaRight" fmla="*/ 358200 w 357840"/>
              <a:gd name="textAreaTop" fmla="*/ 0 h 396360"/>
              <a:gd name="textAreaBottom" fmla="*/ 396720 h 396360"/>
              <a:gd name="GluePoint1X" fmla="*/ 135095090 w 21600"/>
              <a:gd name="GluePoint1Y" fmla="*/ 111587469 h 21600"/>
              <a:gd name="GluePoint2X" fmla="*/ 67547585 w 21600"/>
              <a:gd name="GluePoint2Y" fmla="*/ 203194979 h 21600"/>
              <a:gd name="GluePoint3X" fmla="*/ 0 w 21600"/>
              <a:gd name="GluePoint3Y" fmla="*/ 111587469 h 21600"/>
              <a:gd name="GluePoint4X" fmla="*/ 67547585 w 21600"/>
              <a:gd name="GluePoint4Y" fmla="*/ 19980836 h 21600"/>
              <a:gd name="GluePoint5X" fmla="*/ 79099259 w 21600"/>
              <a:gd name="GluePoint5Y" fmla="*/ 21335313 h 21600"/>
              <a:gd name="GluePoint6X" fmla="*/ 79099259 w 21600"/>
              <a:gd name="GluePoint6Y" fmla="*/ 0 h 21600"/>
              <a:gd name="GluePoint7X" fmla="*/ 104335692 w 21600"/>
              <a:gd name="GluePoint7Y" fmla="*/ 34298390 h 21600"/>
              <a:gd name="GluePoint8X" fmla="*/ 79099259 w 21600"/>
              <a:gd name="GluePoint8Y" fmla="*/ 68662637 h 21600"/>
              <a:gd name="GluePoint9X" fmla="*/ 79099259 w 21600"/>
              <a:gd name="GluePoint9Y" fmla="*/ 47317732 h 21600"/>
              <a:gd name="GluePoint10X" fmla="*/ 67547585 w 21600"/>
              <a:gd name="GluePoint10Y" fmla="*/ 45427384 h 21600"/>
              <a:gd name="GluePoint11X" fmla="*/ 18763263 w 21600"/>
              <a:gd name="GluePoint11Y" fmla="*/ 111587469 h 21600"/>
              <a:gd name="GluePoint12X" fmla="*/ 67547585 w 21600"/>
              <a:gd name="GluePoint12Y" fmla="*/ 177748431 h 21600"/>
              <a:gd name="GluePoint13X" fmla="*/ 116331828 w 21600"/>
              <a:gd name="GluePoint13Y" fmla="*/ 111587469 h 21600"/>
              <a:gd name="GluePoint14X" fmla="*/ 135095090 w 21600"/>
              <a:gd name="GluePoint14Y" fmla="*/ 111587469 h 21600"/>
              <a:gd name="GluePoint15X" fmla="*/ 135095090 w 21600"/>
              <a:gd name="GluePoint15Y" fmla="*/ 111587469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</a:cxnLst>
            <a:rect l="textAreaLeft" t="textAreaTop" r="textAreaRight" b="textAreaBottom"/>
            <a:pathLst>
              <a:path w="21600" h="21600">
                <a:moveTo>
                  <a:pt x="21600" y="11862"/>
                </a:moveTo>
                <a:cubicBezTo>
                  <a:pt x="21600" y="17240"/>
                  <a:pt x="16764" y="21600"/>
                  <a:pt x="10800" y="21600"/>
                </a:cubicBezTo>
                <a:cubicBezTo>
                  <a:pt x="4836" y="21600"/>
                  <a:pt x="0" y="17240"/>
                  <a:pt x="0" y="11862"/>
                </a:cubicBezTo>
                <a:cubicBezTo>
                  <a:pt x="0" y="6483"/>
                  <a:pt x="4836" y="2124"/>
                  <a:pt x="10800" y="2124"/>
                </a:cubicBezTo>
                <a:cubicBezTo>
                  <a:pt x="11430" y="2124"/>
                  <a:pt x="12046" y="2175"/>
                  <a:pt x="12647" y="2268"/>
                </a:cubicBezTo>
                <a:lnTo>
                  <a:pt x="12647" y="0"/>
                </a:lnTo>
                <a:lnTo>
                  <a:pt x="16682" y="3646"/>
                </a:lnTo>
                <a:lnTo>
                  <a:pt x="12647" y="7299"/>
                </a:lnTo>
                <a:lnTo>
                  <a:pt x="12647" y="5030"/>
                </a:lnTo>
                <a:cubicBezTo>
                  <a:pt x="12054" y="4900"/>
                  <a:pt x="11436" y="4829"/>
                  <a:pt x="10800" y="4829"/>
                </a:cubicBezTo>
                <a:cubicBezTo>
                  <a:pt x="6499" y="4829"/>
                  <a:pt x="3000" y="7984"/>
                  <a:pt x="3000" y="11862"/>
                </a:cubicBezTo>
                <a:cubicBezTo>
                  <a:pt x="3000" y="15740"/>
                  <a:pt x="6499" y="18895"/>
                  <a:pt x="10800" y="18895"/>
                </a:cubicBezTo>
                <a:cubicBezTo>
                  <a:pt x="15101" y="18895"/>
                  <a:pt x="18600" y="15740"/>
                  <a:pt x="18600" y="11862"/>
                </a:cubicBezTo>
                <a:lnTo>
                  <a:pt x="21600" y="11862"/>
                </a:lnTo>
                <a:close/>
                <a:moveTo>
                  <a:pt x="21600" y="11862"/>
                </a:moveTo>
              </a:path>
            </a:pathLst>
          </a:custGeom>
          <a:solidFill>
            <a:srgbClr val="3099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cxnSp>
        <p:nvCxnSpPr>
          <p:cNvPr id="364" name="직선 연결선 250"/>
          <p:cNvCxnSpPr/>
          <p:nvPr/>
        </p:nvCxnSpPr>
        <p:spPr>
          <a:xfrm>
            <a:off x="5344920" y="3011400"/>
            <a:ext cx="516600" cy="360"/>
          </a:xfrm>
          <a:prstGeom prst="straightConnector1">
            <a:avLst/>
          </a:prstGeom>
          <a:ln>
            <a:solidFill>
              <a:srgbClr val="fefefe"/>
            </a:solidFill>
            <a:prstDash val="dash"/>
            <a:headEnd len="med" type="oval" w="med"/>
          </a:ln>
        </p:spPr>
      </p:cxnSp>
      <p:cxnSp>
        <p:nvCxnSpPr>
          <p:cNvPr id="365" name="직선 연결선 250"/>
          <p:cNvCxnSpPr/>
          <p:nvPr/>
        </p:nvCxnSpPr>
        <p:spPr>
          <a:xfrm>
            <a:off x="5279760" y="5279760"/>
            <a:ext cx="1193040" cy="360"/>
          </a:xfrm>
          <a:prstGeom prst="straightConnector1">
            <a:avLst/>
          </a:prstGeom>
          <a:ln>
            <a:solidFill>
              <a:srgbClr val="fefefe"/>
            </a:solidFill>
            <a:prstDash val="dash"/>
            <a:headEnd len="med" type="oval" w="med"/>
          </a:ln>
        </p:spPr>
      </p:cxnSp>
      <p:cxnSp>
        <p:nvCxnSpPr>
          <p:cNvPr id="366" name="직선 연결선 250"/>
          <p:cNvCxnSpPr/>
          <p:nvPr/>
        </p:nvCxnSpPr>
        <p:spPr>
          <a:xfrm flipH="1">
            <a:off x="8282520" y="2041920"/>
            <a:ext cx="920520" cy="360"/>
          </a:xfrm>
          <a:prstGeom prst="straightConnector1">
            <a:avLst/>
          </a:prstGeom>
          <a:ln>
            <a:solidFill>
              <a:srgbClr val="fefefe"/>
            </a:solidFill>
            <a:prstDash val="dash"/>
            <a:headEnd len="med" type="oval" w="med"/>
          </a:ln>
        </p:spPr>
      </p:cxnSp>
      <p:cxnSp>
        <p:nvCxnSpPr>
          <p:cNvPr id="367" name="직선 연결선 250"/>
          <p:cNvCxnSpPr/>
          <p:nvPr/>
        </p:nvCxnSpPr>
        <p:spPr>
          <a:xfrm flipH="1">
            <a:off x="9255960" y="4313520"/>
            <a:ext cx="453960" cy="360"/>
          </a:xfrm>
          <a:prstGeom prst="straightConnector1">
            <a:avLst/>
          </a:prstGeom>
          <a:ln>
            <a:solidFill>
              <a:srgbClr val="fefefe"/>
            </a:solidFill>
            <a:prstDash val="dash"/>
            <a:headEnd len="med" type="oval" w="med"/>
          </a:ln>
        </p:spPr>
      </p:cxnSp>
      <p:cxnSp>
        <p:nvCxnSpPr>
          <p:cNvPr id="368" name="Straight Connector 59"/>
          <p:cNvCxnSpPr/>
          <p:nvPr/>
        </p:nvCxnSpPr>
        <p:spPr>
          <a:xfrm flipV="1">
            <a:off x="1318680" y="1730160"/>
            <a:ext cx="360" cy="4483440"/>
          </a:xfrm>
          <a:prstGeom prst="straightConnector1">
            <a:avLst/>
          </a:prstGeom>
          <a:ln w="3175">
            <a:solidFill>
              <a:srgbClr val="ffffff">
                <a:lumMod val="85000"/>
              </a:srgbClr>
            </a:solidFill>
          </a:ln>
        </p:spPr>
      </p:cxnSp>
      <p:grpSp>
        <p:nvGrpSpPr>
          <p:cNvPr id="369" name="组合 2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370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371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372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373" name="组合 6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374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75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76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77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78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79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0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1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2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3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4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5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6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7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8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89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0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1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2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3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4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5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6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7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8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399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00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01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02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03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04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405" name="文本框 37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文本框 38"/>
          <p:cNvSpPr/>
          <p:nvPr/>
        </p:nvSpPr>
        <p:spPr>
          <a:xfrm>
            <a:off x="1068840" y="1053000"/>
            <a:ext cx="929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Oval 8"/>
          <p:cNvSpPr/>
          <p:nvPr/>
        </p:nvSpPr>
        <p:spPr>
          <a:xfrm>
            <a:off x="2856240" y="2713680"/>
            <a:ext cx="1891080" cy="1891080"/>
          </a:xfrm>
          <a:prstGeom prst="ellipse">
            <a:avLst/>
          </a:pr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408" name="Group 109"/>
          <p:cNvGrpSpPr/>
          <p:nvPr/>
        </p:nvGrpSpPr>
        <p:grpSpPr>
          <a:xfrm>
            <a:off x="3474360" y="3327480"/>
            <a:ext cx="658800" cy="658800"/>
            <a:chOff x="3474360" y="3327480"/>
            <a:chExt cx="658800" cy="658800"/>
          </a:xfrm>
        </p:grpSpPr>
        <p:sp>
          <p:nvSpPr>
            <p:cNvPr id="409" name="AutoShape 90"/>
            <p:cNvSpPr/>
            <p:nvPr/>
          </p:nvSpPr>
          <p:spPr>
            <a:xfrm>
              <a:off x="3474360" y="3327480"/>
              <a:ext cx="658800" cy="658800"/>
            </a:xfrm>
            <a:custGeom>
              <a:avLst/>
              <a:gdLst>
                <a:gd name="textAreaLeft" fmla="*/ 0 w 658800"/>
                <a:gd name="textAreaRight" fmla="*/ 659160 w 658800"/>
                <a:gd name="textAreaTop" fmla="*/ 0 h 658800"/>
                <a:gd name="textAreaBottom" fmla="*/ 659160 h 6588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  <a:gd name="GluePoint27X" fmla="*/ 0 w 21600"/>
                <a:gd name="GluePoint27Y" fmla="*/ 0 h 21600"/>
                <a:gd name="GluePoint28X" fmla="*/ 0 w 21600"/>
                <a:gd name="GluePoint28Y" fmla="*/ 0 h 21600"/>
                <a:gd name="GluePoint29X" fmla="*/ 0 w 21600"/>
                <a:gd name="GluePoint29Y" fmla="*/ 0 h 21600"/>
                <a:gd name="GluePoint30X" fmla="*/ 0 w 21600"/>
                <a:gd name="GluePoint30Y" fmla="*/ 0 h 21600"/>
                <a:gd name="GluePoint31X" fmla="*/ 0 w 21600"/>
                <a:gd name="GluePoint31Y" fmla="*/ 0 h 21600"/>
                <a:gd name="GluePoint32X" fmla="*/ 0 w 21600"/>
                <a:gd name="GluePoint32Y" fmla="*/ 0 h 21600"/>
                <a:gd name="GluePoint33X" fmla="*/ 0 w 21600"/>
                <a:gd name="GluePoint33Y" fmla="*/ 0 h 21600"/>
                <a:gd name="GluePoint34X" fmla="*/ 0 w 21600"/>
                <a:gd name="GluePoint34Y" fmla="*/ 0 h 21600"/>
                <a:gd name="GluePoint35X" fmla="*/ 0 w 21600"/>
                <a:gd name="GluePoint35Y" fmla="*/ 0 h 21600"/>
                <a:gd name="GluePoint36X" fmla="*/ 0 w 21600"/>
                <a:gd name="GluePoint36Y" fmla="*/ 0 h 21600"/>
                <a:gd name="GluePoint37X" fmla="*/ 0 w 21600"/>
                <a:gd name="GluePoint37Y" fmla="*/ 0 h 21600"/>
                <a:gd name="GluePoint38X" fmla="*/ 0 w 21600"/>
                <a:gd name="GluePoint38Y" fmla="*/ 0 h 21600"/>
                <a:gd name="GluePoint39X" fmla="*/ 0 w 21600"/>
                <a:gd name="GluePoint39Y" fmla="*/ 0 h 21600"/>
                <a:gd name="GluePoint40X" fmla="*/ 0 w 21600"/>
                <a:gd name="GluePoint40Y" fmla="*/ 0 h 21600"/>
                <a:gd name="GluePoint41X" fmla="*/ 0 w 21600"/>
                <a:gd name="GluePoint41Y" fmla="*/ 0 h 21600"/>
                <a:gd name="GluePoint42X" fmla="*/ 0 w 21600"/>
                <a:gd name="GluePoint42Y" fmla="*/ 0 h 21600"/>
                <a:gd name="GluePoint43X" fmla="*/ 0 w 21600"/>
                <a:gd name="GluePoint43Y" fmla="*/ 0 h 21600"/>
                <a:gd name="GluePoint44X" fmla="*/ 0 w 21600"/>
                <a:gd name="GluePoint44Y" fmla="*/ 0 h 21600"/>
                <a:gd name="GluePoint45X" fmla="*/ 0 w 21600"/>
                <a:gd name="GluePoint45Y" fmla="*/ 0 h 21600"/>
                <a:gd name="GluePoint46X" fmla="*/ 0 w 21600"/>
                <a:gd name="GluePoint46Y" fmla="*/ 0 h 21600"/>
                <a:gd name="GluePoint47X" fmla="*/ 0 w 21600"/>
                <a:gd name="GluePoint47Y" fmla="*/ 0 h 21600"/>
                <a:gd name="GluePoint48X" fmla="*/ 0 w 21600"/>
                <a:gd name="GluePoint48Y" fmla="*/ 0 h 21600"/>
                <a:gd name="GluePoint49X" fmla="*/ 0 w 21600"/>
                <a:gd name="GluePoint49Y" fmla="*/ 0 h 21600"/>
                <a:gd name="GluePoint50X" fmla="*/ 0 w 21600"/>
                <a:gd name="GluePoint50Y" fmla="*/ 0 h 21600"/>
                <a:gd name="GluePoint51X" fmla="*/ 0 w 21600"/>
                <a:gd name="GluePoint51Y" fmla="*/ 0 h 21600"/>
                <a:gd name="GluePoint52X" fmla="*/ 0 w 21600"/>
                <a:gd name="GluePoint52Y" fmla="*/ 0 h 21600"/>
                <a:gd name="GluePoint53X" fmla="*/ 0 w 21600"/>
                <a:gd name="GluePoint53Y" fmla="*/ 0 h 21600"/>
                <a:gd name="GluePoint54X" fmla="*/ 0 w 21600"/>
                <a:gd name="GluePoint54Y" fmla="*/ 0 h 21600"/>
                <a:gd name="GluePoint55X" fmla="*/ 0 w 21600"/>
                <a:gd name="GluePoint55Y" fmla="*/ 0 h 21600"/>
                <a:gd name="GluePoint56X" fmla="*/ 0 w 21600"/>
                <a:gd name="GluePoint56Y" fmla="*/ 0 h 21600"/>
                <a:gd name="GluePoint57X" fmla="*/ 0 w 21600"/>
                <a:gd name="GluePoint57Y" fmla="*/ 0 h 21600"/>
                <a:gd name="GluePoint58X" fmla="*/ 0 w 21600"/>
                <a:gd name="GluePoint58Y" fmla="*/ 0 h 21600"/>
                <a:gd name="GluePoint59X" fmla="*/ 0 w 21600"/>
                <a:gd name="GluePoint59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ubicBezTo>
                    <a:pt x="16765" y="21600"/>
                    <a:pt x="21600" y="16765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7951" y="7646"/>
                  </a:moveTo>
                  <a:cubicBezTo>
                    <a:pt x="18069" y="7639"/>
                    <a:pt x="18121" y="7531"/>
                    <a:pt x="18225" y="7500"/>
                  </a:cubicBezTo>
                  <a:cubicBezTo>
                    <a:pt x="18420" y="7442"/>
                    <a:pt x="18352" y="7564"/>
                    <a:pt x="18447" y="7660"/>
                  </a:cubicBezTo>
                  <a:cubicBezTo>
                    <a:pt x="18529" y="7660"/>
                    <a:pt x="18346" y="7716"/>
                    <a:pt x="18334" y="7716"/>
                  </a:cubicBezTo>
                  <a:cubicBezTo>
                    <a:pt x="18252" y="7747"/>
                    <a:pt x="18257" y="7731"/>
                    <a:pt x="18192" y="7731"/>
                  </a:cubicBezTo>
                  <a:cubicBezTo>
                    <a:pt x="18166" y="7764"/>
                    <a:pt x="18232" y="7915"/>
                    <a:pt x="18248" y="7915"/>
                  </a:cubicBezTo>
                  <a:cubicBezTo>
                    <a:pt x="18307" y="8002"/>
                    <a:pt x="18338" y="7946"/>
                    <a:pt x="18332" y="8076"/>
                  </a:cubicBezTo>
                  <a:cubicBezTo>
                    <a:pt x="18326" y="8193"/>
                    <a:pt x="18422" y="8085"/>
                    <a:pt x="18461" y="8085"/>
                  </a:cubicBezTo>
                  <a:cubicBezTo>
                    <a:pt x="18461" y="8156"/>
                    <a:pt x="18566" y="8214"/>
                    <a:pt x="18574" y="8297"/>
                  </a:cubicBezTo>
                  <a:cubicBezTo>
                    <a:pt x="18528" y="8303"/>
                    <a:pt x="18423" y="8283"/>
                    <a:pt x="18404" y="8297"/>
                  </a:cubicBezTo>
                  <a:cubicBezTo>
                    <a:pt x="18411" y="8380"/>
                    <a:pt x="18461" y="8380"/>
                    <a:pt x="18461" y="8453"/>
                  </a:cubicBezTo>
                  <a:cubicBezTo>
                    <a:pt x="18549" y="8453"/>
                    <a:pt x="18392" y="8680"/>
                    <a:pt x="18546" y="8680"/>
                  </a:cubicBezTo>
                  <a:cubicBezTo>
                    <a:pt x="18510" y="8823"/>
                    <a:pt x="18267" y="8774"/>
                    <a:pt x="18234" y="8638"/>
                  </a:cubicBezTo>
                  <a:cubicBezTo>
                    <a:pt x="17995" y="8584"/>
                    <a:pt x="18122" y="8416"/>
                    <a:pt x="18114" y="8284"/>
                  </a:cubicBezTo>
                  <a:cubicBezTo>
                    <a:pt x="18104" y="8108"/>
                    <a:pt x="17951" y="8050"/>
                    <a:pt x="17951" y="7915"/>
                  </a:cubicBezTo>
                  <a:cubicBezTo>
                    <a:pt x="17826" y="7915"/>
                    <a:pt x="17951" y="7670"/>
                    <a:pt x="17951" y="7646"/>
                  </a:cubicBezTo>
                  <a:close/>
                  <a:moveTo>
                    <a:pt x="17869" y="15860"/>
                  </a:moveTo>
                  <a:cubicBezTo>
                    <a:pt x="17880" y="15711"/>
                    <a:pt x="17855" y="15455"/>
                    <a:pt x="17923" y="15455"/>
                  </a:cubicBezTo>
                  <a:cubicBezTo>
                    <a:pt x="17923" y="15341"/>
                    <a:pt x="17986" y="15185"/>
                    <a:pt x="17994" y="15044"/>
                  </a:cubicBezTo>
                  <a:cubicBezTo>
                    <a:pt x="18017" y="15044"/>
                    <a:pt x="18041" y="15044"/>
                    <a:pt x="18065" y="15044"/>
                  </a:cubicBezTo>
                  <a:cubicBezTo>
                    <a:pt x="18065" y="15015"/>
                    <a:pt x="18058" y="14913"/>
                    <a:pt x="18107" y="14888"/>
                  </a:cubicBezTo>
                  <a:cubicBezTo>
                    <a:pt x="18107" y="14812"/>
                    <a:pt x="18303" y="14778"/>
                    <a:pt x="18192" y="14676"/>
                  </a:cubicBezTo>
                  <a:cubicBezTo>
                    <a:pt x="18145" y="14660"/>
                    <a:pt x="18107" y="14451"/>
                    <a:pt x="18107" y="14378"/>
                  </a:cubicBezTo>
                  <a:cubicBezTo>
                    <a:pt x="18046" y="14439"/>
                    <a:pt x="18138" y="14619"/>
                    <a:pt x="17994" y="14619"/>
                  </a:cubicBezTo>
                  <a:cubicBezTo>
                    <a:pt x="17994" y="14447"/>
                    <a:pt x="17802" y="14718"/>
                    <a:pt x="17966" y="14718"/>
                  </a:cubicBezTo>
                  <a:cubicBezTo>
                    <a:pt x="17966" y="14874"/>
                    <a:pt x="17765" y="14803"/>
                    <a:pt x="17696" y="14761"/>
                  </a:cubicBezTo>
                  <a:cubicBezTo>
                    <a:pt x="17662" y="14847"/>
                    <a:pt x="17637" y="14882"/>
                    <a:pt x="17739" y="14903"/>
                  </a:cubicBezTo>
                  <a:cubicBezTo>
                    <a:pt x="17698" y="15025"/>
                    <a:pt x="17655" y="14946"/>
                    <a:pt x="17597" y="14903"/>
                  </a:cubicBezTo>
                  <a:cubicBezTo>
                    <a:pt x="17540" y="15073"/>
                    <a:pt x="17410" y="16061"/>
                    <a:pt x="17786" y="15978"/>
                  </a:cubicBezTo>
                  <a:cubicBezTo>
                    <a:pt x="16200" y="18114"/>
                    <a:pt x="13659" y="19500"/>
                    <a:pt x="10800" y="19500"/>
                  </a:cubicBezTo>
                  <a:cubicBezTo>
                    <a:pt x="6003" y="19500"/>
                    <a:pt x="2100" y="15597"/>
                    <a:pt x="2100" y="10800"/>
                  </a:cubicBezTo>
                  <a:cubicBezTo>
                    <a:pt x="2100" y="9473"/>
                    <a:pt x="2400" y="8214"/>
                    <a:pt x="2934" y="7088"/>
                  </a:cubicBezTo>
                  <a:cubicBezTo>
                    <a:pt x="2934" y="7089"/>
                    <a:pt x="2936" y="7091"/>
                    <a:pt x="2936" y="7093"/>
                  </a:cubicBezTo>
                  <a:cubicBezTo>
                    <a:pt x="3188" y="7294"/>
                    <a:pt x="3192" y="7631"/>
                    <a:pt x="3192" y="7901"/>
                  </a:cubicBezTo>
                  <a:cubicBezTo>
                    <a:pt x="3158" y="8054"/>
                    <a:pt x="3234" y="8236"/>
                    <a:pt x="3234" y="8383"/>
                  </a:cubicBezTo>
                  <a:cubicBezTo>
                    <a:pt x="3305" y="8418"/>
                    <a:pt x="3432" y="8638"/>
                    <a:pt x="3432" y="8709"/>
                  </a:cubicBezTo>
                  <a:cubicBezTo>
                    <a:pt x="3435" y="8709"/>
                    <a:pt x="3594" y="8932"/>
                    <a:pt x="3603" y="8949"/>
                  </a:cubicBezTo>
                  <a:cubicBezTo>
                    <a:pt x="3792" y="8949"/>
                    <a:pt x="3886" y="9032"/>
                    <a:pt x="3886" y="9205"/>
                  </a:cubicBezTo>
                  <a:cubicBezTo>
                    <a:pt x="3876" y="9205"/>
                    <a:pt x="4000" y="9469"/>
                    <a:pt x="4042" y="9502"/>
                  </a:cubicBezTo>
                  <a:cubicBezTo>
                    <a:pt x="4042" y="9577"/>
                    <a:pt x="4155" y="9849"/>
                    <a:pt x="4226" y="9885"/>
                  </a:cubicBezTo>
                  <a:cubicBezTo>
                    <a:pt x="4226" y="10115"/>
                    <a:pt x="4784" y="10484"/>
                    <a:pt x="4465" y="9943"/>
                  </a:cubicBezTo>
                  <a:cubicBezTo>
                    <a:pt x="4436" y="9894"/>
                    <a:pt x="4289" y="9616"/>
                    <a:pt x="4255" y="9616"/>
                  </a:cubicBezTo>
                  <a:cubicBezTo>
                    <a:pt x="4255" y="9525"/>
                    <a:pt x="4068" y="9420"/>
                    <a:pt x="4090" y="9342"/>
                  </a:cubicBezTo>
                  <a:cubicBezTo>
                    <a:pt x="4124" y="9221"/>
                    <a:pt x="4340" y="9498"/>
                    <a:pt x="4340" y="9559"/>
                  </a:cubicBezTo>
                  <a:cubicBezTo>
                    <a:pt x="4371" y="9559"/>
                    <a:pt x="4453" y="9741"/>
                    <a:pt x="4453" y="9758"/>
                  </a:cubicBezTo>
                  <a:cubicBezTo>
                    <a:pt x="4505" y="9758"/>
                    <a:pt x="4709" y="9909"/>
                    <a:pt x="4709" y="9999"/>
                  </a:cubicBezTo>
                  <a:cubicBezTo>
                    <a:pt x="4856" y="9999"/>
                    <a:pt x="4940" y="10367"/>
                    <a:pt x="4945" y="10471"/>
                  </a:cubicBezTo>
                  <a:cubicBezTo>
                    <a:pt x="4948" y="10558"/>
                    <a:pt x="4996" y="10792"/>
                    <a:pt x="5120" y="10792"/>
                  </a:cubicBezTo>
                  <a:cubicBezTo>
                    <a:pt x="5174" y="10900"/>
                    <a:pt x="5409" y="10861"/>
                    <a:pt x="5460" y="10962"/>
                  </a:cubicBezTo>
                  <a:cubicBezTo>
                    <a:pt x="5611" y="10962"/>
                    <a:pt x="5777" y="11075"/>
                    <a:pt x="5941" y="11075"/>
                  </a:cubicBezTo>
                  <a:cubicBezTo>
                    <a:pt x="6084" y="11075"/>
                    <a:pt x="6113" y="11246"/>
                    <a:pt x="6239" y="11246"/>
                  </a:cubicBezTo>
                  <a:cubicBezTo>
                    <a:pt x="6259" y="11285"/>
                    <a:pt x="6324" y="11271"/>
                    <a:pt x="6324" y="11302"/>
                  </a:cubicBezTo>
                  <a:cubicBezTo>
                    <a:pt x="6448" y="11302"/>
                    <a:pt x="6791" y="11496"/>
                    <a:pt x="6735" y="11642"/>
                  </a:cubicBezTo>
                  <a:cubicBezTo>
                    <a:pt x="6795" y="11672"/>
                    <a:pt x="6964" y="11843"/>
                    <a:pt x="6947" y="11926"/>
                  </a:cubicBezTo>
                  <a:cubicBezTo>
                    <a:pt x="6971" y="12095"/>
                    <a:pt x="7238" y="12086"/>
                    <a:pt x="7345" y="12138"/>
                  </a:cubicBezTo>
                  <a:cubicBezTo>
                    <a:pt x="7444" y="11839"/>
                    <a:pt x="7571" y="12122"/>
                    <a:pt x="7571" y="12266"/>
                  </a:cubicBezTo>
                  <a:cubicBezTo>
                    <a:pt x="7561" y="12313"/>
                    <a:pt x="7571" y="12512"/>
                    <a:pt x="7571" y="12606"/>
                  </a:cubicBezTo>
                  <a:cubicBezTo>
                    <a:pt x="7701" y="12606"/>
                    <a:pt x="7536" y="12818"/>
                    <a:pt x="7501" y="12677"/>
                  </a:cubicBezTo>
                  <a:cubicBezTo>
                    <a:pt x="7451" y="12698"/>
                    <a:pt x="7423" y="12736"/>
                    <a:pt x="7415" y="12790"/>
                  </a:cubicBezTo>
                  <a:cubicBezTo>
                    <a:pt x="7346" y="12790"/>
                    <a:pt x="7186" y="13220"/>
                    <a:pt x="7345" y="13272"/>
                  </a:cubicBezTo>
                  <a:cubicBezTo>
                    <a:pt x="7326" y="13439"/>
                    <a:pt x="7134" y="13582"/>
                    <a:pt x="7316" y="13683"/>
                  </a:cubicBezTo>
                  <a:cubicBezTo>
                    <a:pt x="7316" y="13672"/>
                    <a:pt x="7662" y="14179"/>
                    <a:pt x="7614" y="14179"/>
                  </a:cubicBezTo>
                  <a:cubicBezTo>
                    <a:pt x="7614" y="14259"/>
                    <a:pt x="7665" y="14355"/>
                    <a:pt x="7685" y="14420"/>
                  </a:cubicBezTo>
                  <a:cubicBezTo>
                    <a:pt x="7685" y="14567"/>
                    <a:pt x="7830" y="14902"/>
                    <a:pt x="8039" y="14902"/>
                  </a:cubicBezTo>
                  <a:cubicBezTo>
                    <a:pt x="8037" y="14898"/>
                    <a:pt x="8254" y="15129"/>
                    <a:pt x="8223" y="15129"/>
                  </a:cubicBezTo>
                  <a:cubicBezTo>
                    <a:pt x="8287" y="15511"/>
                    <a:pt x="8195" y="15751"/>
                    <a:pt x="8195" y="16163"/>
                  </a:cubicBezTo>
                  <a:cubicBezTo>
                    <a:pt x="8072" y="16163"/>
                    <a:pt x="8188" y="16989"/>
                    <a:pt x="8025" y="17071"/>
                  </a:cubicBezTo>
                  <a:cubicBezTo>
                    <a:pt x="7995" y="17203"/>
                    <a:pt x="7898" y="17312"/>
                    <a:pt x="7940" y="17396"/>
                  </a:cubicBezTo>
                  <a:cubicBezTo>
                    <a:pt x="7954" y="17531"/>
                    <a:pt x="7940" y="17666"/>
                    <a:pt x="7940" y="17779"/>
                  </a:cubicBezTo>
                  <a:cubicBezTo>
                    <a:pt x="7907" y="17779"/>
                    <a:pt x="7869" y="17962"/>
                    <a:pt x="7869" y="18006"/>
                  </a:cubicBezTo>
                  <a:cubicBezTo>
                    <a:pt x="7775" y="18006"/>
                    <a:pt x="7769" y="18709"/>
                    <a:pt x="7780" y="18957"/>
                  </a:cubicBezTo>
                  <a:cubicBezTo>
                    <a:pt x="8005" y="19041"/>
                    <a:pt x="8236" y="19114"/>
                    <a:pt x="8470" y="19179"/>
                  </a:cubicBezTo>
                  <a:cubicBezTo>
                    <a:pt x="8443" y="19138"/>
                    <a:pt x="8422" y="19094"/>
                    <a:pt x="8422" y="19040"/>
                  </a:cubicBezTo>
                  <a:cubicBezTo>
                    <a:pt x="8327" y="19040"/>
                    <a:pt x="8420" y="18785"/>
                    <a:pt x="8521" y="18785"/>
                  </a:cubicBezTo>
                  <a:cubicBezTo>
                    <a:pt x="8556" y="18663"/>
                    <a:pt x="8618" y="18661"/>
                    <a:pt x="8677" y="18572"/>
                  </a:cubicBezTo>
                  <a:cubicBezTo>
                    <a:pt x="8747" y="18572"/>
                    <a:pt x="8635" y="18459"/>
                    <a:pt x="8635" y="18530"/>
                  </a:cubicBezTo>
                  <a:cubicBezTo>
                    <a:pt x="8618" y="18530"/>
                    <a:pt x="8618" y="18575"/>
                    <a:pt x="8578" y="18586"/>
                  </a:cubicBezTo>
                  <a:cubicBezTo>
                    <a:pt x="8565" y="18552"/>
                    <a:pt x="8582" y="18516"/>
                    <a:pt x="8564" y="18516"/>
                  </a:cubicBezTo>
                  <a:cubicBezTo>
                    <a:pt x="8564" y="18436"/>
                    <a:pt x="8606" y="18359"/>
                    <a:pt x="8606" y="18275"/>
                  </a:cubicBezTo>
                  <a:cubicBezTo>
                    <a:pt x="8633" y="18275"/>
                    <a:pt x="8668" y="18173"/>
                    <a:pt x="8706" y="18147"/>
                  </a:cubicBezTo>
                  <a:cubicBezTo>
                    <a:pt x="8784" y="18056"/>
                    <a:pt x="8862" y="18045"/>
                    <a:pt x="8862" y="17920"/>
                  </a:cubicBezTo>
                  <a:cubicBezTo>
                    <a:pt x="8879" y="17920"/>
                    <a:pt x="8837" y="17779"/>
                    <a:pt x="8805" y="17779"/>
                  </a:cubicBezTo>
                  <a:cubicBezTo>
                    <a:pt x="8888" y="17707"/>
                    <a:pt x="8989" y="17837"/>
                    <a:pt x="8989" y="17693"/>
                  </a:cubicBezTo>
                  <a:cubicBezTo>
                    <a:pt x="9015" y="17693"/>
                    <a:pt x="9032" y="17605"/>
                    <a:pt x="9032" y="17580"/>
                  </a:cubicBezTo>
                  <a:cubicBezTo>
                    <a:pt x="9152" y="17500"/>
                    <a:pt x="9130" y="17481"/>
                    <a:pt x="9315" y="17481"/>
                  </a:cubicBezTo>
                  <a:cubicBezTo>
                    <a:pt x="9338" y="17435"/>
                    <a:pt x="9473" y="17380"/>
                    <a:pt x="9528" y="17382"/>
                  </a:cubicBezTo>
                  <a:cubicBezTo>
                    <a:pt x="9528" y="17362"/>
                    <a:pt x="9545" y="17169"/>
                    <a:pt x="9528" y="17169"/>
                  </a:cubicBezTo>
                  <a:cubicBezTo>
                    <a:pt x="9528" y="17065"/>
                    <a:pt x="9712" y="17054"/>
                    <a:pt x="9712" y="17013"/>
                  </a:cubicBezTo>
                  <a:cubicBezTo>
                    <a:pt x="9812" y="16942"/>
                    <a:pt x="9843" y="16857"/>
                    <a:pt x="9849" y="16740"/>
                  </a:cubicBezTo>
                  <a:cubicBezTo>
                    <a:pt x="9854" y="16645"/>
                    <a:pt x="9994" y="16531"/>
                    <a:pt x="10073" y="16531"/>
                  </a:cubicBezTo>
                  <a:cubicBezTo>
                    <a:pt x="10199" y="16531"/>
                    <a:pt x="10115" y="16475"/>
                    <a:pt x="10194" y="16475"/>
                  </a:cubicBezTo>
                  <a:cubicBezTo>
                    <a:pt x="10171" y="16407"/>
                    <a:pt x="10224" y="16412"/>
                    <a:pt x="10260" y="16368"/>
                  </a:cubicBezTo>
                  <a:cubicBezTo>
                    <a:pt x="10314" y="16301"/>
                    <a:pt x="10296" y="16065"/>
                    <a:pt x="10307" y="15964"/>
                  </a:cubicBezTo>
                  <a:cubicBezTo>
                    <a:pt x="10281" y="15964"/>
                    <a:pt x="10425" y="15828"/>
                    <a:pt x="10435" y="15808"/>
                  </a:cubicBezTo>
                  <a:cubicBezTo>
                    <a:pt x="10502" y="15808"/>
                    <a:pt x="10552" y="15752"/>
                    <a:pt x="10619" y="15752"/>
                  </a:cubicBezTo>
                  <a:cubicBezTo>
                    <a:pt x="10655" y="15681"/>
                    <a:pt x="10888" y="15575"/>
                    <a:pt x="10974" y="15511"/>
                  </a:cubicBezTo>
                  <a:cubicBezTo>
                    <a:pt x="11011" y="15360"/>
                    <a:pt x="11115" y="15330"/>
                    <a:pt x="11115" y="15170"/>
                  </a:cubicBezTo>
                  <a:cubicBezTo>
                    <a:pt x="11157" y="15170"/>
                    <a:pt x="11200" y="14858"/>
                    <a:pt x="11200" y="14802"/>
                  </a:cubicBezTo>
                  <a:cubicBezTo>
                    <a:pt x="11208" y="14802"/>
                    <a:pt x="11215" y="14518"/>
                    <a:pt x="11215" y="14490"/>
                  </a:cubicBezTo>
                  <a:cubicBezTo>
                    <a:pt x="11221" y="14490"/>
                    <a:pt x="11427" y="14261"/>
                    <a:pt x="11427" y="14234"/>
                  </a:cubicBezTo>
                  <a:cubicBezTo>
                    <a:pt x="11617" y="14093"/>
                    <a:pt x="11588" y="13676"/>
                    <a:pt x="11405" y="13514"/>
                  </a:cubicBezTo>
                  <a:cubicBezTo>
                    <a:pt x="11299" y="13420"/>
                    <a:pt x="11232" y="13367"/>
                    <a:pt x="11073" y="13313"/>
                  </a:cubicBezTo>
                  <a:cubicBezTo>
                    <a:pt x="11048" y="13388"/>
                    <a:pt x="10982" y="13340"/>
                    <a:pt x="10915" y="13339"/>
                  </a:cubicBezTo>
                  <a:cubicBezTo>
                    <a:pt x="10800" y="13335"/>
                    <a:pt x="10788" y="13413"/>
                    <a:pt x="10676" y="13413"/>
                  </a:cubicBezTo>
                  <a:cubicBezTo>
                    <a:pt x="10690" y="13345"/>
                    <a:pt x="10725" y="13144"/>
                    <a:pt x="10591" y="13130"/>
                  </a:cubicBezTo>
                  <a:cubicBezTo>
                    <a:pt x="10591" y="13265"/>
                    <a:pt x="10455" y="13200"/>
                    <a:pt x="10492" y="13115"/>
                  </a:cubicBezTo>
                  <a:cubicBezTo>
                    <a:pt x="10428" y="13115"/>
                    <a:pt x="10369" y="13016"/>
                    <a:pt x="10280" y="13002"/>
                  </a:cubicBezTo>
                  <a:cubicBezTo>
                    <a:pt x="10280" y="13147"/>
                    <a:pt x="10062" y="13030"/>
                    <a:pt x="10123" y="13030"/>
                  </a:cubicBezTo>
                  <a:cubicBezTo>
                    <a:pt x="10123" y="13012"/>
                    <a:pt x="10087" y="12817"/>
                    <a:pt x="10138" y="12817"/>
                  </a:cubicBezTo>
                  <a:cubicBezTo>
                    <a:pt x="10121" y="12734"/>
                    <a:pt x="10101" y="12590"/>
                    <a:pt x="10038" y="12548"/>
                  </a:cubicBezTo>
                  <a:cubicBezTo>
                    <a:pt x="9983" y="12431"/>
                    <a:pt x="10070" y="12473"/>
                    <a:pt x="9939" y="12364"/>
                  </a:cubicBezTo>
                  <a:cubicBezTo>
                    <a:pt x="9917" y="12318"/>
                    <a:pt x="9905" y="12353"/>
                    <a:pt x="9883" y="12308"/>
                  </a:cubicBezTo>
                  <a:cubicBezTo>
                    <a:pt x="9839" y="12308"/>
                    <a:pt x="9753" y="12192"/>
                    <a:pt x="9727" y="12293"/>
                  </a:cubicBezTo>
                  <a:cubicBezTo>
                    <a:pt x="9644" y="12287"/>
                    <a:pt x="9572" y="12248"/>
                    <a:pt x="9495" y="12224"/>
                  </a:cubicBezTo>
                  <a:cubicBezTo>
                    <a:pt x="9355" y="12182"/>
                    <a:pt x="9478" y="12169"/>
                    <a:pt x="9386" y="12123"/>
                  </a:cubicBezTo>
                  <a:cubicBezTo>
                    <a:pt x="9386" y="12082"/>
                    <a:pt x="9259" y="12071"/>
                    <a:pt x="9259" y="12010"/>
                  </a:cubicBezTo>
                  <a:cubicBezTo>
                    <a:pt x="9233" y="11942"/>
                    <a:pt x="9182" y="11935"/>
                    <a:pt x="9174" y="11911"/>
                  </a:cubicBezTo>
                  <a:cubicBezTo>
                    <a:pt x="9161" y="11914"/>
                    <a:pt x="9152" y="11909"/>
                    <a:pt x="9145" y="11897"/>
                  </a:cubicBezTo>
                  <a:cubicBezTo>
                    <a:pt x="9117" y="11898"/>
                    <a:pt x="9123" y="11842"/>
                    <a:pt x="9059" y="11842"/>
                  </a:cubicBezTo>
                  <a:cubicBezTo>
                    <a:pt x="9053" y="11822"/>
                    <a:pt x="8992" y="11772"/>
                    <a:pt x="8975" y="11783"/>
                  </a:cubicBezTo>
                  <a:cubicBezTo>
                    <a:pt x="8909" y="11829"/>
                    <a:pt x="8732" y="11807"/>
                    <a:pt x="8655" y="11802"/>
                  </a:cubicBezTo>
                  <a:cubicBezTo>
                    <a:pt x="8463" y="11788"/>
                    <a:pt x="8497" y="11569"/>
                    <a:pt x="8395" y="11556"/>
                  </a:cubicBezTo>
                  <a:cubicBezTo>
                    <a:pt x="8327" y="11603"/>
                    <a:pt x="8249" y="11646"/>
                    <a:pt x="8172" y="11647"/>
                  </a:cubicBezTo>
                  <a:cubicBezTo>
                    <a:pt x="8154" y="11620"/>
                    <a:pt x="8151" y="11627"/>
                    <a:pt x="8111" y="11603"/>
                  </a:cubicBezTo>
                  <a:cubicBezTo>
                    <a:pt x="8101" y="11603"/>
                    <a:pt x="8049" y="11633"/>
                    <a:pt x="8035" y="11643"/>
                  </a:cubicBezTo>
                  <a:cubicBezTo>
                    <a:pt x="7988" y="11672"/>
                    <a:pt x="7943" y="11762"/>
                    <a:pt x="7885" y="11730"/>
                  </a:cubicBezTo>
                  <a:cubicBezTo>
                    <a:pt x="7858" y="11700"/>
                    <a:pt x="7838" y="11708"/>
                    <a:pt x="7827" y="11755"/>
                  </a:cubicBezTo>
                  <a:cubicBezTo>
                    <a:pt x="7708" y="11755"/>
                    <a:pt x="7887" y="12038"/>
                    <a:pt x="7601" y="12038"/>
                  </a:cubicBezTo>
                  <a:cubicBezTo>
                    <a:pt x="7612" y="11938"/>
                    <a:pt x="7602" y="11840"/>
                    <a:pt x="7459" y="11840"/>
                  </a:cubicBezTo>
                  <a:cubicBezTo>
                    <a:pt x="7459" y="11962"/>
                    <a:pt x="7255" y="11938"/>
                    <a:pt x="7161" y="11925"/>
                  </a:cubicBezTo>
                  <a:cubicBezTo>
                    <a:pt x="7185" y="11831"/>
                    <a:pt x="7139" y="11763"/>
                    <a:pt x="7062" y="11712"/>
                  </a:cubicBezTo>
                  <a:cubicBezTo>
                    <a:pt x="7062" y="11639"/>
                    <a:pt x="7006" y="11546"/>
                    <a:pt x="7006" y="11429"/>
                  </a:cubicBezTo>
                  <a:cubicBezTo>
                    <a:pt x="6906" y="11429"/>
                    <a:pt x="7056" y="11117"/>
                    <a:pt x="6892" y="11117"/>
                  </a:cubicBezTo>
                  <a:cubicBezTo>
                    <a:pt x="6902" y="11134"/>
                    <a:pt x="6907" y="11153"/>
                    <a:pt x="6906" y="11174"/>
                  </a:cubicBezTo>
                  <a:cubicBezTo>
                    <a:pt x="6793" y="11174"/>
                    <a:pt x="6679" y="11194"/>
                    <a:pt x="6566" y="11174"/>
                  </a:cubicBezTo>
                  <a:cubicBezTo>
                    <a:pt x="6594" y="11071"/>
                    <a:pt x="6506" y="11060"/>
                    <a:pt x="6533" y="10951"/>
                  </a:cubicBezTo>
                  <a:cubicBezTo>
                    <a:pt x="6554" y="10862"/>
                    <a:pt x="6590" y="10783"/>
                    <a:pt x="6609" y="10692"/>
                  </a:cubicBezTo>
                  <a:cubicBezTo>
                    <a:pt x="6651" y="10692"/>
                    <a:pt x="6645" y="10564"/>
                    <a:pt x="6722" y="10564"/>
                  </a:cubicBezTo>
                  <a:cubicBezTo>
                    <a:pt x="6800" y="10519"/>
                    <a:pt x="6694" y="10393"/>
                    <a:pt x="6694" y="10508"/>
                  </a:cubicBezTo>
                  <a:cubicBezTo>
                    <a:pt x="6694" y="10508"/>
                    <a:pt x="6553" y="10558"/>
                    <a:pt x="6537" y="10564"/>
                  </a:cubicBezTo>
                  <a:cubicBezTo>
                    <a:pt x="6537" y="10573"/>
                    <a:pt x="6396" y="10708"/>
                    <a:pt x="6396" y="10607"/>
                  </a:cubicBezTo>
                  <a:cubicBezTo>
                    <a:pt x="6324" y="10635"/>
                    <a:pt x="6214" y="10778"/>
                    <a:pt x="6325" y="10805"/>
                  </a:cubicBezTo>
                  <a:cubicBezTo>
                    <a:pt x="6313" y="10864"/>
                    <a:pt x="6226" y="10910"/>
                    <a:pt x="6226" y="10919"/>
                  </a:cubicBezTo>
                  <a:cubicBezTo>
                    <a:pt x="6065" y="10920"/>
                    <a:pt x="6123" y="10908"/>
                    <a:pt x="6113" y="10833"/>
                  </a:cubicBezTo>
                  <a:cubicBezTo>
                    <a:pt x="6019" y="10833"/>
                    <a:pt x="5911" y="10621"/>
                    <a:pt x="5815" y="10621"/>
                  </a:cubicBezTo>
                  <a:cubicBezTo>
                    <a:pt x="5815" y="10530"/>
                    <a:pt x="5716" y="10443"/>
                    <a:pt x="5716" y="10323"/>
                  </a:cubicBezTo>
                  <a:cubicBezTo>
                    <a:pt x="5692" y="10323"/>
                    <a:pt x="5692" y="9898"/>
                    <a:pt x="5716" y="9898"/>
                  </a:cubicBezTo>
                  <a:cubicBezTo>
                    <a:pt x="5716" y="9682"/>
                    <a:pt x="5867" y="9502"/>
                    <a:pt x="6084" y="9480"/>
                  </a:cubicBezTo>
                  <a:cubicBezTo>
                    <a:pt x="6220" y="9466"/>
                    <a:pt x="6205" y="9562"/>
                    <a:pt x="6328" y="9580"/>
                  </a:cubicBezTo>
                  <a:cubicBezTo>
                    <a:pt x="6399" y="9590"/>
                    <a:pt x="6440" y="9558"/>
                    <a:pt x="6509" y="9530"/>
                  </a:cubicBezTo>
                  <a:cubicBezTo>
                    <a:pt x="6505" y="9471"/>
                    <a:pt x="6466" y="9455"/>
                    <a:pt x="6453" y="9402"/>
                  </a:cubicBezTo>
                  <a:cubicBezTo>
                    <a:pt x="6537" y="9402"/>
                    <a:pt x="6772" y="9417"/>
                    <a:pt x="6807" y="9487"/>
                  </a:cubicBezTo>
                  <a:cubicBezTo>
                    <a:pt x="6888" y="9521"/>
                    <a:pt x="6992" y="9430"/>
                    <a:pt x="7048" y="9509"/>
                  </a:cubicBezTo>
                  <a:cubicBezTo>
                    <a:pt x="7090" y="9567"/>
                    <a:pt x="7161" y="9754"/>
                    <a:pt x="7161" y="9813"/>
                  </a:cubicBezTo>
                  <a:cubicBezTo>
                    <a:pt x="7144" y="9813"/>
                    <a:pt x="7238" y="9954"/>
                    <a:pt x="7247" y="9969"/>
                  </a:cubicBezTo>
                  <a:cubicBezTo>
                    <a:pt x="7380" y="9967"/>
                    <a:pt x="7347" y="9863"/>
                    <a:pt x="7326" y="9763"/>
                  </a:cubicBezTo>
                  <a:cubicBezTo>
                    <a:pt x="7309" y="9681"/>
                    <a:pt x="7288" y="9431"/>
                    <a:pt x="7232" y="9374"/>
                  </a:cubicBezTo>
                  <a:cubicBezTo>
                    <a:pt x="7232" y="9134"/>
                    <a:pt x="7396" y="9159"/>
                    <a:pt x="7488" y="8977"/>
                  </a:cubicBezTo>
                  <a:cubicBezTo>
                    <a:pt x="7637" y="8977"/>
                    <a:pt x="7669" y="8737"/>
                    <a:pt x="7757" y="8679"/>
                  </a:cubicBezTo>
                  <a:cubicBezTo>
                    <a:pt x="7757" y="8649"/>
                    <a:pt x="7814" y="8459"/>
                    <a:pt x="7827" y="8452"/>
                  </a:cubicBezTo>
                  <a:cubicBezTo>
                    <a:pt x="7847" y="8338"/>
                    <a:pt x="7896" y="8341"/>
                    <a:pt x="7941" y="8268"/>
                  </a:cubicBezTo>
                  <a:cubicBezTo>
                    <a:pt x="7924" y="8268"/>
                    <a:pt x="8125" y="8118"/>
                    <a:pt x="8125" y="8141"/>
                  </a:cubicBezTo>
                  <a:cubicBezTo>
                    <a:pt x="8201" y="8090"/>
                    <a:pt x="8267" y="7931"/>
                    <a:pt x="8295" y="7843"/>
                  </a:cubicBezTo>
                  <a:cubicBezTo>
                    <a:pt x="8334" y="7843"/>
                    <a:pt x="8420" y="7763"/>
                    <a:pt x="8437" y="7730"/>
                  </a:cubicBezTo>
                  <a:cubicBezTo>
                    <a:pt x="8537" y="7730"/>
                    <a:pt x="8597" y="7673"/>
                    <a:pt x="8721" y="7673"/>
                  </a:cubicBezTo>
                  <a:cubicBezTo>
                    <a:pt x="8701" y="7713"/>
                    <a:pt x="8721" y="7704"/>
                    <a:pt x="8735" y="7772"/>
                  </a:cubicBezTo>
                  <a:cubicBezTo>
                    <a:pt x="8739" y="7771"/>
                    <a:pt x="8657" y="7790"/>
                    <a:pt x="8648" y="7769"/>
                  </a:cubicBezTo>
                  <a:cubicBezTo>
                    <a:pt x="8633" y="7825"/>
                    <a:pt x="8520" y="7840"/>
                    <a:pt x="8749" y="7814"/>
                  </a:cubicBezTo>
                  <a:cubicBezTo>
                    <a:pt x="8763" y="7784"/>
                    <a:pt x="8838" y="7757"/>
                    <a:pt x="8877" y="7744"/>
                  </a:cubicBezTo>
                  <a:cubicBezTo>
                    <a:pt x="8877" y="7671"/>
                    <a:pt x="8983" y="7722"/>
                    <a:pt x="9004" y="7658"/>
                  </a:cubicBezTo>
                  <a:cubicBezTo>
                    <a:pt x="8921" y="7654"/>
                    <a:pt x="8856" y="7622"/>
                    <a:pt x="8800" y="7530"/>
                  </a:cubicBezTo>
                  <a:cubicBezTo>
                    <a:pt x="8741" y="7435"/>
                    <a:pt x="8618" y="7304"/>
                    <a:pt x="8820" y="7304"/>
                  </a:cubicBezTo>
                  <a:cubicBezTo>
                    <a:pt x="8820" y="7275"/>
                    <a:pt x="8792" y="7291"/>
                    <a:pt x="8792" y="7262"/>
                  </a:cubicBezTo>
                  <a:cubicBezTo>
                    <a:pt x="8687" y="7291"/>
                    <a:pt x="8665" y="7361"/>
                    <a:pt x="8550" y="7361"/>
                  </a:cubicBezTo>
                  <a:cubicBezTo>
                    <a:pt x="8409" y="7408"/>
                    <a:pt x="8340" y="7547"/>
                    <a:pt x="8181" y="7545"/>
                  </a:cubicBezTo>
                  <a:cubicBezTo>
                    <a:pt x="8195" y="7402"/>
                    <a:pt x="8447" y="7114"/>
                    <a:pt x="8577" y="7072"/>
                  </a:cubicBezTo>
                  <a:cubicBezTo>
                    <a:pt x="8825" y="6993"/>
                    <a:pt x="9234" y="7212"/>
                    <a:pt x="9302" y="6907"/>
                  </a:cubicBezTo>
                  <a:cubicBezTo>
                    <a:pt x="9351" y="6913"/>
                    <a:pt x="9570" y="6991"/>
                    <a:pt x="9570" y="6893"/>
                  </a:cubicBezTo>
                  <a:cubicBezTo>
                    <a:pt x="9623" y="6893"/>
                    <a:pt x="9526" y="6794"/>
                    <a:pt x="9627" y="6794"/>
                  </a:cubicBezTo>
                  <a:cubicBezTo>
                    <a:pt x="9613" y="6724"/>
                    <a:pt x="9497" y="6638"/>
                    <a:pt x="9458" y="6638"/>
                  </a:cubicBezTo>
                  <a:cubicBezTo>
                    <a:pt x="9458" y="6482"/>
                    <a:pt x="9373" y="6652"/>
                    <a:pt x="9329" y="6652"/>
                  </a:cubicBezTo>
                  <a:cubicBezTo>
                    <a:pt x="9329" y="6550"/>
                    <a:pt x="9293" y="6559"/>
                    <a:pt x="9259" y="6524"/>
                  </a:cubicBezTo>
                  <a:cubicBezTo>
                    <a:pt x="9259" y="6449"/>
                    <a:pt x="9097" y="6334"/>
                    <a:pt x="9046" y="6255"/>
                  </a:cubicBezTo>
                  <a:cubicBezTo>
                    <a:pt x="8977" y="6255"/>
                    <a:pt x="8877" y="5906"/>
                    <a:pt x="8819" y="5943"/>
                  </a:cubicBezTo>
                  <a:cubicBezTo>
                    <a:pt x="8819" y="6029"/>
                    <a:pt x="8755" y="6142"/>
                    <a:pt x="8663" y="6142"/>
                  </a:cubicBezTo>
                  <a:cubicBezTo>
                    <a:pt x="8663" y="6199"/>
                    <a:pt x="8520" y="6173"/>
                    <a:pt x="8493" y="6170"/>
                  </a:cubicBezTo>
                  <a:cubicBezTo>
                    <a:pt x="8493" y="6087"/>
                    <a:pt x="8522" y="6159"/>
                    <a:pt x="8522" y="6113"/>
                  </a:cubicBezTo>
                  <a:cubicBezTo>
                    <a:pt x="8474" y="6113"/>
                    <a:pt x="8479" y="6053"/>
                    <a:pt x="8479" y="6043"/>
                  </a:cubicBezTo>
                  <a:cubicBezTo>
                    <a:pt x="8452" y="6043"/>
                    <a:pt x="8238" y="5833"/>
                    <a:pt x="8238" y="5788"/>
                  </a:cubicBezTo>
                  <a:cubicBezTo>
                    <a:pt x="8048" y="5851"/>
                    <a:pt x="8194" y="5771"/>
                    <a:pt x="8011" y="5688"/>
                  </a:cubicBezTo>
                  <a:cubicBezTo>
                    <a:pt x="7947" y="5856"/>
                    <a:pt x="7766" y="5717"/>
                    <a:pt x="7657" y="5717"/>
                  </a:cubicBezTo>
                  <a:cubicBezTo>
                    <a:pt x="7657" y="5740"/>
                    <a:pt x="7564" y="5704"/>
                    <a:pt x="7529" y="5717"/>
                  </a:cubicBezTo>
                  <a:cubicBezTo>
                    <a:pt x="7530" y="5816"/>
                    <a:pt x="7612" y="6029"/>
                    <a:pt x="7501" y="6057"/>
                  </a:cubicBezTo>
                  <a:cubicBezTo>
                    <a:pt x="7522" y="6132"/>
                    <a:pt x="7574" y="6082"/>
                    <a:pt x="7616" y="6132"/>
                  </a:cubicBezTo>
                  <a:cubicBezTo>
                    <a:pt x="7681" y="6210"/>
                    <a:pt x="7655" y="6350"/>
                    <a:pt x="7614" y="6440"/>
                  </a:cubicBezTo>
                  <a:cubicBezTo>
                    <a:pt x="7778" y="6503"/>
                    <a:pt x="7487" y="6634"/>
                    <a:pt x="7487" y="6553"/>
                  </a:cubicBezTo>
                  <a:cubicBezTo>
                    <a:pt x="7397" y="6578"/>
                    <a:pt x="7383" y="6692"/>
                    <a:pt x="7472" y="6751"/>
                  </a:cubicBezTo>
                  <a:cubicBezTo>
                    <a:pt x="7472" y="6809"/>
                    <a:pt x="7443" y="6908"/>
                    <a:pt x="7529" y="6908"/>
                  </a:cubicBezTo>
                  <a:cubicBezTo>
                    <a:pt x="7505" y="7002"/>
                    <a:pt x="7363" y="7012"/>
                    <a:pt x="7274" y="6979"/>
                  </a:cubicBezTo>
                  <a:cubicBezTo>
                    <a:pt x="7265" y="6950"/>
                    <a:pt x="7274" y="6940"/>
                    <a:pt x="7302" y="6950"/>
                  </a:cubicBezTo>
                  <a:cubicBezTo>
                    <a:pt x="7288" y="6896"/>
                    <a:pt x="7220" y="6737"/>
                    <a:pt x="7245" y="6737"/>
                  </a:cubicBezTo>
                  <a:cubicBezTo>
                    <a:pt x="7227" y="6683"/>
                    <a:pt x="7047" y="6397"/>
                    <a:pt x="7047" y="6553"/>
                  </a:cubicBezTo>
                  <a:cubicBezTo>
                    <a:pt x="6945" y="6553"/>
                    <a:pt x="6835" y="6575"/>
                    <a:pt x="6835" y="6453"/>
                  </a:cubicBezTo>
                  <a:cubicBezTo>
                    <a:pt x="6797" y="6441"/>
                    <a:pt x="6737" y="6413"/>
                    <a:pt x="6721" y="6383"/>
                  </a:cubicBezTo>
                  <a:cubicBezTo>
                    <a:pt x="6535" y="6356"/>
                    <a:pt x="6460" y="6335"/>
                    <a:pt x="6253" y="6298"/>
                  </a:cubicBezTo>
                  <a:cubicBezTo>
                    <a:pt x="6262" y="6212"/>
                    <a:pt x="6076" y="6055"/>
                    <a:pt x="5984" y="6000"/>
                  </a:cubicBezTo>
                  <a:cubicBezTo>
                    <a:pt x="5984" y="5789"/>
                    <a:pt x="5924" y="5594"/>
                    <a:pt x="6154" y="5561"/>
                  </a:cubicBezTo>
                  <a:cubicBezTo>
                    <a:pt x="6154" y="5593"/>
                    <a:pt x="6359" y="5498"/>
                    <a:pt x="6381" y="5490"/>
                  </a:cubicBezTo>
                  <a:cubicBezTo>
                    <a:pt x="6439" y="5373"/>
                    <a:pt x="6554" y="5554"/>
                    <a:pt x="6603" y="5380"/>
                  </a:cubicBezTo>
                  <a:cubicBezTo>
                    <a:pt x="6633" y="5275"/>
                    <a:pt x="6758" y="5210"/>
                    <a:pt x="6863" y="5249"/>
                  </a:cubicBezTo>
                  <a:cubicBezTo>
                    <a:pt x="6845" y="5381"/>
                    <a:pt x="6807" y="5518"/>
                    <a:pt x="6693" y="5518"/>
                  </a:cubicBezTo>
                  <a:cubicBezTo>
                    <a:pt x="6775" y="5588"/>
                    <a:pt x="6998" y="5490"/>
                    <a:pt x="7089" y="5490"/>
                  </a:cubicBezTo>
                  <a:cubicBezTo>
                    <a:pt x="7089" y="5499"/>
                    <a:pt x="7235" y="5518"/>
                    <a:pt x="7274" y="5518"/>
                  </a:cubicBezTo>
                  <a:cubicBezTo>
                    <a:pt x="7210" y="5433"/>
                    <a:pt x="6803" y="5361"/>
                    <a:pt x="6990" y="5221"/>
                  </a:cubicBezTo>
                  <a:cubicBezTo>
                    <a:pt x="6990" y="5181"/>
                    <a:pt x="7154" y="5180"/>
                    <a:pt x="7176" y="5093"/>
                  </a:cubicBezTo>
                  <a:cubicBezTo>
                    <a:pt x="7193" y="5025"/>
                    <a:pt x="7212" y="4832"/>
                    <a:pt x="7175" y="4819"/>
                  </a:cubicBezTo>
                  <a:cubicBezTo>
                    <a:pt x="7120" y="4800"/>
                    <a:pt x="7064" y="4827"/>
                    <a:pt x="6976" y="4810"/>
                  </a:cubicBezTo>
                  <a:cubicBezTo>
                    <a:pt x="6976" y="4780"/>
                    <a:pt x="6975" y="4753"/>
                    <a:pt x="6947" y="4753"/>
                  </a:cubicBezTo>
                  <a:cubicBezTo>
                    <a:pt x="6947" y="4841"/>
                    <a:pt x="6868" y="4758"/>
                    <a:pt x="6806" y="4781"/>
                  </a:cubicBezTo>
                  <a:cubicBezTo>
                    <a:pt x="6806" y="4803"/>
                    <a:pt x="6859" y="4867"/>
                    <a:pt x="6820" y="4867"/>
                  </a:cubicBezTo>
                  <a:cubicBezTo>
                    <a:pt x="6820" y="4998"/>
                    <a:pt x="6805" y="5126"/>
                    <a:pt x="6636" y="5150"/>
                  </a:cubicBezTo>
                  <a:cubicBezTo>
                    <a:pt x="6634" y="5058"/>
                    <a:pt x="6587" y="4883"/>
                    <a:pt x="6494" y="4852"/>
                  </a:cubicBezTo>
                  <a:cubicBezTo>
                    <a:pt x="6494" y="5125"/>
                    <a:pt x="6233" y="4739"/>
                    <a:pt x="6182" y="4696"/>
                  </a:cubicBezTo>
                  <a:cubicBezTo>
                    <a:pt x="6162" y="4615"/>
                    <a:pt x="6104" y="4580"/>
                    <a:pt x="6040" y="4555"/>
                  </a:cubicBezTo>
                  <a:cubicBezTo>
                    <a:pt x="5997" y="4665"/>
                    <a:pt x="5921" y="4566"/>
                    <a:pt x="5855" y="4681"/>
                  </a:cubicBezTo>
                  <a:cubicBezTo>
                    <a:pt x="5801" y="4775"/>
                    <a:pt x="5861" y="4763"/>
                    <a:pt x="5799" y="4866"/>
                  </a:cubicBezTo>
                  <a:cubicBezTo>
                    <a:pt x="5719" y="4866"/>
                    <a:pt x="5523" y="4812"/>
                    <a:pt x="5516" y="4895"/>
                  </a:cubicBezTo>
                  <a:cubicBezTo>
                    <a:pt x="5600" y="4897"/>
                    <a:pt x="5635" y="4916"/>
                    <a:pt x="5615" y="4994"/>
                  </a:cubicBezTo>
                  <a:cubicBezTo>
                    <a:pt x="5753" y="4994"/>
                    <a:pt x="5558" y="5081"/>
                    <a:pt x="5558" y="5093"/>
                  </a:cubicBezTo>
                  <a:cubicBezTo>
                    <a:pt x="5479" y="5093"/>
                    <a:pt x="5425" y="5125"/>
                    <a:pt x="5332" y="5110"/>
                  </a:cubicBezTo>
                  <a:cubicBezTo>
                    <a:pt x="5217" y="5092"/>
                    <a:pt x="5097" y="5071"/>
                    <a:pt x="4988" y="5035"/>
                  </a:cubicBezTo>
                  <a:cubicBezTo>
                    <a:pt x="4894" y="5003"/>
                    <a:pt x="4911" y="4952"/>
                    <a:pt x="4878" y="4952"/>
                  </a:cubicBezTo>
                  <a:cubicBezTo>
                    <a:pt x="4752" y="4742"/>
                    <a:pt x="5063" y="4867"/>
                    <a:pt x="5063" y="4881"/>
                  </a:cubicBezTo>
                  <a:cubicBezTo>
                    <a:pt x="5166" y="4881"/>
                    <a:pt x="5288" y="5015"/>
                    <a:pt x="5261" y="4796"/>
                  </a:cubicBezTo>
                  <a:cubicBezTo>
                    <a:pt x="5298" y="4805"/>
                    <a:pt x="5336" y="4810"/>
                    <a:pt x="5374" y="4810"/>
                  </a:cubicBezTo>
                  <a:cubicBezTo>
                    <a:pt x="5350" y="4712"/>
                    <a:pt x="5239" y="4762"/>
                    <a:pt x="5162" y="4767"/>
                  </a:cubicBezTo>
                  <a:cubicBezTo>
                    <a:pt x="5163" y="4707"/>
                    <a:pt x="5079" y="4569"/>
                    <a:pt x="5063" y="4569"/>
                  </a:cubicBezTo>
                  <a:cubicBezTo>
                    <a:pt x="5028" y="4464"/>
                    <a:pt x="5048" y="4459"/>
                    <a:pt x="5048" y="4370"/>
                  </a:cubicBezTo>
                  <a:cubicBezTo>
                    <a:pt x="5024" y="4377"/>
                    <a:pt x="4882" y="4473"/>
                    <a:pt x="4869" y="4443"/>
                  </a:cubicBezTo>
                  <a:cubicBezTo>
                    <a:pt x="6424" y="2990"/>
                    <a:pt x="8510" y="2099"/>
                    <a:pt x="10800" y="2099"/>
                  </a:cubicBezTo>
                  <a:cubicBezTo>
                    <a:pt x="13466" y="2099"/>
                    <a:pt x="15854" y="3307"/>
                    <a:pt x="17450" y="5201"/>
                  </a:cubicBezTo>
                  <a:cubicBezTo>
                    <a:pt x="17399" y="5342"/>
                    <a:pt x="17273" y="5227"/>
                    <a:pt x="17214" y="5335"/>
                  </a:cubicBezTo>
                  <a:cubicBezTo>
                    <a:pt x="17198" y="5335"/>
                    <a:pt x="17155" y="5462"/>
                    <a:pt x="17242" y="5462"/>
                  </a:cubicBezTo>
                  <a:cubicBezTo>
                    <a:pt x="17214" y="5576"/>
                    <a:pt x="17100" y="5560"/>
                    <a:pt x="17100" y="5462"/>
                  </a:cubicBezTo>
                  <a:cubicBezTo>
                    <a:pt x="17021" y="5462"/>
                    <a:pt x="16975" y="5549"/>
                    <a:pt x="16860" y="5547"/>
                  </a:cubicBezTo>
                  <a:cubicBezTo>
                    <a:pt x="16874" y="5475"/>
                    <a:pt x="16729" y="5264"/>
                    <a:pt x="16647" y="5264"/>
                  </a:cubicBezTo>
                  <a:cubicBezTo>
                    <a:pt x="16673" y="5212"/>
                    <a:pt x="16647" y="5259"/>
                    <a:pt x="16647" y="5207"/>
                  </a:cubicBezTo>
                  <a:cubicBezTo>
                    <a:pt x="16883" y="5207"/>
                    <a:pt x="17132" y="5165"/>
                    <a:pt x="17313" y="5165"/>
                  </a:cubicBezTo>
                  <a:cubicBezTo>
                    <a:pt x="17313" y="5035"/>
                    <a:pt x="16928" y="4871"/>
                    <a:pt x="16834" y="4921"/>
                  </a:cubicBezTo>
                  <a:cubicBezTo>
                    <a:pt x="16779" y="4951"/>
                    <a:pt x="16610" y="4867"/>
                    <a:pt x="16534" y="4867"/>
                  </a:cubicBezTo>
                  <a:cubicBezTo>
                    <a:pt x="16534" y="4811"/>
                    <a:pt x="16056" y="4812"/>
                    <a:pt x="15981" y="4810"/>
                  </a:cubicBezTo>
                  <a:cubicBezTo>
                    <a:pt x="15981" y="4715"/>
                    <a:pt x="15220" y="4925"/>
                    <a:pt x="15151" y="4930"/>
                  </a:cubicBezTo>
                  <a:cubicBezTo>
                    <a:pt x="14989" y="4943"/>
                    <a:pt x="14920" y="5039"/>
                    <a:pt x="14790" y="5150"/>
                  </a:cubicBezTo>
                  <a:cubicBezTo>
                    <a:pt x="14790" y="5149"/>
                    <a:pt x="14400" y="5476"/>
                    <a:pt x="14592" y="5476"/>
                  </a:cubicBezTo>
                  <a:cubicBezTo>
                    <a:pt x="14567" y="5700"/>
                    <a:pt x="13982" y="5675"/>
                    <a:pt x="13982" y="5817"/>
                  </a:cubicBezTo>
                  <a:cubicBezTo>
                    <a:pt x="13955" y="5824"/>
                    <a:pt x="13783" y="5780"/>
                    <a:pt x="13868" y="5929"/>
                  </a:cubicBezTo>
                  <a:cubicBezTo>
                    <a:pt x="13854" y="5929"/>
                    <a:pt x="14001" y="6095"/>
                    <a:pt x="14011" y="6114"/>
                  </a:cubicBezTo>
                  <a:cubicBezTo>
                    <a:pt x="14133" y="6114"/>
                    <a:pt x="14238" y="6170"/>
                    <a:pt x="14393" y="6170"/>
                  </a:cubicBezTo>
                  <a:cubicBezTo>
                    <a:pt x="14410" y="6137"/>
                    <a:pt x="14478" y="6120"/>
                    <a:pt x="14521" y="6114"/>
                  </a:cubicBezTo>
                  <a:cubicBezTo>
                    <a:pt x="14528" y="6201"/>
                    <a:pt x="14597" y="6383"/>
                    <a:pt x="14649" y="6383"/>
                  </a:cubicBezTo>
                  <a:cubicBezTo>
                    <a:pt x="14649" y="6464"/>
                    <a:pt x="14690" y="6592"/>
                    <a:pt x="14535" y="6511"/>
                  </a:cubicBezTo>
                  <a:cubicBezTo>
                    <a:pt x="14513" y="6494"/>
                    <a:pt x="14508" y="6379"/>
                    <a:pt x="14502" y="6337"/>
                  </a:cubicBezTo>
                  <a:cubicBezTo>
                    <a:pt x="14486" y="6228"/>
                    <a:pt x="14370" y="6386"/>
                    <a:pt x="14266" y="6369"/>
                  </a:cubicBezTo>
                  <a:cubicBezTo>
                    <a:pt x="14266" y="6449"/>
                    <a:pt x="14250" y="6666"/>
                    <a:pt x="14336" y="6695"/>
                  </a:cubicBezTo>
                  <a:cubicBezTo>
                    <a:pt x="14297" y="6813"/>
                    <a:pt x="14137" y="6732"/>
                    <a:pt x="14068" y="6837"/>
                  </a:cubicBezTo>
                  <a:cubicBezTo>
                    <a:pt x="14009" y="6837"/>
                    <a:pt x="13912" y="7011"/>
                    <a:pt x="13912" y="6893"/>
                  </a:cubicBezTo>
                  <a:cubicBezTo>
                    <a:pt x="13820" y="6954"/>
                    <a:pt x="13920" y="7118"/>
                    <a:pt x="13742" y="7021"/>
                  </a:cubicBezTo>
                  <a:cubicBezTo>
                    <a:pt x="13735" y="7060"/>
                    <a:pt x="13738" y="7113"/>
                    <a:pt x="13727" y="7177"/>
                  </a:cubicBezTo>
                  <a:cubicBezTo>
                    <a:pt x="13840" y="7177"/>
                    <a:pt x="13706" y="7262"/>
                    <a:pt x="13671" y="7262"/>
                  </a:cubicBezTo>
                  <a:cubicBezTo>
                    <a:pt x="13671" y="7386"/>
                    <a:pt x="13544" y="7255"/>
                    <a:pt x="13515" y="7234"/>
                  </a:cubicBezTo>
                  <a:cubicBezTo>
                    <a:pt x="13512" y="7240"/>
                    <a:pt x="13508" y="7245"/>
                    <a:pt x="13500" y="7247"/>
                  </a:cubicBezTo>
                  <a:cubicBezTo>
                    <a:pt x="13607" y="7428"/>
                    <a:pt x="13337" y="7343"/>
                    <a:pt x="13263" y="7302"/>
                  </a:cubicBezTo>
                  <a:cubicBezTo>
                    <a:pt x="13176" y="7253"/>
                    <a:pt x="13299" y="7384"/>
                    <a:pt x="13358" y="7404"/>
                  </a:cubicBezTo>
                  <a:cubicBezTo>
                    <a:pt x="13358" y="7492"/>
                    <a:pt x="13655" y="7652"/>
                    <a:pt x="13486" y="7829"/>
                  </a:cubicBezTo>
                  <a:cubicBezTo>
                    <a:pt x="13486" y="7881"/>
                    <a:pt x="13491" y="7886"/>
                    <a:pt x="13543" y="7886"/>
                  </a:cubicBezTo>
                  <a:cubicBezTo>
                    <a:pt x="13543" y="8010"/>
                    <a:pt x="13390" y="7988"/>
                    <a:pt x="13302" y="7971"/>
                  </a:cubicBezTo>
                  <a:cubicBezTo>
                    <a:pt x="13340" y="7898"/>
                    <a:pt x="13312" y="7860"/>
                    <a:pt x="13217" y="7857"/>
                  </a:cubicBezTo>
                  <a:cubicBezTo>
                    <a:pt x="13217" y="7966"/>
                    <a:pt x="12989" y="7906"/>
                    <a:pt x="12891" y="7942"/>
                  </a:cubicBezTo>
                  <a:cubicBezTo>
                    <a:pt x="12873" y="7906"/>
                    <a:pt x="12866" y="7895"/>
                    <a:pt x="12834" y="7886"/>
                  </a:cubicBezTo>
                  <a:cubicBezTo>
                    <a:pt x="12807" y="7951"/>
                    <a:pt x="12764" y="8396"/>
                    <a:pt x="12778" y="8396"/>
                  </a:cubicBezTo>
                  <a:cubicBezTo>
                    <a:pt x="12778" y="8571"/>
                    <a:pt x="12916" y="8683"/>
                    <a:pt x="13075" y="8736"/>
                  </a:cubicBezTo>
                  <a:cubicBezTo>
                    <a:pt x="13075" y="8692"/>
                    <a:pt x="13445" y="8720"/>
                    <a:pt x="13460" y="8660"/>
                  </a:cubicBezTo>
                  <a:cubicBezTo>
                    <a:pt x="13491" y="8540"/>
                    <a:pt x="13592" y="8537"/>
                    <a:pt x="13614" y="8410"/>
                  </a:cubicBezTo>
                  <a:cubicBezTo>
                    <a:pt x="13624" y="8351"/>
                    <a:pt x="13808" y="7901"/>
                    <a:pt x="13813" y="7900"/>
                  </a:cubicBezTo>
                  <a:cubicBezTo>
                    <a:pt x="13813" y="7883"/>
                    <a:pt x="14150" y="7991"/>
                    <a:pt x="14209" y="7871"/>
                  </a:cubicBezTo>
                  <a:cubicBezTo>
                    <a:pt x="14239" y="7871"/>
                    <a:pt x="14316" y="7844"/>
                    <a:pt x="14336" y="7815"/>
                  </a:cubicBezTo>
                  <a:cubicBezTo>
                    <a:pt x="14446" y="7829"/>
                    <a:pt x="14471" y="8027"/>
                    <a:pt x="14535" y="8027"/>
                  </a:cubicBezTo>
                  <a:cubicBezTo>
                    <a:pt x="14613" y="8144"/>
                    <a:pt x="14798" y="8114"/>
                    <a:pt x="14861" y="8240"/>
                  </a:cubicBezTo>
                  <a:cubicBezTo>
                    <a:pt x="14953" y="8240"/>
                    <a:pt x="14960" y="8478"/>
                    <a:pt x="14960" y="8566"/>
                  </a:cubicBezTo>
                  <a:cubicBezTo>
                    <a:pt x="15066" y="8486"/>
                    <a:pt x="15079" y="8416"/>
                    <a:pt x="15055" y="8335"/>
                  </a:cubicBezTo>
                  <a:cubicBezTo>
                    <a:pt x="15013" y="8194"/>
                    <a:pt x="15167" y="8362"/>
                    <a:pt x="15215" y="8297"/>
                  </a:cubicBezTo>
                  <a:cubicBezTo>
                    <a:pt x="15148" y="8297"/>
                    <a:pt x="15163" y="8166"/>
                    <a:pt x="15031" y="8198"/>
                  </a:cubicBezTo>
                  <a:cubicBezTo>
                    <a:pt x="15022" y="8161"/>
                    <a:pt x="15017" y="8123"/>
                    <a:pt x="15017" y="8084"/>
                  </a:cubicBezTo>
                  <a:cubicBezTo>
                    <a:pt x="14837" y="8114"/>
                    <a:pt x="14852" y="7842"/>
                    <a:pt x="14705" y="7872"/>
                  </a:cubicBezTo>
                  <a:cubicBezTo>
                    <a:pt x="14688" y="7805"/>
                    <a:pt x="14604" y="7784"/>
                    <a:pt x="14650" y="7702"/>
                  </a:cubicBezTo>
                  <a:cubicBezTo>
                    <a:pt x="14722" y="7572"/>
                    <a:pt x="14958" y="7957"/>
                    <a:pt x="15059" y="7957"/>
                  </a:cubicBezTo>
                  <a:cubicBezTo>
                    <a:pt x="15083" y="8004"/>
                    <a:pt x="15243" y="8020"/>
                    <a:pt x="15243" y="8056"/>
                  </a:cubicBezTo>
                  <a:cubicBezTo>
                    <a:pt x="15327" y="8084"/>
                    <a:pt x="15286" y="8221"/>
                    <a:pt x="15286" y="8297"/>
                  </a:cubicBezTo>
                  <a:cubicBezTo>
                    <a:pt x="15365" y="8297"/>
                    <a:pt x="15338" y="8340"/>
                    <a:pt x="15371" y="8396"/>
                  </a:cubicBezTo>
                  <a:cubicBezTo>
                    <a:pt x="15484" y="8453"/>
                    <a:pt x="15420" y="8667"/>
                    <a:pt x="15612" y="8708"/>
                  </a:cubicBezTo>
                  <a:cubicBezTo>
                    <a:pt x="15612" y="8636"/>
                    <a:pt x="15796" y="8495"/>
                    <a:pt x="15683" y="8495"/>
                  </a:cubicBezTo>
                  <a:cubicBezTo>
                    <a:pt x="15692" y="8437"/>
                    <a:pt x="15559" y="8180"/>
                    <a:pt x="15744" y="8216"/>
                  </a:cubicBezTo>
                  <a:cubicBezTo>
                    <a:pt x="15810" y="8229"/>
                    <a:pt x="15917" y="8234"/>
                    <a:pt x="15938" y="8313"/>
                  </a:cubicBezTo>
                  <a:cubicBezTo>
                    <a:pt x="15977" y="8469"/>
                    <a:pt x="15944" y="8555"/>
                    <a:pt x="16066" y="8665"/>
                  </a:cubicBezTo>
                  <a:cubicBezTo>
                    <a:pt x="16142" y="8819"/>
                    <a:pt x="16411" y="8648"/>
                    <a:pt x="16448" y="8722"/>
                  </a:cubicBezTo>
                  <a:cubicBezTo>
                    <a:pt x="16474" y="8722"/>
                    <a:pt x="16646" y="8794"/>
                    <a:pt x="16646" y="8736"/>
                  </a:cubicBezTo>
                  <a:cubicBezTo>
                    <a:pt x="16724" y="8711"/>
                    <a:pt x="16747" y="8694"/>
                    <a:pt x="16845" y="8694"/>
                  </a:cubicBezTo>
                  <a:cubicBezTo>
                    <a:pt x="16845" y="8792"/>
                    <a:pt x="16810" y="8918"/>
                    <a:pt x="16792" y="9001"/>
                  </a:cubicBezTo>
                  <a:cubicBezTo>
                    <a:pt x="16778" y="9068"/>
                    <a:pt x="16710" y="9131"/>
                    <a:pt x="16732" y="9218"/>
                  </a:cubicBezTo>
                  <a:cubicBezTo>
                    <a:pt x="16667" y="9218"/>
                    <a:pt x="16677" y="9303"/>
                    <a:pt x="16746" y="9303"/>
                  </a:cubicBezTo>
                  <a:cubicBezTo>
                    <a:pt x="16746" y="9434"/>
                    <a:pt x="16592" y="9413"/>
                    <a:pt x="16490" y="9402"/>
                  </a:cubicBezTo>
                  <a:cubicBezTo>
                    <a:pt x="16519" y="9500"/>
                    <a:pt x="16689" y="9710"/>
                    <a:pt x="16760" y="9757"/>
                  </a:cubicBezTo>
                  <a:cubicBezTo>
                    <a:pt x="16789" y="9843"/>
                    <a:pt x="16860" y="9994"/>
                    <a:pt x="16930" y="10040"/>
                  </a:cubicBezTo>
                  <a:cubicBezTo>
                    <a:pt x="16941" y="10105"/>
                    <a:pt x="17007" y="10284"/>
                    <a:pt x="17058" y="10309"/>
                  </a:cubicBezTo>
                  <a:cubicBezTo>
                    <a:pt x="17058" y="10407"/>
                    <a:pt x="17393" y="11032"/>
                    <a:pt x="17313" y="11032"/>
                  </a:cubicBezTo>
                  <a:cubicBezTo>
                    <a:pt x="17344" y="11084"/>
                    <a:pt x="17379" y="11107"/>
                    <a:pt x="17369" y="11160"/>
                  </a:cubicBezTo>
                  <a:cubicBezTo>
                    <a:pt x="17496" y="11160"/>
                    <a:pt x="17446" y="11471"/>
                    <a:pt x="17709" y="11471"/>
                  </a:cubicBezTo>
                  <a:cubicBezTo>
                    <a:pt x="17728" y="11433"/>
                    <a:pt x="17941" y="11358"/>
                    <a:pt x="17993" y="11358"/>
                  </a:cubicBezTo>
                  <a:cubicBezTo>
                    <a:pt x="18041" y="11263"/>
                    <a:pt x="18301" y="11188"/>
                    <a:pt x="18375" y="11188"/>
                  </a:cubicBezTo>
                  <a:cubicBezTo>
                    <a:pt x="18350" y="11111"/>
                    <a:pt x="18772" y="10928"/>
                    <a:pt x="18772" y="10890"/>
                  </a:cubicBezTo>
                  <a:cubicBezTo>
                    <a:pt x="18825" y="10871"/>
                    <a:pt x="18871" y="10761"/>
                    <a:pt x="18871" y="10699"/>
                  </a:cubicBezTo>
                  <a:cubicBezTo>
                    <a:pt x="18871" y="10603"/>
                    <a:pt x="18942" y="10596"/>
                    <a:pt x="18942" y="10522"/>
                  </a:cubicBezTo>
                  <a:cubicBezTo>
                    <a:pt x="19056" y="10446"/>
                    <a:pt x="19083" y="10254"/>
                    <a:pt x="18928" y="10210"/>
                  </a:cubicBezTo>
                  <a:cubicBezTo>
                    <a:pt x="18955" y="10373"/>
                    <a:pt x="18814" y="10287"/>
                    <a:pt x="18834" y="10243"/>
                  </a:cubicBezTo>
                  <a:cubicBezTo>
                    <a:pt x="18865" y="10178"/>
                    <a:pt x="18819" y="10152"/>
                    <a:pt x="18772" y="10097"/>
                  </a:cubicBezTo>
                  <a:cubicBezTo>
                    <a:pt x="18718" y="10070"/>
                    <a:pt x="18783" y="10009"/>
                    <a:pt x="18729" y="9969"/>
                  </a:cubicBezTo>
                  <a:cubicBezTo>
                    <a:pt x="18658" y="10146"/>
                    <a:pt x="18520" y="10224"/>
                    <a:pt x="18375" y="10224"/>
                  </a:cubicBezTo>
                  <a:cubicBezTo>
                    <a:pt x="18334" y="10107"/>
                    <a:pt x="18463" y="10258"/>
                    <a:pt x="18358" y="10097"/>
                  </a:cubicBezTo>
                  <a:cubicBezTo>
                    <a:pt x="18327" y="10050"/>
                    <a:pt x="18318" y="9998"/>
                    <a:pt x="18332" y="9941"/>
                  </a:cubicBezTo>
                  <a:cubicBezTo>
                    <a:pt x="18314" y="9941"/>
                    <a:pt x="18317" y="9936"/>
                    <a:pt x="18304" y="9926"/>
                  </a:cubicBezTo>
                  <a:cubicBezTo>
                    <a:pt x="18279" y="10077"/>
                    <a:pt x="18295" y="10097"/>
                    <a:pt x="18190" y="10097"/>
                  </a:cubicBezTo>
                  <a:cubicBezTo>
                    <a:pt x="18172" y="10045"/>
                    <a:pt x="18273" y="10019"/>
                    <a:pt x="18191" y="9939"/>
                  </a:cubicBezTo>
                  <a:cubicBezTo>
                    <a:pt x="18158" y="9908"/>
                    <a:pt x="18134" y="9823"/>
                    <a:pt x="18134" y="9785"/>
                  </a:cubicBezTo>
                  <a:cubicBezTo>
                    <a:pt x="18088" y="9754"/>
                    <a:pt x="17978" y="9575"/>
                    <a:pt x="18005" y="9526"/>
                  </a:cubicBezTo>
                  <a:cubicBezTo>
                    <a:pt x="18105" y="9345"/>
                    <a:pt x="18341" y="9758"/>
                    <a:pt x="18318" y="9827"/>
                  </a:cubicBezTo>
                  <a:cubicBezTo>
                    <a:pt x="18332" y="9822"/>
                    <a:pt x="18336" y="9827"/>
                    <a:pt x="18332" y="9841"/>
                  </a:cubicBezTo>
                  <a:cubicBezTo>
                    <a:pt x="18615" y="9756"/>
                    <a:pt x="18856" y="10026"/>
                    <a:pt x="19140" y="10026"/>
                  </a:cubicBezTo>
                  <a:cubicBezTo>
                    <a:pt x="19191" y="10047"/>
                    <a:pt x="19347" y="10079"/>
                    <a:pt x="19465" y="10072"/>
                  </a:cubicBezTo>
                  <a:cubicBezTo>
                    <a:pt x="19485" y="10312"/>
                    <a:pt x="19498" y="10554"/>
                    <a:pt x="19498" y="10799"/>
                  </a:cubicBezTo>
                  <a:cubicBezTo>
                    <a:pt x="19500" y="12687"/>
                    <a:pt x="18894" y="14433"/>
                    <a:pt x="17869" y="15860"/>
                  </a:cubicBezTo>
                  <a:close/>
                  <a:moveTo>
                    <a:pt x="16109" y="8099"/>
                  </a:moveTo>
                  <a:cubicBezTo>
                    <a:pt x="16087" y="7865"/>
                    <a:pt x="16229" y="7741"/>
                    <a:pt x="16321" y="7532"/>
                  </a:cubicBezTo>
                  <a:cubicBezTo>
                    <a:pt x="16482" y="7516"/>
                    <a:pt x="16539" y="7556"/>
                    <a:pt x="16534" y="7702"/>
                  </a:cubicBezTo>
                  <a:cubicBezTo>
                    <a:pt x="16648" y="7702"/>
                    <a:pt x="16556" y="7834"/>
                    <a:pt x="16708" y="7776"/>
                  </a:cubicBezTo>
                  <a:cubicBezTo>
                    <a:pt x="16745" y="7724"/>
                    <a:pt x="16796" y="7709"/>
                    <a:pt x="16860" y="7731"/>
                  </a:cubicBezTo>
                  <a:cubicBezTo>
                    <a:pt x="16959" y="7731"/>
                    <a:pt x="16986" y="7787"/>
                    <a:pt x="17059" y="7787"/>
                  </a:cubicBezTo>
                  <a:cubicBezTo>
                    <a:pt x="17129" y="7929"/>
                    <a:pt x="17351" y="7886"/>
                    <a:pt x="17342" y="8142"/>
                  </a:cubicBezTo>
                  <a:cubicBezTo>
                    <a:pt x="17504" y="8142"/>
                    <a:pt x="17200" y="8306"/>
                    <a:pt x="17200" y="8269"/>
                  </a:cubicBezTo>
                  <a:cubicBezTo>
                    <a:pt x="17019" y="8321"/>
                    <a:pt x="16979" y="8142"/>
                    <a:pt x="16902" y="8142"/>
                  </a:cubicBezTo>
                  <a:cubicBezTo>
                    <a:pt x="16902" y="8309"/>
                    <a:pt x="16808" y="8113"/>
                    <a:pt x="16789" y="8113"/>
                  </a:cubicBezTo>
                  <a:cubicBezTo>
                    <a:pt x="16789" y="8170"/>
                    <a:pt x="16242" y="8203"/>
                    <a:pt x="16151" y="8198"/>
                  </a:cubicBezTo>
                  <a:cubicBezTo>
                    <a:pt x="16164" y="8130"/>
                    <a:pt x="16176" y="8115"/>
                    <a:pt x="16109" y="8099"/>
                  </a:cubicBezTo>
                  <a:close/>
                  <a:moveTo>
                    <a:pt x="16109" y="8099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0" name="AutoShape 91"/>
            <p:cNvSpPr/>
            <p:nvPr/>
          </p:nvSpPr>
          <p:spPr>
            <a:xfrm>
              <a:off x="3822480" y="3492360"/>
              <a:ext cx="24840" cy="7560"/>
            </a:xfrm>
            <a:custGeom>
              <a:avLst/>
              <a:gdLst>
                <a:gd name="textAreaLeft" fmla="*/ 0 w 24840"/>
                <a:gd name="textAreaRight" fmla="*/ 25200 w 24840"/>
                <a:gd name="textAreaTop" fmla="*/ 0 h 7560"/>
                <a:gd name="textAreaBottom" fmla="*/ 7920 h 7560"/>
                <a:gd name="GluePoint1X" fmla="*/ 0 w 20542"/>
                <a:gd name="GluePoint1Y" fmla="*/ 0 h 17263"/>
                <a:gd name="GluePoint2X" fmla="*/ 0 w 20542"/>
                <a:gd name="GluePoint2Y" fmla="*/ 0 h 17263"/>
                <a:gd name="GluePoint3X" fmla="*/ 0 w 20542"/>
                <a:gd name="GluePoint3Y" fmla="*/ 0 h 17263"/>
                <a:gd name="GluePoint4X" fmla="*/ 0 w 20542"/>
                <a:gd name="GluePoint4Y" fmla="*/ 0 h 17263"/>
                <a:gd name="GluePoint5X" fmla="*/ 0 w 20542"/>
                <a:gd name="GluePoint5Y" fmla="*/ 0 h 17263"/>
                <a:gd name="GluePoint6X" fmla="*/ 0 w 20542"/>
                <a:gd name="GluePoint6Y" fmla="*/ 0 h 17263"/>
                <a:gd name="GluePoint7X" fmla="*/ 0 w 20542"/>
                <a:gd name="GluePoint7Y" fmla="*/ 0 h 17263"/>
                <a:gd name="GluePoint8X" fmla="*/ 0 w 20542"/>
                <a:gd name="GluePoint8Y" fmla="*/ 0 h 17263"/>
                <a:gd name="GluePoint9X" fmla="*/ 0 w 20542"/>
                <a:gd name="GluePoint9Y" fmla="*/ 0 h 17263"/>
                <a:gd name="GluePoint10X" fmla="*/ 0 w 20542"/>
                <a:gd name="GluePoint10Y" fmla="*/ 0 h 17263"/>
                <a:gd name="GluePoint11X" fmla="*/ 0 w 20542"/>
                <a:gd name="GluePoint11Y" fmla="*/ 0 h 17263"/>
                <a:gd name="GluePoint12X" fmla="*/ 0 w 20542"/>
                <a:gd name="GluePoint12Y" fmla="*/ 0 h 17263"/>
                <a:gd name="GluePoint13X" fmla="*/ 0 w 20542"/>
                <a:gd name="GluePoint13Y" fmla="*/ 0 h 172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0542" h="17263">
                  <a:moveTo>
                    <a:pt x="19936" y="4186"/>
                  </a:moveTo>
                  <a:cubicBezTo>
                    <a:pt x="18293" y="6058"/>
                    <a:pt x="18766" y="9572"/>
                    <a:pt x="16483" y="7506"/>
                  </a:cubicBezTo>
                  <a:cubicBezTo>
                    <a:pt x="16483" y="-3197"/>
                    <a:pt x="15350" y="3479"/>
                    <a:pt x="11192" y="4910"/>
                  </a:cubicBezTo>
                  <a:cubicBezTo>
                    <a:pt x="10429" y="5139"/>
                    <a:pt x="5153" y="9537"/>
                    <a:pt x="5153" y="7506"/>
                  </a:cubicBezTo>
                  <a:cubicBezTo>
                    <a:pt x="5095" y="7506"/>
                    <a:pt x="5320" y="3196"/>
                    <a:pt x="5153" y="1660"/>
                  </a:cubicBezTo>
                  <a:cubicBezTo>
                    <a:pt x="4048" y="936"/>
                    <a:pt x="4819" y="1660"/>
                    <a:pt x="4819" y="0"/>
                  </a:cubicBezTo>
                  <a:cubicBezTo>
                    <a:pt x="4281" y="0"/>
                    <a:pt x="349" y="4186"/>
                    <a:pt x="349" y="4186"/>
                  </a:cubicBezTo>
                  <a:cubicBezTo>
                    <a:pt x="3714" y="4186"/>
                    <a:pt x="0" y="10915"/>
                    <a:pt x="0" y="13316"/>
                  </a:cubicBezTo>
                  <a:cubicBezTo>
                    <a:pt x="2602" y="14058"/>
                    <a:pt x="4339" y="16655"/>
                    <a:pt x="6519" y="16655"/>
                  </a:cubicBezTo>
                  <a:cubicBezTo>
                    <a:pt x="6519" y="18403"/>
                    <a:pt x="12450" y="15824"/>
                    <a:pt x="13235" y="15824"/>
                  </a:cubicBezTo>
                  <a:cubicBezTo>
                    <a:pt x="15778" y="15824"/>
                    <a:pt x="17406" y="14729"/>
                    <a:pt x="19412" y="11621"/>
                  </a:cubicBezTo>
                  <a:cubicBezTo>
                    <a:pt x="21600" y="8265"/>
                    <a:pt x="19936" y="8530"/>
                    <a:pt x="19936" y="4186"/>
                  </a:cubicBezTo>
                  <a:close/>
                  <a:moveTo>
                    <a:pt x="19936" y="4186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1" name="AutoShape 92"/>
            <p:cNvSpPr/>
            <p:nvPr/>
          </p:nvSpPr>
          <p:spPr>
            <a:xfrm>
              <a:off x="3877200" y="3519720"/>
              <a:ext cx="20160" cy="25920"/>
            </a:xfrm>
            <a:custGeom>
              <a:avLst/>
              <a:gdLst>
                <a:gd name="textAreaLeft" fmla="*/ 0 w 20160"/>
                <a:gd name="textAreaRight" fmla="*/ 20520 w 20160"/>
                <a:gd name="textAreaTop" fmla="*/ 0 h 25920"/>
                <a:gd name="textAreaBottom" fmla="*/ 26280 h 25920"/>
                <a:gd name="GluePoint1X" fmla="*/ 0 w 20330"/>
                <a:gd name="GluePoint1Y" fmla="*/ 0 h 21462"/>
                <a:gd name="GluePoint2X" fmla="*/ 0 w 20330"/>
                <a:gd name="GluePoint2Y" fmla="*/ 0 h 21462"/>
                <a:gd name="GluePoint3X" fmla="*/ 0 w 20330"/>
                <a:gd name="GluePoint3Y" fmla="*/ 0 h 21462"/>
                <a:gd name="GluePoint4X" fmla="*/ 0 w 20330"/>
                <a:gd name="GluePoint4Y" fmla="*/ 0 h 21462"/>
                <a:gd name="GluePoint5X" fmla="*/ 0 w 20330"/>
                <a:gd name="GluePoint5Y" fmla="*/ 0 h 21462"/>
                <a:gd name="GluePoint6X" fmla="*/ 0 w 20330"/>
                <a:gd name="GluePoint6Y" fmla="*/ 0 h 21462"/>
                <a:gd name="GluePoint7X" fmla="*/ 0 w 20330"/>
                <a:gd name="GluePoint7Y" fmla="*/ 0 h 21462"/>
                <a:gd name="GluePoint8X" fmla="*/ 0 w 20330"/>
                <a:gd name="GluePoint8Y" fmla="*/ 0 h 21462"/>
                <a:gd name="GluePoint9X" fmla="*/ 0 w 20330"/>
                <a:gd name="GluePoint9Y" fmla="*/ 0 h 21462"/>
                <a:gd name="GluePoint10X" fmla="*/ 0 w 20330"/>
                <a:gd name="GluePoint10Y" fmla="*/ 0 h 21462"/>
                <a:gd name="GluePoint11X" fmla="*/ 0 w 20330"/>
                <a:gd name="GluePoint11Y" fmla="*/ 0 h 21462"/>
                <a:gd name="GluePoint12X" fmla="*/ 0 w 20330"/>
                <a:gd name="GluePoint12Y" fmla="*/ 0 h 21462"/>
                <a:gd name="GluePoint13X" fmla="*/ 0 w 20330"/>
                <a:gd name="GluePoint13Y" fmla="*/ 0 h 21462"/>
                <a:gd name="GluePoint14X" fmla="*/ 0 w 20330"/>
                <a:gd name="GluePoint14Y" fmla="*/ 0 h 21462"/>
                <a:gd name="GluePoint15X" fmla="*/ 0 w 20330"/>
                <a:gd name="GluePoint15Y" fmla="*/ 0 h 21462"/>
                <a:gd name="GluePoint16X" fmla="*/ 0 w 20330"/>
                <a:gd name="GluePoint16Y" fmla="*/ 0 h 21462"/>
                <a:gd name="GluePoint17X" fmla="*/ 0 w 20330"/>
                <a:gd name="GluePoint17Y" fmla="*/ 0 h 2146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330" h="21462">
                  <a:moveTo>
                    <a:pt x="1685" y="9330"/>
                  </a:moveTo>
                  <a:cubicBezTo>
                    <a:pt x="5927" y="9330"/>
                    <a:pt x="6974" y="10452"/>
                    <a:pt x="7227" y="14183"/>
                  </a:cubicBezTo>
                  <a:cubicBezTo>
                    <a:pt x="12255" y="15539"/>
                    <a:pt x="3833" y="15223"/>
                    <a:pt x="3391" y="15223"/>
                  </a:cubicBezTo>
                  <a:cubicBezTo>
                    <a:pt x="3319" y="16960"/>
                    <a:pt x="268" y="20457"/>
                    <a:pt x="4176" y="19489"/>
                  </a:cubicBezTo>
                  <a:cubicBezTo>
                    <a:pt x="7019" y="18785"/>
                    <a:pt x="7633" y="18947"/>
                    <a:pt x="7651" y="21461"/>
                  </a:cubicBezTo>
                  <a:cubicBezTo>
                    <a:pt x="11424" y="21461"/>
                    <a:pt x="16723" y="21600"/>
                    <a:pt x="18745" y="18346"/>
                  </a:cubicBezTo>
                  <a:cubicBezTo>
                    <a:pt x="20776" y="18346"/>
                    <a:pt x="20938" y="16755"/>
                    <a:pt x="18745" y="16264"/>
                  </a:cubicBezTo>
                  <a:cubicBezTo>
                    <a:pt x="18745" y="18089"/>
                    <a:pt x="18853" y="18001"/>
                    <a:pt x="16605" y="18001"/>
                  </a:cubicBezTo>
                  <a:cubicBezTo>
                    <a:pt x="17427" y="14256"/>
                    <a:pt x="16840" y="11075"/>
                    <a:pt x="12769" y="11075"/>
                  </a:cubicBezTo>
                  <a:cubicBezTo>
                    <a:pt x="13428" y="9477"/>
                    <a:pt x="11731" y="8238"/>
                    <a:pt x="10079" y="7183"/>
                  </a:cubicBezTo>
                  <a:cubicBezTo>
                    <a:pt x="6965" y="5197"/>
                    <a:pt x="10152" y="4742"/>
                    <a:pt x="10639" y="2419"/>
                  </a:cubicBezTo>
                  <a:cubicBezTo>
                    <a:pt x="8337" y="2880"/>
                    <a:pt x="8274" y="4471"/>
                    <a:pt x="5097" y="4500"/>
                  </a:cubicBezTo>
                  <a:cubicBezTo>
                    <a:pt x="5097" y="3951"/>
                    <a:pt x="5783" y="2265"/>
                    <a:pt x="5214" y="2082"/>
                  </a:cubicBezTo>
                  <a:cubicBezTo>
                    <a:pt x="5972" y="2074"/>
                    <a:pt x="8987" y="0"/>
                    <a:pt x="5530" y="0"/>
                  </a:cubicBezTo>
                  <a:cubicBezTo>
                    <a:pt x="4032" y="4486"/>
                    <a:pt x="-662" y="88"/>
                    <a:pt x="78" y="4200"/>
                  </a:cubicBezTo>
                  <a:cubicBezTo>
                    <a:pt x="593" y="6970"/>
                    <a:pt x="1685" y="6780"/>
                    <a:pt x="1685" y="9330"/>
                  </a:cubicBezTo>
                  <a:close/>
                  <a:moveTo>
                    <a:pt x="1685" y="933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2" name="AutoShape 93"/>
            <p:cNvSpPr/>
            <p:nvPr/>
          </p:nvSpPr>
          <p:spPr>
            <a:xfrm>
              <a:off x="3858840" y="3529080"/>
              <a:ext cx="10080" cy="12240"/>
            </a:xfrm>
            <a:custGeom>
              <a:avLst/>
              <a:gdLst>
                <a:gd name="textAreaLeft" fmla="*/ 0 w 10080"/>
                <a:gd name="textAreaRight" fmla="*/ 10440 w 10080"/>
                <a:gd name="textAreaTop" fmla="*/ 0 h 12240"/>
                <a:gd name="textAreaBottom" fmla="*/ 12600 h 12240"/>
                <a:gd name="GluePoint1X" fmla="*/ 0 w 15938"/>
                <a:gd name="GluePoint1Y" fmla="*/ 0 h 19489"/>
                <a:gd name="GluePoint2X" fmla="*/ 0 w 15938"/>
                <a:gd name="GluePoint2Y" fmla="*/ 0 h 19489"/>
                <a:gd name="GluePoint3X" fmla="*/ 0 w 15938"/>
                <a:gd name="GluePoint3Y" fmla="*/ 0 h 19489"/>
                <a:gd name="GluePoint4X" fmla="*/ 0 w 15938"/>
                <a:gd name="GluePoint4Y" fmla="*/ 0 h 19489"/>
                <a:gd name="GluePoint5X" fmla="*/ 0 w 15938"/>
                <a:gd name="GluePoint5Y" fmla="*/ 0 h 19489"/>
                <a:gd name="GluePoint6X" fmla="*/ 0 w 15938"/>
                <a:gd name="GluePoint6Y" fmla="*/ 0 h 19489"/>
                <a:gd name="GluePoint7X" fmla="*/ 0 w 15938"/>
                <a:gd name="GluePoint7Y" fmla="*/ 0 h 19489"/>
                <a:gd name="GluePoint8X" fmla="*/ 0 w 15938"/>
                <a:gd name="GluePoint8Y" fmla="*/ 0 h 1948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15938" h="19489">
                  <a:moveTo>
                    <a:pt x="1447" y="19489"/>
                  </a:moveTo>
                  <a:cubicBezTo>
                    <a:pt x="10460" y="19334"/>
                    <a:pt x="12771" y="13571"/>
                    <a:pt x="15260" y="5681"/>
                  </a:cubicBezTo>
                  <a:cubicBezTo>
                    <a:pt x="17711" y="-2111"/>
                    <a:pt x="12911" y="1905"/>
                    <a:pt x="10498" y="2201"/>
                  </a:cubicBezTo>
                  <a:cubicBezTo>
                    <a:pt x="8430" y="3342"/>
                    <a:pt x="6949" y="-1688"/>
                    <a:pt x="6043" y="608"/>
                  </a:cubicBezTo>
                  <a:cubicBezTo>
                    <a:pt x="5264" y="2567"/>
                    <a:pt x="6668" y="4864"/>
                    <a:pt x="8673" y="4864"/>
                  </a:cubicBezTo>
                  <a:cubicBezTo>
                    <a:pt x="8149" y="6540"/>
                    <a:pt x="-3889" y="8499"/>
                    <a:pt x="2047" y="10190"/>
                  </a:cubicBezTo>
                  <a:cubicBezTo>
                    <a:pt x="1320" y="14008"/>
                    <a:pt x="-1795" y="15896"/>
                    <a:pt x="1447" y="19489"/>
                  </a:cubicBezTo>
                  <a:close/>
                  <a:moveTo>
                    <a:pt x="1447" y="19489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3" name="AutoShape 94"/>
            <p:cNvSpPr/>
            <p:nvPr/>
          </p:nvSpPr>
          <p:spPr>
            <a:xfrm>
              <a:off x="3877200" y="3547440"/>
              <a:ext cx="1800" cy="72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720"/>
                <a:gd name="textAreaBottom" fmla="*/ 1080 h 720"/>
                <a:gd name="GluePoint1X" fmla="*/ 0 w 21600"/>
                <a:gd name="GluePoint1Y" fmla="*/ 0 h 13852"/>
                <a:gd name="GluePoint2X" fmla="*/ 0 w 21600"/>
                <a:gd name="GluePoint2Y" fmla="*/ 0 h 13852"/>
                <a:gd name="GluePoint3X" fmla="*/ 0 w 21600"/>
                <a:gd name="GluePoint3Y" fmla="*/ 0 h 13852"/>
                <a:gd name="GluePoint4X" fmla="*/ 0 w 21600"/>
                <a:gd name="GluePoint4Y" fmla="*/ 0 h 13852"/>
                <a:gd name="GluePoint5X" fmla="*/ 0 w 21600"/>
                <a:gd name="GluePoint5Y" fmla="*/ 0 h 1385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600" h="13852">
                  <a:moveTo>
                    <a:pt x="0" y="4834"/>
                  </a:moveTo>
                  <a:cubicBezTo>
                    <a:pt x="3511" y="21600"/>
                    <a:pt x="21600" y="12034"/>
                    <a:pt x="21600" y="0"/>
                  </a:cubicBezTo>
                  <a:cubicBezTo>
                    <a:pt x="15647" y="0"/>
                    <a:pt x="9617" y="0"/>
                    <a:pt x="3511" y="0"/>
                  </a:cubicBezTo>
                  <a:cubicBezTo>
                    <a:pt x="4732" y="4834"/>
                    <a:pt x="3435" y="6480"/>
                    <a:pt x="0" y="4834"/>
                  </a:cubicBezTo>
                  <a:close/>
                  <a:moveTo>
                    <a:pt x="0" y="4834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4" name="AutoShape 95"/>
            <p:cNvSpPr/>
            <p:nvPr/>
          </p:nvSpPr>
          <p:spPr>
            <a:xfrm>
              <a:off x="3749040" y="3556440"/>
              <a:ext cx="3240" cy="18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1800"/>
                <a:gd name="textAreaBottom" fmla="*/ 2160 h 18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cubicBezTo>
                    <a:pt x="14954" y="20491"/>
                    <a:pt x="21600" y="16184"/>
                    <a:pt x="21600" y="0"/>
                  </a:cubicBezTo>
                  <a:cubicBezTo>
                    <a:pt x="7849" y="9201"/>
                    <a:pt x="3208" y="6526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5" name="AutoShape 96"/>
            <p:cNvSpPr/>
            <p:nvPr/>
          </p:nvSpPr>
          <p:spPr>
            <a:xfrm>
              <a:off x="3904920" y="3574800"/>
              <a:ext cx="3240" cy="432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4320"/>
                <a:gd name="textAreaBottom" fmla="*/ 4680 h 4320"/>
                <a:gd name="GluePoint1X" fmla="*/ 0 w 15151"/>
                <a:gd name="GluePoint1Y" fmla="*/ 0 h 21600"/>
                <a:gd name="GluePoint2X" fmla="*/ 0 w 15151"/>
                <a:gd name="GluePoint2Y" fmla="*/ 0 h 21600"/>
                <a:gd name="GluePoint3X" fmla="*/ 0 w 15151"/>
                <a:gd name="GluePoint3Y" fmla="*/ 0 h 21600"/>
                <a:gd name="GluePoint4X" fmla="*/ 0 w 15151"/>
                <a:gd name="GluePoint4Y" fmla="*/ 0 h 21600"/>
                <a:gd name="GluePoint5X" fmla="*/ 0 w 15151"/>
                <a:gd name="GluePoint5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5151" h="21600">
                  <a:moveTo>
                    <a:pt x="10724" y="0"/>
                  </a:moveTo>
                  <a:cubicBezTo>
                    <a:pt x="11899" y="6522"/>
                    <a:pt x="8375" y="7809"/>
                    <a:pt x="0" y="3905"/>
                  </a:cubicBezTo>
                  <a:cubicBezTo>
                    <a:pt x="3373" y="13417"/>
                    <a:pt x="1667" y="15535"/>
                    <a:pt x="7124" y="21600"/>
                  </a:cubicBezTo>
                  <a:cubicBezTo>
                    <a:pt x="9284" y="12503"/>
                    <a:pt x="21600" y="3905"/>
                    <a:pt x="10724" y="0"/>
                  </a:cubicBezTo>
                  <a:close/>
                  <a:moveTo>
                    <a:pt x="10724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6" name="AutoShape 97"/>
            <p:cNvSpPr/>
            <p:nvPr/>
          </p:nvSpPr>
          <p:spPr>
            <a:xfrm>
              <a:off x="3904920" y="3574800"/>
              <a:ext cx="3240" cy="54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5400"/>
                <a:gd name="textAreaBottom" fmla="*/ 5760 h 5400"/>
                <a:gd name="GluePoint1X" fmla="*/ 0 w 14680"/>
                <a:gd name="GluePoint1Y" fmla="*/ 0 h 18108"/>
                <a:gd name="GluePoint2X" fmla="*/ 0 w 14680"/>
                <a:gd name="GluePoint2Y" fmla="*/ 0 h 18108"/>
                <a:gd name="GluePoint3X" fmla="*/ 0 w 14680"/>
                <a:gd name="GluePoint3Y" fmla="*/ 0 h 18108"/>
                <a:gd name="GluePoint4X" fmla="*/ 0 w 14680"/>
                <a:gd name="GluePoint4Y" fmla="*/ 0 h 18108"/>
                <a:gd name="GluePoint5X" fmla="*/ 0 w 14680"/>
                <a:gd name="GluePoint5Y" fmla="*/ 0 h 1810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4679" h="18108">
                  <a:moveTo>
                    <a:pt x="10298" y="0"/>
                  </a:moveTo>
                  <a:cubicBezTo>
                    <a:pt x="10298" y="7291"/>
                    <a:pt x="8417" y="10676"/>
                    <a:pt x="5725" y="2364"/>
                  </a:cubicBezTo>
                  <a:cubicBezTo>
                    <a:pt x="-3356" y="2364"/>
                    <a:pt x="1087" y="12243"/>
                    <a:pt x="1087" y="17618"/>
                  </a:cubicBezTo>
                  <a:cubicBezTo>
                    <a:pt x="18244" y="21600"/>
                    <a:pt x="16493" y="0"/>
                    <a:pt x="10298" y="0"/>
                  </a:cubicBezTo>
                  <a:close/>
                  <a:moveTo>
                    <a:pt x="10298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7" name="AutoShape 98"/>
            <p:cNvSpPr/>
            <p:nvPr/>
          </p:nvSpPr>
          <p:spPr>
            <a:xfrm>
              <a:off x="3922920" y="3593160"/>
              <a:ext cx="7560" cy="3240"/>
            </a:xfrm>
            <a:custGeom>
              <a:avLst/>
              <a:gdLst>
                <a:gd name="textAreaLeft" fmla="*/ 0 w 7560"/>
                <a:gd name="textAreaRight" fmla="*/ 7920 w 7560"/>
                <a:gd name="textAreaTop" fmla="*/ 0 h 3240"/>
                <a:gd name="textAreaBottom" fmla="*/ 3600 h 3240"/>
                <a:gd name="GluePoint1X" fmla="*/ 0 w 21600"/>
                <a:gd name="GluePoint1Y" fmla="*/ 0 h 9393"/>
                <a:gd name="GluePoint2X" fmla="*/ 0 w 21600"/>
                <a:gd name="GluePoint2Y" fmla="*/ 0 h 9393"/>
                <a:gd name="GluePoint3X" fmla="*/ 0 w 21600"/>
                <a:gd name="GluePoint3Y" fmla="*/ 0 h 9393"/>
                <a:gd name="GluePoint4X" fmla="*/ 0 w 21600"/>
                <a:gd name="GluePoint4Y" fmla="*/ 0 h 9393"/>
                <a:gd name="GluePoint5X" fmla="*/ 0 w 21600"/>
                <a:gd name="GluePoint5Y" fmla="*/ 0 h 939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600" h="9393">
                  <a:moveTo>
                    <a:pt x="21600" y="0"/>
                  </a:moveTo>
                  <a:cubicBezTo>
                    <a:pt x="15130" y="2920"/>
                    <a:pt x="18136" y="5863"/>
                    <a:pt x="9453" y="3062"/>
                  </a:cubicBezTo>
                  <a:cubicBezTo>
                    <a:pt x="5701" y="1875"/>
                    <a:pt x="1732" y="-3323"/>
                    <a:pt x="0" y="3371"/>
                  </a:cubicBezTo>
                  <a:cubicBezTo>
                    <a:pt x="11016" y="4439"/>
                    <a:pt x="21600" y="18277"/>
                    <a:pt x="21600" y="0"/>
                  </a:cubicBezTo>
                  <a:close/>
                  <a:moveTo>
                    <a:pt x="21600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8" name="AutoShape 99"/>
            <p:cNvSpPr/>
            <p:nvPr/>
          </p:nvSpPr>
          <p:spPr>
            <a:xfrm>
              <a:off x="3840480" y="3593160"/>
              <a:ext cx="189720" cy="254880"/>
            </a:xfrm>
            <a:custGeom>
              <a:avLst/>
              <a:gdLst>
                <a:gd name="textAreaLeft" fmla="*/ 0 w 189720"/>
                <a:gd name="textAreaRight" fmla="*/ 190080 w 189720"/>
                <a:gd name="textAreaTop" fmla="*/ 0 h 254880"/>
                <a:gd name="textAreaBottom" fmla="*/ 255240 h 254880"/>
                <a:gd name="GluePoint1X" fmla="*/ 0 w 21517"/>
                <a:gd name="GluePoint1Y" fmla="*/ 0 h 21336"/>
                <a:gd name="GluePoint2X" fmla="*/ 0 w 21517"/>
                <a:gd name="GluePoint2Y" fmla="*/ 0 h 21336"/>
                <a:gd name="GluePoint3X" fmla="*/ 0 w 21517"/>
                <a:gd name="GluePoint3Y" fmla="*/ 0 h 21336"/>
                <a:gd name="GluePoint4X" fmla="*/ 0 w 21517"/>
                <a:gd name="GluePoint4Y" fmla="*/ 0 h 21336"/>
                <a:gd name="GluePoint5X" fmla="*/ 0 w 21517"/>
                <a:gd name="GluePoint5Y" fmla="*/ 0 h 21336"/>
                <a:gd name="GluePoint6X" fmla="*/ 0 w 21517"/>
                <a:gd name="GluePoint6Y" fmla="*/ 0 h 21336"/>
                <a:gd name="GluePoint7X" fmla="*/ 0 w 21517"/>
                <a:gd name="GluePoint7Y" fmla="*/ 0 h 21336"/>
                <a:gd name="GluePoint8X" fmla="*/ 0 w 21517"/>
                <a:gd name="GluePoint8Y" fmla="*/ 0 h 21336"/>
                <a:gd name="GluePoint9X" fmla="*/ 0 w 21517"/>
                <a:gd name="GluePoint9Y" fmla="*/ 0 h 21336"/>
                <a:gd name="GluePoint10X" fmla="*/ 0 w 21517"/>
                <a:gd name="GluePoint10Y" fmla="*/ 0 h 21336"/>
                <a:gd name="GluePoint11X" fmla="*/ 0 w 21517"/>
                <a:gd name="GluePoint11Y" fmla="*/ 0 h 21336"/>
                <a:gd name="GluePoint12X" fmla="*/ 0 w 21517"/>
                <a:gd name="GluePoint12Y" fmla="*/ 0 h 21336"/>
                <a:gd name="GluePoint13X" fmla="*/ 0 w 21517"/>
                <a:gd name="GluePoint13Y" fmla="*/ 0 h 21336"/>
                <a:gd name="GluePoint14X" fmla="*/ 0 w 21517"/>
                <a:gd name="GluePoint14Y" fmla="*/ 0 h 21336"/>
                <a:gd name="GluePoint15X" fmla="*/ 0 w 21517"/>
                <a:gd name="GluePoint15Y" fmla="*/ 0 h 21336"/>
                <a:gd name="GluePoint16X" fmla="*/ 0 w 21517"/>
                <a:gd name="GluePoint16Y" fmla="*/ 0 h 21336"/>
                <a:gd name="GluePoint17X" fmla="*/ 0 w 21517"/>
                <a:gd name="GluePoint17Y" fmla="*/ 0 h 21336"/>
                <a:gd name="GluePoint18X" fmla="*/ 0 w 21517"/>
                <a:gd name="GluePoint18Y" fmla="*/ 0 h 21336"/>
                <a:gd name="GluePoint19X" fmla="*/ 0 w 21517"/>
                <a:gd name="GluePoint19Y" fmla="*/ 0 h 21336"/>
                <a:gd name="GluePoint20X" fmla="*/ 0 w 21517"/>
                <a:gd name="GluePoint20Y" fmla="*/ 0 h 21336"/>
                <a:gd name="GluePoint21X" fmla="*/ 0 w 21517"/>
                <a:gd name="GluePoint21Y" fmla="*/ 0 h 21336"/>
                <a:gd name="GluePoint22X" fmla="*/ 0 w 21517"/>
                <a:gd name="GluePoint22Y" fmla="*/ 0 h 21336"/>
                <a:gd name="GluePoint23X" fmla="*/ 0 w 21517"/>
                <a:gd name="GluePoint23Y" fmla="*/ 0 h 21336"/>
                <a:gd name="GluePoint24X" fmla="*/ 0 w 21517"/>
                <a:gd name="GluePoint24Y" fmla="*/ 0 h 21336"/>
                <a:gd name="GluePoint25X" fmla="*/ 0 w 21517"/>
                <a:gd name="GluePoint25Y" fmla="*/ 0 h 21336"/>
                <a:gd name="GluePoint26X" fmla="*/ 0 w 21517"/>
                <a:gd name="GluePoint26Y" fmla="*/ 0 h 21336"/>
                <a:gd name="GluePoint27X" fmla="*/ 0 w 21517"/>
                <a:gd name="GluePoint27Y" fmla="*/ 0 h 21336"/>
                <a:gd name="GluePoint28X" fmla="*/ 0 w 21517"/>
                <a:gd name="GluePoint28Y" fmla="*/ 0 h 21336"/>
                <a:gd name="GluePoint29X" fmla="*/ 0 w 21517"/>
                <a:gd name="GluePoint29Y" fmla="*/ 0 h 21336"/>
                <a:gd name="GluePoint30X" fmla="*/ 0 w 21517"/>
                <a:gd name="GluePoint30Y" fmla="*/ 0 h 21336"/>
                <a:gd name="GluePoint31X" fmla="*/ 0 w 21517"/>
                <a:gd name="GluePoint31Y" fmla="*/ 0 h 21336"/>
                <a:gd name="GluePoint32X" fmla="*/ 0 w 21517"/>
                <a:gd name="GluePoint32Y" fmla="*/ 0 h 21336"/>
                <a:gd name="GluePoint33X" fmla="*/ 0 w 21517"/>
                <a:gd name="GluePoint33Y" fmla="*/ 0 h 213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</a:cxnLst>
              <a:rect l="textAreaLeft" t="textAreaTop" r="textAreaRight" b="textAreaBottom"/>
              <a:pathLst>
                <a:path w="21517" h="21336">
                  <a:moveTo>
                    <a:pt x="19567" y="7931"/>
                  </a:moveTo>
                  <a:cubicBezTo>
                    <a:pt x="19048" y="7904"/>
                    <a:pt x="19448" y="7845"/>
                    <a:pt x="19422" y="7719"/>
                  </a:cubicBezTo>
                  <a:cubicBezTo>
                    <a:pt x="19025" y="7719"/>
                    <a:pt x="18300" y="6676"/>
                    <a:pt x="18300" y="6418"/>
                  </a:cubicBezTo>
                  <a:cubicBezTo>
                    <a:pt x="18154" y="6364"/>
                    <a:pt x="18030" y="5984"/>
                    <a:pt x="18056" y="5984"/>
                  </a:cubicBezTo>
                  <a:cubicBezTo>
                    <a:pt x="17943" y="5729"/>
                    <a:pt x="17483" y="5519"/>
                    <a:pt x="17666" y="5262"/>
                  </a:cubicBezTo>
                  <a:cubicBezTo>
                    <a:pt x="17237" y="5072"/>
                    <a:pt x="16781" y="4416"/>
                    <a:pt x="16643" y="4106"/>
                  </a:cubicBezTo>
                  <a:cubicBezTo>
                    <a:pt x="16386" y="3964"/>
                    <a:pt x="16203" y="3565"/>
                    <a:pt x="16203" y="3348"/>
                  </a:cubicBezTo>
                  <a:cubicBezTo>
                    <a:pt x="15909" y="3348"/>
                    <a:pt x="15513" y="2695"/>
                    <a:pt x="15570" y="2445"/>
                  </a:cubicBezTo>
                  <a:cubicBezTo>
                    <a:pt x="15293" y="2445"/>
                    <a:pt x="15220" y="2082"/>
                    <a:pt x="14935" y="2082"/>
                  </a:cubicBezTo>
                  <a:cubicBezTo>
                    <a:pt x="15075" y="1777"/>
                    <a:pt x="13120" y="1748"/>
                    <a:pt x="12791" y="1721"/>
                  </a:cubicBezTo>
                  <a:cubicBezTo>
                    <a:pt x="12847" y="1475"/>
                    <a:pt x="12591" y="1324"/>
                    <a:pt x="12302" y="1324"/>
                  </a:cubicBezTo>
                  <a:cubicBezTo>
                    <a:pt x="12302" y="1706"/>
                    <a:pt x="11199" y="1748"/>
                    <a:pt x="10824" y="1733"/>
                  </a:cubicBezTo>
                  <a:cubicBezTo>
                    <a:pt x="10554" y="1724"/>
                    <a:pt x="9962" y="1667"/>
                    <a:pt x="9962" y="1432"/>
                  </a:cubicBezTo>
                  <a:cubicBezTo>
                    <a:pt x="9775" y="1397"/>
                    <a:pt x="9512" y="1432"/>
                    <a:pt x="9230" y="1432"/>
                  </a:cubicBezTo>
                  <a:cubicBezTo>
                    <a:pt x="9295" y="1188"/>
                    <a:pt x="8622" y="87"/>
                    <a:pt x="8255" y="22"/>
                  </a:cubicBezTo>
                  <a:cubicBezTo>
                    <a:pt x="8255" y="58"/>
                    <a:pt x="8255" y="96"/>
                    <a:pt x="8255" y="132"/>
                  </a:cubicBezTo>
                  <a:cubicBezTo>
                    <a:pt x="7980" y="165"/>
                    <a:pt x="6254" y="-152"/>
                    <a:pt x="6254" y="96"/>
                  </a:cubicBezTo>
                  <a:cubicBezTo>
                    <a:pt x="6047" y="96"/>
                    <a:pt x="5172" y="326"/>
                    <a:pt x="5035" y="529"/>
                  </a:cubicBezTo>
                  <a:cubicBezTo>
                    <a:pt x="4952" y="529"/>
                    <a:pt x="4156" y="817"/>
                    <a:pt x="4156" y="601"/>
                  </a:cubicBezTo>
                  <a:cubicBezTo>
                    <a:pt x="3956" y="601"/>
                    <a:pt x="3715" y="678"/>
                    <a:pt x="3619" y="817"/>
                  </a:cubicBezTo>
                  <a:cubicBezTo>
                    <a:pt x="3402" y="817"/>
                    <a:pt x="3172" y="1103"/>
                    <a:pt x="3035" y="1215"/>
                  </a:cubicBezTo>
                  <a:cubicBezTo>
                    <a:pt x="2658" y="1182"/>
                    <a:pt x="2928" y="1003"/>
                    <a:pt x="2548" y="1396"/>
                  </a:cubicBezTo>
                  <a:cubicBezTo>
                    <a:pt x="2548" y="1525"/>
                    <a:pt x="2261" y="2081"/>
                    <a:pt x="2207" y="2081"/>
                  </a:cubicBezTo>
                  <a:cubicBezTo>
                    <a:pt x="2328" y="2171"/>
                    <a:pt x="2324" y="2220"/>
                    <a:pt x="2207" y="2335"/>
                  </a:cubicBezTo>
                  <a:cubicBezTo>
                    <a:pt x="1938" y="2494"/>
                    <a:pt x="1785" y="2817"/>
                    <a:pt x="1524" y="2913"/>
                  </a:cubicBezTo>
                  <a:cubicBezTo>
                    <a:pt x="1250" y="3250"/>
                    <a:pt x="1191" y="2890"/>
                    <a:pt x="986" y="3269"/>
                  </a:cubicBezTo>
                  <a:cubicBezTo>
                    <a:pt x="875" y="3480"/>
                    <a:pt x="721" y="3638"/>
                    <a:pt x="602" y="3808"/>
                  </a:cubicBezTo>
                  <a:cubicBezTo>
                    <a:pt x="225" y="4344"/>
                    <a:pt x="207" y="4578"/>
                    <a:pt x="207" y="5081"/>
                  </a:cubicBezTo>
                  <a:cubicBezTo>
                    <a:pt x="207" y="5260"/>
                    <a:pt x="-50" y="5426"/>
                    <a:pt x="9" y="5578"/>
                  </a:cubicBezTo>
                  <a:cubicBezTo>
                    <a:pt x="89" y="5782"/>
                    <a:pt x="253" y="6208"/>
                    <a:pt x="207" y="6345"/>
                  </a:cubicBezTo>
                  <a:cubicBezTo>
                    <a:pt x="20" y="6345"/>
                    <a:pt x="-83" y="6832"/>
                    <a:pt x="258" y="6959"/>
                  </a:cubicBezTo>
                  <a:cubicBezTo>
                    <a:pt x="258" y="7279"/>
                    <a:pt x="886" y="8246"/>
                    <a:pt x="1279" y="8440"/>
                  </a:cubicBezTo>
                  <a:cubicBezTo>
                    <a:pt x="1279" y="8705"/>
                    <a:pt x="1993" y="9271"/>
                    <a:pt x="2352" y="9271"/>
                  </a:cubicBezTo>
                  <a:cubicBezTo>
                    <a:pt x="2491" y="9476"/>
                    <a:pt x="3961" y="9781"/>
                    <a:pt x="3961" y="9524"/>
                  </a:cubicBezTo>
                  <a:cubicBezTo>
                    <a:pt x="4560" y="9524"/>
                    <a:pt x="6671" y="9237"/>
                    <a:pt x="6986" y="9705"/>
                  </a:cubicBezTo>
                  <a:cubicBezTo>
                    <a:pt x="7519" y="9705"/>
                    <a:pt x="7714" y="9638"/>
                    <a:pt x="8206" y="9813"/>
                  </a:cubicBezTo>
                  <a:cubicBezTo>
                    <a:pt x="8271" y="10083"/>
                    <a:pt x="8170" y="10898"/>
                    <a:pt x="7914" y="11114"/>
                  </a:cubicBezTo>
                  <a:cubicBezTo>
                    <a:pt x="7914" y="11477"/>
                    <a:pt x="8059" y="11859"/>
                    <a:pt x="8450" y="12053"/>
                  </a:cubicBezTo>
                  <a:cubicBezTo>
                    <a:pt x="8479" y="12141"/>
                    <a:pt x="8758" y="12486"/>
                    <a:pt x="8841" y="12486"/>
                  </a:cubicBezTo>
                  <a:cubicBezTo>
                    <a:pt x="8993" y="12942"/>
                    <a:pt x="9163" y="13337"/>
                    <a:pt x="9049" y="13983"/>
                  </a:cubicBezTo>
                  <a:cubicBezTo>
                    <a:pt x="8944" y="14571"/>
                    <a:pt x="8694" y="14920"/>
                    <a:pt x="8694" y="15448"/>
                  </a:cubicBezTo>
                  <a:cubicBezTo>
                    <a:pt x="8545" y="15448"/>
                    <a:pt x="8841" y="16459"/>
                    <a:pt x="8986" y="16459"/>
                  </a:cubicBezTo>
                  <a:cubicBezTo>
                    <a:pt x="8986" y="16919"/>
                    <a:pt x="9475" y="17333"/>
                    <a:pt x="9475" y="17832"/>
                  </a:cubicBezTo>
                  <a:cubicBezTo>
                    <a:pt x="9504" y="17832"/>
                    <a:pt x="9670" y="18303"/>
                    <a:pt x="9670" y="18446"/>
                  </a:cubicBezTo>
                  <a:cubicBezTo>
                    <a:pt x="9519" y="18446"/>
                    <a:pt x="10450" y="19829"/>
                    <a:pt x="10450" y="19928"/>
                  </a:cubicBezTo>
                  <a:cubicBezTo>
                    <a:pt x="10616" y="19928"/>
                    <a:pt x="10640" y="20397"/>
                    <a:pt x="10790" y="20397"/>
                  </a:cubicBezTo>
                  <a:cubicBezTo>
                    <a:pt x="10816" y="20709"/>
                    <a:pt x="10985" y="20998"/>
                    <a:pt x="10985" y="21228"/>
                  </a:cubicBezTo>
                  <a:cubicBezTo>
                    <a:pt x="11180" y="21448"/>
                    <a:pt x="11986" y="21264"/>
                    <a:pt x="12301" y="21264"/>
                  </a:cubicBezTo>
                  <a:cubicBezTo>
                    <a:pt x="12301" y="21180"/>
                    <a:pt x="13771" y="20975"/>
                    <a:pt x="13958" y="20975"/>
                  </a:cubicBezTo>
                  <a:cubicBezTo>
                    <a:pt x="14057" y="20878"/>
                    <a:pt x="14690" y="20216"/>
                    <a:pt x="14690" y="20216"/>
                  </a:cubicBezTo>
                  <a:cubicBezTo>
                    <a:pt x="14690" y="19882"/>
                    <a:pt x="15601" y="19238"/>
                    <a:pt x="15959" y="19059"/>
                  </a:cubicBezTo>
                  <a:cubicBezTo>
                    <a:pt x="15959" y="19006"/>
                    <a:pt x="16404" y="18192"/>
                    <a:pt x="16349" y="18192"/>
                  </a:cubicBezTo>
                  <a:cubicBezTo>
                    <a:pt x="16349" y="17624"/>
                    <a:pt x="16544" y="17250"/>
                    <a:pt x="16544" y="16748"/>
                  </a:cubicBezTo>
                  <a:cubicBezTo>
                    <a:pt x="16688" y="16748"/>
                    <a:pt x="16830" y="16278"/>
                    <a:pt x="17128" y="16278"/>
                  </a:cubicBezTo>
                  <a:cubicBezTo>
                    <a:pt x="17212" y="16155"/>
                    <a:pt x="17450" y="16107"/>
                    <a:pt x="17616" y="16024"/>
                  </a:cubicBezTo>
                  <a:cubicBezTo>
                    <a:pt x="17616" y="15713"/>
                    <a:pt x="17957" y="15476"/>
                    <a:pt x="17957" y="15087"/>
                  </a:cubicBezTo>
                  <a:cubicBezTo>
                    <a:pt x="18179" y="15087"/>
                    <a:pt x="17812" y="13876"/>
                    <a:pt x="17812" y="13749"/>
                  </a:cubicBezTo>
                  <a:cubicBezTo>
                    <a:pt x="17382" y="13749"/>
                    <a:pt x="17713" y="12307"/>
                    <a:pt x="17713" y="12124"/>
                  </a:cubicBezTo>
                  <a:cubicBezTo>
                    <a:pt x="17437" y="12124"/>
                    <a:pt x="18620" y="11148"/>
                    <a:pt x="18598" y="11208"/>
                  </a:cubicBezTo>
                  <a:cubicBezTo>
                    <a:pt x="18681" y="10953"/>
                    <a:pt x="19316" y="10604"/>
                    <a:pt x="19526" y="10404"/>
                  </a:cubicBezTo>
                  <a:cubicBezTo>
                    <a:pt x="19713" y="10224"/>
                    <a:pt x="20347" y="9878"/>
                    <a:pt x="20347" y="9667"/>
                  </a:cubicBezTo>
                  <a:cubicBezTo>
                    <a:pt x="20620" y="9565"/>
                    <a:pt x="20654" y="9375"/>
                    <a:pt x="20882" y="9269"/>
                  </a:cubicBezTo>
                  <a:cubicBezTo>
                    <a:pt x="20882" y="9177"/>
                    <a:pt x="20727" y="8909"/>
                    <a:pt x="21077" y="8909"/>
                  </a:cubicBezTo>
                  <a:cubicBezTo>
                    <a:pt x="20989" y="8446"/>
                    <a:pt x="21517" y="8183"/>
                    <a:pt x="21517" y="7716"/>
                  </a:cubicBezTo>
                  <a:cubicBezTo>
                    <a:pt x="21101" y="7817"/>
                    <a:pt x="20526" y="7861"/>
                    <a:pt x="20102" y="7861"/>
                  </a:cubicBezTo>
                  <a:cubicBezTo>
                    <a:pt x="20104" y="7926"/>
                    <a:pt x="19637" y="7935"/>
                    <a:pt x="19567" y="7931"/>
                  </a:cubicBezTo>
                  <a:close/>
                  <a:moveTo>
                    <a:pt x="19567" y="7931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19" name="AutoShape 100"/>
            <p:cNvSpPr/>
            <p:nvPr/>
          </p:nvSpPr>
          <p:spPr>
            <a:xfrm>
              <a:off x="3684960" y="3638880"/>
              <a:ext cx="3240" cy="1800"/>
            </a:xfrm>
            <a:custGeom>
              <a:avLst/>
              <a:gdLst>
                <a:gd name="textAreaLeft" fmla="*/ 0 w 3240"/>
                <a:gd name="textAreaRight" fmla="*/ 3600 w 3240"/>
                <a:gd name="textAreaTop" fmla="*/ 0 h 1800"/>
                <a:gd name="textAreaBottom" fmla="*/ 2160 h 1800"/>
                <a:gd name="GluePoint1X" fmla="*/ 0 w 16989"/>
                <a:gd name="GluePoint1Y" fmla="*/ 0 h 15334"/>
                <a:gd name="GluePoint2X" fmla="*/ 0 w 16989"/>
                <a:gd name="GluePoint2Y" fmla="*/ 0 h 15334"/>
                <a:gd name="GluePoint3X" fmla="*/ 0 w 16989"/>
                <a:gd name="GluePoint3Y" fmla="*/ 0 h 15334"/>
                <a:gd name="GluePoint4X" fmla="*/ 0 w 16989"/>
                <a:gd name="GluePoint4Y" fmla="*/ 0 h 15334"/>
                <a:gd name="GluePoint5X" fmla="*/ 0 w 16989"/>
                <a:gd name="GluePoint5Y" fmla="*/ 0 h 153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16989" h="15334">
                  <a:moveTo>
                    <a:pt x="5730" y="2266"/>
                  </a:moveTo>
                  <a:cubicBezTo>
                    <a:pt x="4165" y="1591"/>
                    <a:pt x="2498" y="771"/>
                    <a:pt x="900" y="0"/>
                  </a:cubicBezTo>
                  <a:cubicBezTo>
                    <a:pt x="-4611" y="21600"/>
                    <a:pt x="16989" y="17743"/>
                    <a:pt x="16989" y="4629"/>
                  </a:cubicBezTo>
                  <a:cubicBezTo>
                    <a:pt x="12159" y="7955"/>
                    <a:pt x="7839" y="13596"/>
                    <a:pt x="5730" y="2266"/>
                  </a:cubicBezTo>
                  <a:close/>
                  <a:moveTo>
                    <a:pt x="5730" y="2266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20" name="AutoShape 101"/>
            <p:cNvSpPr/>
            <p:nvPr/>
          </p:nvSpPr>
          <p:spPr>
            <a:xfrm>
              <a:off x="3694320" y="3638880"/>
              <a:ext cx="18000" cy="864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8640"/>
                <a:gd name="textAreaBottom" fmla="*/ 9000 h 8640"/>
                <a:gd name="GluePoint1X" fmla="*/ 0 w 18999"/>
                <a:gd name="GluePoint1Y" fmla="*/ 0 h 20934"/>
                <a:gd name="GluePoint2X" fmla="*/ 0 w 18999"/>
                <a:gd name="GluePoint2Y" fmla="*/ 0 h 20934"/>
                <a:gd name="GluePoint3X" fmla="*/ 0 w 18999"/>
                <a:gd name="GluePoint3Y" fmla="*/ 0 h 20934"/>
                <a:gd name="GluePoint4X" fmla="*/ 0 w 18999"/>
                <a:gd name="GluePoint4Y" fmla="*/ 0 h 20934"/>
                <a:gd name="GluePoint5X" fmla="*/ 0 w 18999"/>
                <a:gd name="GluePoint5Y" fmla="*/ 0 h 20934"/>
                <a:gd name="GluePoint6X" fmla="*/ 0 w 18999"/>
                <a:gd name="GluePoint6Y" fmla="*/ 0 h 20934"/>
                <a:gd name="GluePoint7X" fmla="*/ 0 w 18999"/>
                <a:gd name="GluePoint7Y" fmla="*/ 0 h 209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999" h="20934">
                  <a:moveTo>
                    <a:pt x="5636" y="0"/>
                  </a:moveTo>
                  <a:cubicBezTo>
                    <a:pt x="4287" y="4948"/>
                    <a:pt x="2148" y="3040"/>
                    <a:pt x="0" y="2842"/>
                  </a:cubicBezTo>
                  <a:cubicBezTo>
                    <a:pt x="1313" y="7114"/>
                    <a:pt x="5600" y="11307"/>
                    <a:pt x="7812" y="11307"/>
                  </a:cubicBezTo>
                  <a:cubicBezTo>
                    <a:pt x="9253" y="17507"/>
                    <a:pt x="13604" y="21600"/>
                    <a:pt x="17047" y="20845"/>
                  </a:cubicBezTo>
                  <a:cubicBezTo>
                    <a:pt x="21600" y="19871"/>
                    <a:pt x="16872" y="12618"/>
                    <a:pt x="16055" y="9439"/>
                  </a:cubicBezTo>
                  <a:cubicBezTo>
                    <a:pt x="11622" y="9439"/>
                    <a:pt x="11135" y="1212"/>
                    <a:pt x="5636" y="0"/>
                  </a:cubicBezTo>
                  <a:close/>
                  <a:moveTo>
                    <a:pt x="5636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21" name="AutoShape 102"/>
            <p:cNvSpPr/>
            <p:nvPr/>
          </p:nvSpPr>
          <p:spPr>
            <a:xfrm>
              <a:off x="3712320" y="3657240"/>
              <a:ext cx="16920" cy="4320"/>
            </a:xfrm>
            <a:custGeom>
              <a:avLst/>
              <a:gdLst>
                <a:gd name="textAreaLeft" fmla="*/ 0 w 16920"/>
                <a:gd name="textAreaRight" fmla="*/ 17280 w 16920"/>
                <a:gd name="textAreaTop" fmla="*/ 0 h 4320"/>
                <a:gd name="textAreaBottom" fmla="*/ 4680 h 4320"/>
                <a:gd name="GluePoint1X" fmla="*/ 0 w 21600"/>
                <a:gd name="GluePoint1Y" fmla="*/ 0 h 19826"/>
                <a:gd name="GluePoint2X" fmla="*/ 0 w 21600"/>
                <a:gd name="GluePoint2Y" fmla="*/ 0 h 19826"/>
                <a:gd name="GluePoint3X" fmla="*/ 0 w 21600"/>
                <a:gd name="GluePoint3Y" fmla="*/ 0 h 19826"/>
                <a:gd name="GluePoint4X" fmla="*/ 0 w 21600"/>
                <a:gd name="GluePoint4Y" fmla="*/ 0 h 19826"/>
                <a:gd name="GluePoint5X" fmla="*/ 0 w 21600"/>
                <a:gd name="GluePoint5Y" fmla="*/ 0 h 19826"/>
                <a:gd name="GluePoint6X" fmla="*/ 0 w 21600"/>
                <a:gd name="GluePoint6Y" fmla="*/ 0 h 19826"/>
                <a:gd name="GluePoint7X" fmla="*/ 0 w 21600"/>
                <a:gd name="GluePoint7Y" fmla="*/ 0 h 19826"/>
                <a:gd name="GluePoint8X" fmla="*/ 0 w 21600"/>
                <a:gd name="GluePoint8Y" fmla="*/ 0 h 19826"/>
                <a:gd name="GluePoint9X" fmla="*/ 0 w 21600"/>
                <a:gd name="GluePoint9Y" fmla="*/ 0 h 198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1600" h="19826">
                  <a:moveTo>
                    <a:pt x="15657" y="0"/>
                  </a:moveTo>
                  <a:cubicBezTo>
                    <a:pt x="14560" y="9831"/>
                    <a:pt x="15657" y="658"/>
                    <a:pt x="15657" y="8204"/>
                  </a:cubicBezTo>
                  <a:cubicBezTo>
                    <a:pt x="11646" y="8446"/>
                    <a:pt x="8331" y="1662"/>
                    <a:pt x="5406" y="1662"/>
                  </a:cubicBezTo>
                  <a:cubicBezTo>
                    <a:pt x="6331" y="6612"/>
                    <a:pt x="7554" y="10212"/>
                    <a:pt x="7554" y="14712"/>
                  </a:cubicBezTo>
                  <a:cubicBezTo>
                    <a:pt x="4789" y="18069"/>
                    <a:pt x="2686" y="14712"/>
                    <a:pt x="0" y="14712"/>
                  </a:cubicBezTo>
                  <a:cubicBezTo>
                    <a:pt x="1006" y="20735"/>
                    <a:pt x="8309" y="21600"/>
                    <a:pt x="9189" y="16442"/>
                  </a:cubicBezTo>
                  <a:cubicBezTo>
                    <a:pt x="15417" y="16442"/>
                    <a:pt x="15680" y="16027"/>
                    <a:pt x="21600" y="18000"/>
                  </a:cubicBezTo>
                  <a:cubicBezTo>
                    <a:pt x="21406" y="13015"/>
                    <a:pt x="17349" y="1315"/>
                    <a:pt x="15657" y="0"/>
                  </a:cubicBezTo>
                  <a:close/>
                  <a:moveTo>
                    <a:pt x="15657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22" name="AutoShape 103"/>
            <p:cNvSpPr/>
            <p:nvPr/>
          </p:nvSpPr>
          <p:spPr>
            <a:xfrm>
              <a:off x="3703320" y="365724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  <a:gd name="GluePoint1X" fmla="*/ 0 w 16604"/>
                <a:gd name="GluePoint1Y" fmla="*/ 0 h 17442"/>
                <a:gd name="GluePoint2X" fmla="*/ 0 w 16604"/>
                <a:gd name="GluePoint2Y" fmla="*/ 0 h 17442"/>
                <a:gd name="GluePoint3X" fmla="*/ 0 w 16604"/>
                <a:gd name="GluePoint3Y" fmla="*/ 0 h 17442"/>
                <a:gd name="GluePoint4X" fmla="*/ 0 w 16604"/>
                <a:gd name="GluePoint4Y" fmla="*/ 0 h 174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6604" h="17442">
                  <a:moveTo>
                    <a:pt x="1543" y="0"/>
                  </a:moveTo>
                  <a:cubicBezTo>
                    <a:pt x="-4492" y="21600"/>
                    <a:pt x="8577" y="17040"/>
                    <a:pt x="16563" y="17040"/>
                  </a:cubicBezTo>
                  <a:cubicBezTo>
                    <a:pt x="17108" y="7620"/>
                    <a:pt x="12116" y="1920"/>
                    <a:pt x="1543" y="0"/>
                  </a:cubicBezTo>
                  <a:close/>
                  <a:moveTo>
                    <a:pt x="1543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23" name="AutoShape 104"/>
            <p:cNvSpPr/>
            <p:nvPr/>
          </p:nvSpPr>
          <p:spPr>
            <a:xfrm>
              <a:off x="3703320" y="3657240"/>
              <a:ext cx="1800" cy="180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1800"/>
                <a:gd name="textAreaBottom" fmla="*/ 2160 h 1800"/>
                <a:gd name="GluePoint1X" fmla="*/ 0 w 21600"/>
                <a:gd name="GluePoint1Y" fmla="*/ 0 h 12742"/>
                <a:gd name="GluePoint2X" fmla="*/ 0 w 21600"/>
                <a:gd name="GluePoint2Y" fmla="*/ 0 h 12742"/>
                <a:gd name="GluePoint3X" fmla="*/ 0 w 21600"/>
                <a:gd name="GluePoint3Y" fmla="*/ 0 h 12742"/>
                <a:gd name="GluePoint4X" fmla="*/ 0 w 21600"/>
                <a:gd name="GluePoint4Y" fmla="*/ 0 h 127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21600" h="12742">
                  <a:moveTo>
                    <a:pt x="0" y="12742"/>
                  </a:moveTo>
                  <a:cubicBezTo>
                    <a:pt x="7251" y="11994"/>
                    <a:pt x="14425" y="11339"/>
                    <a:pt x="21600" y="10545"/>
                  </a:cubicBezTo>
                  <a:cubicBezTo>
                    <a:pt x="17860" y="-8858"/>
                    <a:pt x="2137" y="2550"/>
                    <a:pt x="0" y="12742"/>
                  </a:cubicBezTo>
                  <a:close/>
                  <a:moveTo>
                    <a:pt x="0" y="12742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24" name="AutoShape 105"/>
            <p:cNvSpPr/>
            <p:nvPr/>
          </p:nvSpPr>
          <p:spPr>
            <a:xfrm>
              <a:off x="3740040" y="3657240"/>
              <a:ext cx="1800" cy="720"/>
            </a:xfrm>
            <a:custGeom>
              <a:avLst/>
              <a:gdLst>
                <a:gd name="textAreaLeft" fmla="*/ 0 w 1800"/>
                <a:gd name="textAreaRight" fmla="*/ 2160 w 1800"/>
                <a:gd name="textAreaTop" fmla="*/ 0 h 720"/>
                <a:gd name="textAreaBottom" fmla="*/ 1080 h 720"/>
                <a:gd name="GluePoint1X" fmla="*/ 0 w 17161"/>
                <a:gd name="GluePoint1Y" fmla="*/ 0 h 13638"/>
                <a:gd name="GluePoint2X" fmla="*/ 0 w 17161"/>
                <a:gd name="GluePoint2Y" fmla="*/ 0 h 13638"/>
                <a:gd name="GluePoint3X" fmla="*/ 0 w 17161"/>
                <a:gd name="GluePoint3Y" fmla="*/ 0 h 13638"/>
                <a:gd name="GluePoint4X" fmla="*/ 0 w 17161"/>
                <a:gd name="GluePoint4Y" fmla="*/ 0 h 136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7161" h="13638">
                  <a:moveTo>
                    <a:pt x="1582" y="0"/>
                  </a:moveTo>
                  <a:cubicBezTo>
                    <a:pt x="-4374" y="21600"/>
                    <a:pt x="7735" y="11073"/>
                    <a:pt x="17161" y="11073"/>
                  </a:cubicBezTo>
                  <a:cubicBezTo>
                    <a:pt x="17226" y="3353"/>
                    <a:pt x="8782" y="0"/>
                    <a:pt x="1582" y="0"/>
                  </a:cubicBezTo>
                  <a:close/>
                  <a:moveTo>
                    <a:pt x="1582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25" name="AutoShape 106"/>
            <p:cNvSpPr/>
            <p:nvPr/>
          </p:nvSpPr>
          <p:spPr>
            <a:xfrm>
              <a:off x="3730680" y="365724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0"/>
                  </a:moveTo>
                  <a:cubicBezTo>
                    <a:pt x="0" y="7500"/>
                    <a:pt x="0" y="14250"/>
                    <a:pt x="0" y="21600"/>
                  </a:cubicBezTo>
                  <a:cubicBezTo>
                    <a:pt x="8975" y="18750"/>
                    <a:pt x="12777" y="14250"/>
                    <a:pt x="21600" y="14250"/>
                  </a:cubicBezTo>
                  <a:cubicBezTo>
                    <a:pt x="21600" y="5100"/>
                    <a:pt x="9279" y="0"/>
                    <a:pt x="0" y="0"/>
                  </a:cubicBezTo>
                  <a:close/>
                  <a:moveTo>
                    <a:pt x="0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26" name="AutoShape 107"/>
            <p:cNvSpPr/>
            <p:nvPr/>
          </p:nvSpPr>
          <p:spPr>
            <a:xfrm>
              <a:off x="3721680" y="3675600"/>
              <a:ext cx="720" cy="72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720"/>
                <a:gd name="textAreaBottom" fmla="*/ 1080 h 7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cubicBezTo>
                    <a:pt x="17923" y="21600"/>
                    <a:pt x="17234" y="20571"/>
                    <a:pt x="21600" y="5371"/>
                  </a:cubicBezTo>
                  <a:cubicBezTo>
                    <a:pt x="16200" y="3429"/>
                    <a:pt x="10915" y="1714"/>
                    <a:pt x="5285" y="0"/>
                  </a:cubicBezTo>
                  <a:cubicBezTo>
                    <a:pt x="3447" y="7200"/>
                    <a:pt x="1838" y="14400"/>
                    <a:pt x="0" y="21600"/>
                  </a:cubicBezTo>
                  <a:close/>
                  <a:moveTo>
                    <a:pt x="0" y="2160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27" name="AutoShape 108"/>
            <p:cNvSpPr/>
            <p:nvPr/>
          </p:nvSpPr>
          <p:spPr>
            <a:xfrm>
              <a:off x="4023720" y="3767040"/>
              <a:ext cx="720" cy="1800"/>
            </a:xfrm>
            <a:custGeom>
              <a:avLst/>
              <a:gdLst>
                <a:gd name="textAreaLeft" fmla="*/ 0 w 720"/>
                <a:gd name="textAreaRight" fmla="*/ 1080 w 720"/>
                <a:gd name="textAreaTop" fmla="*/ 0 h 1800"/>
                <a:gd name="textAreaBottom" fmla="*/ 2160 h 1800"/>
                <a:gd name="GluePoint1X" fmla="*/ 0 w 16557"/>
                <a:gd name="GluePoint1Y" fmla="*/ 0 h 18344"/>
                <a:gd name="GluePoint2X" fmla="*/ 0 w 16557"/>
                <a:gd name="GluePoint2Y" fmla="*/ 0 h 18344"/>
                <a:gd name="GluePoint3X" fmla="*/ 0 w 16557"/>
                <a:gd name="GluePoint3Y" fmla="*/ 0 h 18344"/>
                <a:gd name="GluePoint4X" fmla="*/ 0 w 16557"/>
                <a:gd name="GluePoint4Y" fmla="*/ 0 h 183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6557" h="18344">
                  <a:moveTo>
                    <a:pt x="0" y="16234"/>
                  </a:moveTo>
                  <a:cubicBezTo>
                    <a:pt x="21600" y="21600"/>
                    <a:pt x="17408" y="16922"/>
                    <a:pt x="13033" y="0"/>
                  </a:cubicBezTo>
                  <a:cubicBezTo>
                    <a:pt x="2734" y="5916"/>
                    <a:pt x="0" y="4471"/>
                    <a:pt x="0" y="16234"/>
                  </a:cubicBezTo>
                  <a:close/>
                  <a:moveTo>
                    <a:pt x="0" y="16234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sp>
        <p:nvSpPr>
          <p:cNvPr id="428" name="Oval 11"/>
          <p:cNvSpPr/>
          <p:nvPr/>
        </p:nvSpPr>
        <p:spPr>
          <a:xfrm>
            <a:off x="7584480" y="2713680"/>
            <a:ext cx="1891080" cy="1891080"/>
          </a:xfrm>
          <a:prstGeom prst="ellipse">
            <a:avLst/>
          </a:pr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429" name="Group 120"/>
          <p:cNvGrpSpPr/>
          <p:nvPr/>
        </p:nvGrpSpPr>
        <p:grpSpPr>
          <a:xfrm>
            <a:off x="8205120" y="3400200"/>
            <a:ext cx="658800" cy="531000"/>
            <a:chOff x="8205120" y="3400200"/>
            <a:chExt cx="658800" cy="531000"/>
          </a:xfrm>
        </p:grpSpPr>
        <p:sp>
          <p:nvSpPr>
            <p:cNvPr id="430" name="AutoShape 118"/>
            <p:cNvSpPr/>
            <p:nvPr/>
          </p:nvSpPr>
          <p:spPr>
            <a:xfrm>
              <a:off x="8205120" y="3565800"/>
              <a:ext cx="538560" cy="365400"/>
            </a:xfrm>
            <a:custGeom>
              <a:avLst/>
              <a:gdLst>
                <a:gd name="textAreaLeft" fmla="*/ 0 w 538560"/>
                <a:gd name="textAreaRight" fmla="*/ 538920 w 538560"/>
                <a:gd name="textAreaTop" fmla="*/ 0 h 365400"/>
                <a:gd name="textAreaBottom" fmla="*/ 365760 h 3654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9475" y="12449"/>
                  </a:moveTo>
                  <a:cubicBezTo>
                    <a:pt x="18075" y="15334"/>
                    <a:pt x="15786" y="17218"/>
                    <a:pt x="13204" y="17218"/>
                  </a:cubicBezTo>
                  <a:cubicBezTo>
                    <a:pt x="8965" y="17218"/>
                    <a:pt x="5514" y="12144"/>
                    <a:pt x="5490" y="5894"/>
                  </a:cubicBezTo>
                  <a:lnTo>
                    <a:pt x="6397" y="5894"/>
                  </a:lnTo>
                  <a:lnTo>
                    <a:pt x="8007" y="5894"/>
                  </a:lnTo>
                  <a:lnTo>
                    <a:pt x="4000" y="0"/>
                  </a:lnTo>
                  <a:lnTo>
                    <a:pt x="0" y="5894"/>
                  </a:lnTo>
                  <a:lnTo>
                    <a:pt x="2115" y="5894"/>
                  </a:lnTo>
                  <a:lnTo>
                    <a:pt x="2174" y="5894"/>
                  </a:lnTo>
                  <a:lnTo>
                    <a:pt x="2522" y="5894"/>
                  </a:lnTo>
                  <a:cubicBezTo>
                    <a:pt x="2547" y="14574"/>
                    <a:pt x="7319" y="21600"/>
                    <a:pt x="13204" y="21600"/>
                  </a:cubicBezTo>
                  <a:cubicBezTo>
                    <a:pt x="16611" y="21600"/>
                    <a:pt x="19644" y="19242"/>
                    <a:pt x="21600" y="15574"/>
                  </a:cubicBezTo>
                  <a:lnTo>
                    <a:pt x="20726" y="14288"/>
                  </a:lnTo>
                  <a:lnTo>
                    <a:pt x="19475" y="12449"/>
                  </a:lnTo>
                  <a:close/>
                  <a:moveTo>
                    <a:pt x="19475" y="12449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31" name="AutoShape 119"/>
            <p:cNvSpPr/>
            <p:nvPr/>
          </p:nvSpPr>
          <p:spPr>
            <a:xfrm>
              <a:off x="8324280" y="3400200"/>
              <a:ext cx="539640" cy="369000"/>
            </a:xfrm>
            <a:custGeom>
              <a:avLst/>
              <a:gdLst>
                <a:gd name="textAreaLeft" fmla="*/ 0 w 539640"/>
                <a:gd name="textAreaRight" fmla="*/ 540000 w 539640"/>
                <a:gd name="textAreaTop" fmla="*/ 0 h 369000"/>
                <a:gd name="textAreaBottom" fmla="*/ 369360 h 3690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9954" y="15748"/>
                  </a:moveTo>
                  <a:lnTo>
                    <a:pt x="19953" y="15749"/>
                  </a:lnTo>
                  <a:lnTo>
                    <a:pt x="19090" y="15749"/>
                  </a:lnTo>
                  <a:cubicBezTo>
                    <a:pt x="19090" y="15749"/>
                    <a:pt x="19090" y="15749"/>
                    <a:pt x="19090" y="15748"/>
                  </a:cubicBezTo>
                  <a:cubicBezTo>
                    <a:pt x="19090" y="15719"/>
                    <a:pt x="19091" y="15691"/>
                    <a:pt x="19091" y="15663"/>
                  </a:cubicBezTo>
                  <a:cubicBezTo>
                    <a:pt x="19091" y="7013"/>
                    <a:pt x="14317" y="0"/>
                    <a:pt x="8428" y="0"/>
                  </a:cubicBezTo>
                  <a:cubicBezTo>
                    <a:pt x="5000" y="0"/>
                    <a:pt x="1950" y="2381"/>
                    <a:pt x="0" y="6075"/>
                  </a:cubicBezTo>
                  <a:lnTo>
                    <a:pt x="908" y="7404"/>
                  </a:lnTo>
                  <a:lnTo>
                    <a:pt x="2122" y="9181"/>
                  </a:lnTo>
                  <a:cubicBezTo>
                    <a:pt x="3517" y="6263"/>
                    <a:pt x="5822" y="4351"/>
                    <a:pt x="8428" y="4351"/>
                  </a:cubicBezTo>
                  <a:cubicBezTo>
                    <a:pt x="12674" y="4351"/>
                    <a:pt x="16129" y="9426"/>
                    <a:pt x="16129" y="15663"/>
                  </a:cubicBezTo>
                  <a:cubicBezTo>
                    <a:pt x="16129" y="15691"/>
                    <a:pt x="16127" y="15719"/>
                    <a:pt x="16127" y="15747"/>
                  </a:cubicBezTo>
                  <a:cubicBezTo>
                    <a:pt x="16127" y="15748"/>
                    <a:pt x="16127" y="15748"/>
                    <a:pt x="16127" y="15749"/>
                  </a:cubicBezTo>
                  <a:lnTo>
                    <a:pt x="15189" y="15749"/>
                  </a:lnTo>
                  <a:lnTo>
                    <a:pt x="15188" y="15747"/>
                  </a:lnTo>
                  <a:lnTo>
                    <a:pt x="13608" y="15747"/>
                  </a:lnTo>
                  <a:lnTo>
                    <a:pt x="17608" y="21600"/>
                  </a:lnTo>
                  <a:lnTo>
                    <a:pt x="21600" y="15747"/>
                  </a:lnTo>
                  <a:lnTo>
                    <a:pt x="19954" y="15747"/>
                  </a:lnTo>
                  <a:lnTo>
                    <a:pt x="19954" y="15748"/>
                  </a:lnTo>
                  <a:close/>
                  <a:moveTo>
                    <a:pt x="19954" y="15748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sp>
        <p:nvSpPr>
          <p:cNvPr id="432" name="Oval 9"/>
          <p:cNvSpPr/>
          <p:nvPr/>
        </p:nvSpPr>
        <p:spPr>
          <a:xfrm>
            <a:off x="4432320" y="2713680"/>
            <a:ext cx="1891080" cy="1891080"/>
          </a:xfrm>
          <a:prstGeom prst="ellipse">
            <a:avLst/>
          </a:pr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433" name="Group 344"/>
          <p:cNvGrpSpPr/>
          <p:nvPr/>
        </p:nvGrpSpPr>
        <p:grpSpPr>
          <a:xfrm>
            <a:off x="5079960" y="3315960"/>
            <a:ext cx="663480" cy="585360"/>
            <a:chOff x="5079960" y="3315960"/>
            <a:chExt cx="663480" cy="585360"/>
          </a:xfrm>
        </p:grpSpPr>
        <p:sp>
          <p:nvSpPr>
            <p:cNvPr id="434" name="AutoShape 341"/>
            <p:cNvSpPr/>
            <p:nvPr/>
          </p:nvSpPr>
          <p:spPr>
            <a:xfrm>
              <a:off x="5079960" y="3426840"/>
              <a:ext cx="473040" cy="474480"/>
            </a:xfrm>
            <a:custGeom>
              <a:avLst/>
              <a:gdLst>
                <a:gd name="textAreaLeft" fmla="*/ 0 w 473040"/>
                <a:gd name="textAreaRight" fmla="*/ 473400 w 473040"/>
                <a:gd name="textAreaTop" fmla="*/ 0 h 474480"/>
                <a:gd name="textAreaBottom" fmla="*/ 474840 h 47448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8899" y="18001"/>
                  </a:moveTo>
                  <a:cubicBezTo>
                    <a:pt x="18899" y="18497"/>
                    <a:pt x="18495" y="18900"/>
                    <a:pt x="17998" y="18900"/>
                  </a:cubicBezTo>
                  <a:lnTo>
                    <a:pt x="3601" y="18900"/>
                  </a:lnTo>
                  <a:cubicBezTo>
                    <a:pt x="3105" y="18900"/>
                    <a:pt x="2701" y="18497"/>
                    <a:pt x="2701" y="18001"/>
                  </a:cubicBezTo>
                  <a:lnTo>
                    <a:pt x="2701" y="3598"/>
                  </a:lnTo>
                  <a:cubicBezTo>
                    <a:pt x="2701" y="3102"/>
                    <a:pt x="3105" y="2698"/>
                    <a:pt x="3601" y="2698"/>
                  </a:cubicBezTo>
                  <a:lnTo>
                    <a:pt x="16077" y="2698"/>
                  </a:lnTo>
                  <a:lnTo>
                    <a:pt x="18707" y="70"/>
                  </a:lnTo>
                  <a:cubicBezTo>
                    <a:pt x="18478" y="25"/>
                    <a:pt x="18241" y="0"/>
                    <a:pt x="17998" y="0"/>
                  </a:cubicBezTo>
                  <a:lnTo>
                    <a:pt x="3601" y="0"/>
                  </a:lnTo>
                  <a:cubicBezTo>
                    <a:pt x="1612" y="0"/>
                    <a:pt x="0" y="1611"/>
                    <a:pt x="0" y="3598"/>
                  </a:cubicBezTo>
                  <a:lnTo>
                    <a:pt x="0" y="18001"/>
                  </a:lnTo>
                  <a:cubicBezTo>
                    <a:pt x="0" y="19989"/>
                    <a:pt x="1612" y="21600"/>
                    <a:pt x="3601" y="21600"/>
                  </a:cubicBezTo>
                  <a:lnTo>
                    <a:pt x="17998" y="21600"/>
                  </a:lnTo>
                  <a:cubicBezTo>
                    <a:pt x="19987" y="21600"/>
                    <a:pt x="21600" y="19989"/>
                    <a:pt x="21600" y="18001"/>
                  </a:cubicBezTo>
                  <a:lnTo>
                    <a:pt x="21600" y="10014"/>
                  </a:lnTo>
                  <a:lnTo>
                    <a:pt x="18899" y="12712"/>
                  </a:lnTo>
                  <a:lnTo>
                    <a:pt x="18899" y="18001"/>
                  </a:lnTo>
                  <a:close/>
                  <a:moveTo>
                    <a:pt x="18899" y="18001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35" name="AutoShape 342"/>
            <p:cNvSpPr/>
            <p:nvPr/>
          </p:nvSpPr>
          <p:spPr>
            <a:xfrm>
              <a:off x="5281920" y="3408120"/>
              <a:ext cx="380160" cy="38124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381240"/>
                <a:gd name="textAreaBottom" fmla="*/ 381600 h 3812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4818"/>
                  </a:moveTo>
                  <a:lnTo>
                    <a:pt x="16780" y="0"/>
                  </a:lnTo>
                  <a:lnTo>
                    <a:pt x="2322" y="14460"/>
                  </a:lnTo>
                  <a:lnTo>
                    <a:pt x="2320" y="14460"/>
                  </a:lnTo>
                  <a:lnTo>
                    <a:pt x="2320" y="14462"/>
                  </a:lnTo>
                  <a:lnTo>
                    <a:pt x="2319" y="14462"/>
                  </a:lnTo>
                  <a:lnTo>
                    <a:pt x="2320" y="14462"/>
                  </a:lnTo>
                  <a:lnTo>
                    <a:pt x="0" y="21600"/>
                  </a:lnTo>
                  <a:lnTo>
                    <a:pt x="7138" y="19281"/>
                  </a:lnTo>
                  <a:lnTo>
                    <a:pt x="7140" y="19281"/>
                  </a:lnTo>
                  <a:lnTo>
                    <a:pt x="7140" y="19279"/>
                  </a:lnTo>
                  <a:lnTo>
                    <a:pt x="21600" y="4818"/>
                  </a:lnTo>
                  <a:close/>
                  <a:moveTo>
                    <a:pt x="5635" y="15238"/>
                  </a:moveTo>
                  <a:lnTo>
                    <a:pt x="4840" y="14443"/>
                  </a:lnTo>
                  <a:lnTo>
                    <a:pt x="16793" y="2490"/>
                  </a:lnTo>
                  <a:lnTo>
                    <a:pt x="17587" y="3283"/>
                  </a:lnTo>
                  <a:lnTo>
                    <a:pt x="5635" y="15238"/>
                  </a:lnTo>
                  <a:close/>
                  <a:moveTo>
                    <a:pt x="5635" y="15238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36" name="AutoShape 343"/>
            <p:cNvSpPr/>
            <p:nvPr/>
          </p:nvSpPr>
          <p:spPr>
            <a:xfrm>
              <a:off x="5603760" y="3315960"/>
              <a:ext cx="139680" cy="140400"/>
            </a:xfrm>
            <a:custGeom>
              <a:avLst/>
              <a:gdLst>
                <a:gd name="textAreaLeft" fmla="*/ 0 w 139680"/>
                <a:gd name="textAreaRight" fmla="*/ 140040 w 139680"/>
                <a:gd name="textAreaTop" fmla="*/ 0 h 140400"/>
                <a:gd name="textAreaBottom" fmla="*/ 140760 h 1404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3026" y="21600"/>
                  </a:moveTo>
                  <a:lnTo>
                    <a:pt x="0" y="8574"/>
                  </a:lnTo>
                  <a:lnTo>
                    <a:pt x="8574" y="0"/>
                  </a:lnTo>
                  <a:lnTo>
                    <a:pt x="21600" y="13026"/>
                  </a:lnTo>
                  <a:lnTo>
                    <a:pt x="13026" y="21600"/>
                  </a:lnTo>
                  <a:close/>
                  <a:moveTo>
                    <a:pt x="13026" y="2160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sp>
        <p:nvSpPr>
          <p:cNvPr id="437" name="Oval 10"/>
          <p:cNvSpPr/>
          <p:nvPr/>
        </p:nvSpPr>
        <p:spPr>
          <a:xfrm>
            <a:off x="6008400" y="2713680"/>
            <a:ext cx="1891080" cy="1891080"/>
          </a:xfrm>
          <a:prstGeom prst="ellipse">
            <a:avLst/>
          </a:pr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438" name="AutoShape 472"/>
          <p:cNvSpPr/>
          <p:nvPr/>
        </p:nvSpPr>
        <p:spPr>
          <a:xfrm>
            <a:off x="6631200" y="3327480"/>
            <a:ext cx="658800" cy="658800"/>
          </a:xfrm>
          <a:custGeom>
            <a:avLst/>
            <a:gdLst>
              <a:gd name="textAreaLeft" fmla="*/ 0 w 658800"/>
              <a:gd name="textAreaRight" fmla="*/ 659160 w 658800"/>
              <a:gd name="textAreaTop" fmla="*/ 0 h 658800"/>
              <a:gd name="textAreaBottom" fmla="*/ 659160 h 658800"/>
              <a:gd name="GluePoint1X" fmla="*/ 101597923 w 21600"/>
              <a:gd name="GluePoint1Y" fmla="*/ 0 h 21600"/>
              <a:gd name="GluePoint2X" fmla="*/ 0 w 21600"/>
              <a:gd name="GluePoint2Y" fmla="*/ 101597923 h 21600"/>
              <a:gd name="GluePoint3X" fmla="*/ 101597923 w 21600"/>
              <a:gd name="GluePoint3Y" fmla="*/ 203194979 h 21600"/>
              <a:gd name="GluePoint4X" fmla="*/ 203194979 w 21600"/>
              <a:gd name="GluePoint4Y" fmla="*/ 101597923 h 21600"/>
              <a:gd name="GluePoint5X" fmla="*/ 101597923 w 21600"/>
              <a:gd name="GluePoint5Y" fmla="*/ 0 h 21600"/>
              <a:gd name="GluePoint6X" fmla="*/ 114635493 w 21600"/>
              <a:gd name="GluePoint6Y" fmla="*/ 31467139 h 21600"/>
              <a:gd name="GluePoint7X" fmla="*/ 123995472 w 21600"/>
              <a:gd name="GluePoint7Y" fmla="*/ 35474208 h 21600"/>
              <a:gd name="GluePoint8X" fmla="*/ 127025366 w 21600"/>
              <a:gd name="GluePoint8Y" fmla="*/ 44457861 h 21600"/>
              <a:gd name="GluePoint9X" fmla="*/ 110713386 w 21600"/>
              <a:gd name="GluePoint9Y" fmla="*/ 61174865 h 21600"/>
              <a:gd name="GluePoint10X" fmla="*/ 110468880 w 21600"/>
              <a:gd name="GluePoint10Y" fmla="*/ 61174865 h 21600"/>
              <a:gd name="GluePoint11X" fmla="*/ 98313922 w 21600"/>
              <a:gd name="GluePoint11Y" fmla="*/ 47600459 h 21600"/>
              <a:gd name="GluePoint12X" fmla="*/ 114635493 w 21600"/>
              <a:gd name="GluePoint12Y" fmla="*/ 31467139 h 21600"/>
              <a:gd name="GluePoint13X" fmla="*/ 126940404 w 21600"/>
              <a:gd name="GluePoint13Y" fmla="*/ 145359493 h 21600"/>
              <a:gd name="GluePoint14X" fmla="*/ 88530768 w 21600"/>
              <a:gd name="GluePoint14Y" fmla="*/ 170222348 h 21600"/>
              <a:gd name="GluePoint15X" fmla="*/ 88493531 w 21600"/>
              <a:gd name="GluePoint15Y" fmla="*/ 170222348 h 21600"/>
              <a:gd name="GluePoint16X" fmla="*/ 82199707 w 21600"/>
              <a:gd name="GluePoint16Y" fmla="*/ 167786627 h 21600"/>
              <a:gd name="GluePoint17X" fmla="*/ 79613070 w 21600"/>
              <a:gd name="GluePoint17Y" fmla="*/ 159065621 h 21600"/>
              <a:gd name="GluePoint18X" fmla="*/ 81278007 w 21600"/>
              <a:gd name="GluePoint18Y" fmla="*/ 144484543 h 21600"/>
              <a:gd name="GluePoint19X" fmla="*/ 91466097 w 21600"/>
              <a:gd name="GluePoint19Y" fmla="*/ 100572057 h 21600"/>
              <a:gd name="GluePoint20X" fmla="*/ 92246581 w 21600"/>
              <a:gd name="GluePoint20Y" fmla="*/ 95511378 h 21600"/>
              <a:gd name="GluePoint21X" fmla="*/ 78907168 w 21600"/>
              <a:gd name="GluePoint21Y" fmla="*/ 104805501 h 21600"/>
              <a:gd name="GluePoint22X" fmla="*/ 77552700 w 21600"/>
              <a:gd name="GluePoint22Y" fmla="*/ 105812261 h 21600"/>
              <a:gd name="GluePoint23X" fmla="*/ 73582877 w 21600"/>
              <a:gd name="GluePoint23Y" fmla="*/ 95040488 h 21600"/>
              <a:gd name="GluePoint24X" fmla="*/ 74363263 w 21600"/>
              <a:gd name="GluePoint24Y" fmla="*/ 94316454 h 21600"/>
              <a:gd name="GluePoint25X" fmla="*/ 113855108 w 21600"/>
              <a:gd name="GluePoint25Y" fmla="*/ 70318947 h 21600"/>
              <a:gd name="GluePoint26X" fmla="*/ 119132559 w 21600"/>
              <a:gd name="GluePoint26Y" fmla="*/ 73301115 h 21600"/>
              <a:gd name="GluePoint27X" fmla="*/ 120646580 w 21600"/>
              <a:gd name="GluePoint27Y" fmla="*/ 80403058 h 21600"/>
              <a:gd name="GluePoint28X" fmla="*/ 119142063 w 21600"/>
              <a:gd name="GluePoint28Y" fmla="*/ 94316454 h 21600"/>
              <a:gd name="GluePoint29X" fmla="*/ 107956726 w 21600"/>
              <a:gd name="GluePoint29Y" fmla="*/ 139837428 h 21600"/>
              <a:gd name="GluePoint30X" fmla="*/ 107213587 w 21600"/>
              <a:gd name="GluePoint30Y" fmla="*/ 144635460 h 21600"/>
              <a:gd name="GluePoint31X" fmla="*/ 107345388 w 21600"/>
              <a:gd name="GluePoint31Y" fmla="*/ 145754925 h 21600"/>
              <a:gd name="GluePoint32X" fmla="*/ 121616104 w 21600"/>
              <a:gd name="GluePoint32Y" fmla="*/ 135434936 h 21600"/>
              <a:gd name="GluePoint33X" fmla="*/ 122829168 w 21600"/>
              <a:gd name="GluePoint33Y" fmla="*/ 134324975 h 21600"/>
              <a:gd name="GluePoint34X" fmla="*/ 127072214 w 21600"/>
              <a:gd name="GluePoint34Y" fmla="*/ 143638203 h 21600"/>
              <a:gd name="GluePoint35X" fmla="*/ 127664437 w 21600"/>
              <a:gd name="GluePoint35Y" fmla="*/ 144550400 h 21600"/>
              <a:gd name="GluePoint36X" fmla="*/ 126940404 w 21600"/>
              <a:gd name="GluePoint36Y" fmla="*/ 145359493 h 21600"/>
              <a:gd name="GluePoint37X" fmla="*/ 126940404 w 21600"/>
              <a:gd name="GluePoint37Y" fmla="*/ 14535949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2186" y="3345"/>
                </a:moveTo>
                <a:cubicBezTo>
                  <a:pt x="12618" y="3344"/>
                  <a:pt x="12961" y="3510"/>
                  <a:pt x="13181" y="3771"/>
                </a:cubicBezTo>
                <a:cubicBezTo>
                  <a:pt x="13402" y="4031"/>
                  <a:pt x="13503" y="4374"/>
                  <a:pt x="13503" y="4726"/>
                </a:cubicBezTo>
                <a:cubicBezTo>
                  <a:pt x="13503" y="5637"/>
                  <a:pt x="12779" y="6500"/>
                  <a:pt x="11769" y="6503"/>
                </a:cubicBezTo>
                <a:cubicBezTo>
                  <a:pt x="11760" y="6503"/>
                  <a:pt x="11751" y="6503"/>
                  <a:pt x="11743" y="6503"/>
                </a:cubicBezTo>
                <a:cubicBezTo>
                  <a:pt x="10951" y="6503"/>
                  <a:pt x="10456" y="5915"/>
                  <a:pt x="10451" y="5060"/>
                </a:cubicBezTo>
                <a:cubicBezTo>
                  <a:pt x="10452" y="4322"/>
                  <a:pt x="11045" y="3350"/>
                  <a:pt x="12186" y="3345"/>
                </a:cubicBezTo>
                <a:close/>
                <a:moveTo>
                  <a:pt x="13494" y="15452"/>
                </a:moveTo>
                <a:cubicBezTo>
                  <a:pt x="11983" y="17102"/>
                  <a:pt x="10120" y="18086"/>
                  <a:pt x="9411" y="18095"/>
                </a:cubicBezTo>
                <a:cubicBezTo>
                  <a:pt x="9410" y="18095"/>
                  <a:pt x="9408" y="18095"/>
                  <a:pt x="9407" y="18095"/>
                </a:cubicBezTo>
                <a:cubicBezTo>
                  <a:pt x="9167" y="18095"/>
                  <a:pt x="8918" y="18032"/>
                  <a:pt x="8738" y="17836"/>
                </a:cubicBezTo>
                <a:cubicBezTo>
                  <a:pt x="8556" y="17639"/>
                  <a:pt x="8463" y="17338"/>
                  <a:pt x="8463" y="16909"/>
                </a:cubicBezTo>
                <a:cubicBezTo>
                  <a:pt x="8463" y="16580"/>
                  <a:pt x="8517" y="15872"/>
                  <a:pt x="8640" y="15359"/>
                </a:cubicBezTo>
                <a:lnTo>
                  <a:pt x="9723" y="10691"/>
                </a:lnTo>
                <a:cubicBezTo>
                  <a:pt x="9776" y="10430"/>
                  <a:pt x="9805" y="10247"/>
                  <a:pt x="9806" y="10153"/>
                </a:cubicBezTo>
                <a:cubicBezTo>
                  <a:pt x="9619" y="10221"/>
                  <a:pt x="8795" y="10824"/>
                  <a:pt x="8388" y="11141"/>
                </a:cubicBezTo>
                <a:lnTo>
                  <a:pt x="8244" y="11248"/>
                </a:lnTo>
                <a:lnTo>
                  <a:pt x="7822" y="10103"/>
                </a:lnTo>
                <a:lnTo>
                  <a:pt x="7905" y="10026"/>
                </a:lnTo>
                <a:cubicBezTo>
                  <a:pt x="9430" y="8615"/>
                  <a:pt x="11262" y="7485"/>
                  <a:pt x="12103" y="7475"/>
                </a:cubicBezTo>
                <a:cubicBezTo>
                  <a:pt x="12343" y="7471"/>
                  <a:pt x="12552" y="7594"/>
                  <a:pt x="12664" y="7792"/>
                </a:cubicBezTo>
                <a:cubicBezTo>
                  <a:pt x="12780" y="7987"/>
                  <a:pt x="12825" y="8241"/>
                  <a:pt x="12825" y="8547"/>
                </a:cubicBezTo>
                <a:cubicBezTo>
                  <a:pt x="12825" y="8880"/>
                  <a:pt x="12769" y="9575"/>
                  <a:pt x="12665" y="10026"/>
                </a:cubicBezTo>
                <a:lnTo>
                  <a:pt x="11476" y="14865"/>
                </a:lnTo>
                <a:cubicBezTo>
                  <a:pt x="11420" y="15097"/>
                  <a:pt x="11397" y="15267"/>
                  <a:pt x="11397" y="15375"/>
                </a:cubicBezTo>
                <a:cubicBezTo>
                  <a:pt x="11396" y="15435"/>
                  <a:pt x="11405" y="15475"/>
                  <a:pt x="11411" y="15494"/>
                </a:cubicBezTo>
                <a:cubicBezTo>
                  <a:pt x="11537" y="15478"/>
                  <a:pt x="12381" y="14900"/>
                  <a:pt x="12928" y="14397"/>
                </a:cubicBezTo>
                <a:lnTo>
                  <a:pt x="13057" y="14279"/>
                </a:lnTo>
                <a:lnTo>
                  <a:pt x="13508" y="15269"/>
                </a:lnTo>
                <a:lnTo>
                  <a:pt x="13571" y="15366"/>
                </a:lnTo>
                <a:lnTo>
                  <a:pt x="13494" y="15452"/>
                </a:lnTo>
                <a:close/>
                <a:moveTo>
                  <a:pt x="13494" y="15452"/>
                </a:moveTo>
              </a:path>
            </a:pathLst>
          </a:custGeom>
          <a:solidFill>
            <a:srgbClr val="3099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439" name="Group 40"/>
          <p:cNvGrpSpPr/>
          <p:nvPr/>
        </p:nvGrpSpPr>
        <p:grpSpPr>
          <a:xfrm>
            <a:off x="194040" y="1923120"/>
            <a:ext cx="3508560" cy="609120"/>
            <a:chOff x="194040" y="1923120"/>
            <a:chExt cx="3508560" cy="609120"/>
          </a:xfrm>
        </p:grpSpPr>
        <p:sp>
          <p:nvSpPr>
            <p:cNvPr id="440" name="Text Placeholder 2"/>
            <p:cNvSpPr/>
            <p:nvPr/>
          </p:nvSpPr>
          <p:spPr>
            <a:xfrm>
              <a:off x="194040" y="1923120"/>
              <a:ext cx="350856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00000"/>
                </a:lnSpc>
                <a:spcBef>
                  <a:spcPts val="400"/>
                </a:spcBef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{{content_points[0]}}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Text Placeholder 8"/>
            <p:cNvSpPr/>
            <p:nvPr/>
          </p:nvSpPr>
          <p:spPr>
            <a:xfrm>
              <a:off x="194040" y="2240640"/>
              <a:ext cx="278424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  <a:spcBef>
                  <a:spcPts val="221"/>
                </a:spcBef>
                <a:tabLst>
                  <a:tab algn="l" pos="0"/>
                </a:tabLst>
              </a:pPr>
              <a:r>
                <a:rPr b="0" lang="en-US" sz="11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{{detailed_content[0]}}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2" name="Group 43"/>
          <p:cNvGrpSpPr/>
          <p:nvPr/>
        </p:nvGrpSpPr>
        <p:grpSpPr>
          <a:xfrm>
            <a:off x="194040" y="4573080"/>
            <a:ext cx="3279240" cy="609120"/>
            <a:chOff x="194040" y="4573080"/>
            <a:chExt cx="3279240" cy="609120"/>
          </a:xfrm>
        </p:grpSpPr>
        <p:sp>
          <p:nvSpPr>
            <p:cNvPr id="443" name="Text Placeholder 2"/>
            <p:cNvSpPr/>
            <p:nvPr/>
          </p:nvSpPr>
          <p:spPr>
            <a:xfrm>
              <a:off x="194040" y="4573080"/>
              <a:ext cx="32792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00000"/>
                </a:lnSpc>
                <a:spcBef>
                  <a:spcPts val="400"/>
                </a:spcBef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{{content_points[2]}}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Text Placeholder 8"/>
            <p:cNvSpPr/>
            <p:nvPr/>
          </p:nvSpPr>
          <p:spPr>
            <a:xfrm>
              <a:off x="194040" y="4890600"/>
              <a:ext cx="278424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defTabSz="457200">
                <a:lnSpc>
                  <a:spcPct val="120000"/>
                </a:lnSpc>
                <a:spcBef>
                  <a:spcPts val="221"/>
                </a:spcBef>
                <a:tabLst>
                  <a:tab algn="l" pos="0"/>
                </a:tabLst>
              </a:pPr>
              <a:r>
                <a:rPr b="0" lang="en-US" sz="11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{{detailed_content[2]}}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5" name="Group 46"/>
          <p:cNvGrpSpPr/>
          <p:nvPr/>
        </p:nvGrpSpPr>
        <p:grpSpPr>
          <a:xfrm>
            <a:off x="8594640" y="1923120"/>
            <a:ext cx="3402720" cy="609120"/>
            <a:chOff x="8594640" y="1923120"/>
            <a:chExt cx="3402720" cy="609120"/>
          </a:xfrm>
        </p:grpSpPr>
        <p:sp>
          <p:nvSpPr>
            <p:cNvPr id="446" name="Text Placeholder 2"/>
            <p:cNvSpPr/>
            <p:nvPr/>
          </p:nvSpPr>
          <p:spPr>
            <a:xfrm>
              <a:off x="8594640" y="1923120"/>
              <a:ext cx="340272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algn="r" defTabSz="457200">
                <a:lnSpc>
                  <a:spcPct val="100000"/>
                </a:lnSpc>
                <a:spcBef>
                  <a:spcPts val="400"/>
                </a:spcBef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{{content_points[1]}}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Text Placeholder 8"/>
            <p:cNvSpPr/>
            <p:nvPr/>
          </p:nvSpPr>
          <p:spPr>
            <a:xfrm>
              <a:off x="9213120" y="2240640"/>
              <a:ext cx="278424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algn="r" defTabSz="457200">
                <a:lnSpc>
                  <a:spcPct val="120000"/>
                </a:lnSpc>
                <a:spcBef>
                  <a:spcPts val="221"/>
                </a:spcBef>
                <a:tabLst>
                  <a:tab algn="l" pos="0"/>
                </a:tabLst>
              </a:pPr>
              <a:r>
                <a:rPr b="0" lang="en-US" sz="11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{{detailed_content[1]}}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8" name="Group 49"/>
          <p:cNvGrpSpPr/>
          <p:nvPr/>
        </p:nvGrpSpPr>
        <p:grpSpPr>
          <a:xfrm>
            <a:off x="8743320" y="4573080"/>
            <a:ext cx="3254040" cy="618480"/>
            <a:chOff x="8743320" y="4573080"/>
            <a:chExt cx="3254040" cy="618480"/>
          </a:xfrm>
        </p:grpSpPr>
        <p:sp>
          <p:nvSpPr>
            <p:cNvPr id="449" name="Text Placeholder 2"/>
            <p:cNvSpPr/>
            <p:nvPr/>
          </p:nvSpPr>
          <p:spPr>
            <a:xfrm>
              <a:off x="8743320" y="4573080"/>
              <a:ext cx="3254040" cy="39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algn="r" defTabSz="457200">
                <a:lnSpc>
                  <a:spcPct val="100000"/>
                </a:lnSpc>
                <a:spcBef>
                  <a:spcPts val="400"/>
                </a:spcBef>
                <a:tabLst>
                  <a:tab algn="l" pos="0"/>
                </a:tabLst>
              </a:pPr>
              <a:r>
                <a:rPr b="0" lang="en-US" sz="20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{{content_points[3]}}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Text Placeholder 8"/>
            <p:cNvSpPr/>
            <p:nvPr/>
          </p:nvSpPr>
          <p:spPr>
            <a:xfrm>
              <a:off x="9213120" y="4899960"/>
              <a:ext cx="2784240" cy="291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b">
              <a:spAutoFit/>
            </a:bodyPr>
            <a:p>
              <a:pPr algn="r" defTabSz="457200">
                <a:lnSpc>
                  <a:spcPct val="120000"/>
                </a:lnSpc>
                <a:spcBef>
                  <a:spcPts val="221"/>
                </a:spcBef>
                <a:tabLst>
                  <a:tab algn="l" pos="0"/>
                </a:tabLst>
              </a:pPr>
              <a:r>
                <a:rPr b="0" lang="en-US" sz="11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{{detailed_content[3]}}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1" name="组合 2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452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53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454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455" name="组合 6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456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57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58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59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0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1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2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3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4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5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6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7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8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69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0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1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2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3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4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5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6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7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8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79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80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81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82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83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84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85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486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487" name="文本框 38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文本框 122"/>
          <p:cNvSpPr/>
          <p:nvPr/>
        </p:nvSpPr>
        <p:spPr>
          <a:xfrm>
            <a:off x="1068840" y="1053000"/>
            <a:ext cx="929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Chevron 4"/>
          <p:cNvSpPr/>
          <p:nvPr/>
        </p:nvSpPr>
        <p:spPr>
          <a:xfrm>
            <a:off x="1412640" y="2019600"/>
            <a:ext cx="2691360" cy="1457640"/>
          </a:xfrm>
          <a:prstGeom prst="chevron">
            <a:avLst>
              <a:gd name="adj" fmla="val 41715"/>
            </a:avLst>
          </a:pr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490" name="AutoShape 611"/>
          <p:cNvSpPr/>
          <p:nvPr/>
        </p:nvSpPr>
        <p:spPr>
          <a:xfrm>
            <a:off x="2647800" y="2598840"/>
            <a:ext cx="326880" cy="387000"/>
          </a:xfrm>
          <a:custGeom>
            <a:avLst/>
            <a:gdLst>
              <a:gd name="textAreaLeft" fmla="*/ 0 w 326880"/>
              <a:gd name="textAreaRight" fmla="*/ 327240 w 326880"/>
              <a:gd name="textAreaTop" fmla="*/ 0 h 387000"/>
              <a:gd name="textAreaBottom" fmla="*/ 387360 h 387000"/>
              <a:gd name="GluePoint1X" fmla="*/ 106442013 w 21600"/>
              <a:gd name="GluePoint1Y" fmla="*/ 55074414 h 21600"/>
              <a:gd name="GluePoint2X" fmla="*/ 106382626 w 21600"/>
              <a:gd name="GluePoint2Y" fmla="*/ 212933 h 21600"/>
              <a:gd name="GluePoint3X" fmla="*/ 73430397 w 21600"/>
              <a:gd name="GluePoint3Y" fmla="*/ 155346 h 21600"/>
              <a:gd name="GluePoint4X" fmla="*/ 84360214 w 21600"/>
              <a:gd name="GluePoint4Y" fmla="*/ 18345077 h 21600"/>
              <a:gd name="GluePoint5X" fmla="*/ 53132484 w 21600"/>
              <a:gd name="GluePoint5Y" fmla="*/ 70298741 h 21600"/>
              <a:gd name="GluePoint6X" fmla="*/ 21943579 w 21600"/>
              <a:gd name="GluePoint6Y" fmla="*/ 18413499 h 21600"/>
              <a:gd name="GluePoint7X" fmla="*/ 33011616 w 21600"/>
              <a:gd name="GluePoint7Y" fmla="*/ 0 h 21600"/>
              <a:gd name="GluePoint8X" fmla="*/ 34678 w 21600"/>
              <a:gd name="GluePoint8Y" fmla="*/ 96669 h 21600"/>
              <a:gd name="GluePoint9X" fmla="*/ 0 w 21600"/>
              <a:gd name="GluePoint9Y" fmla="*/ 54919067 h 21600"/>
              <a:gd name="GluePoint10X" fmla="*/ 10929742 w 21600"/>
              <a:gd name="GluePoint10Y" fmla="*/ 36729237 h 21600"/>
              <a:gd name="GluePoint11X" fmla="*/ 45612302 w 21600"/>
              <a:gd name="GluePoint11Y" fmla="*/ 94420261 h 21600"/>
              <a:gd name="GluePoint12X" fmla="*/ 45612302 w 21600"/>
              <a:gd name="GluePoint12Y" fmla="*/ 170368565 h 21600"/>
              <a:gd name="GluePoint13X" fmla="*/ 29863196 w 21600"/>
              <a:gd name="GluePoint13Y" fmla="*/ 170368565 h 21600"/>
              <a:gd name="GluePoint14X" fmla="*/ 53363654 w 21600"/>
              <a:gd name="GluePoint14Y" fmla="*/ 209326746 h 21600"/>
              <a:gd name="GluePoint15X" fmla="*/ 76825278 w 21600"/>
              <a:gd name="GluePoint15Y" fmla="*/ 170368565 h 21600"/>
              <a:gd name="GluePoint16X" fmla="*/ 61277934 w 21600"/>
              <a:gd name="GluePoint16Y" fmla="*/ 170368565 h 21600"/>
              <a:gd name="GluePoint17X" fmla="*/ 61277934 w 21600"/>
              <a:gd name="GluePoint17Y" fmla="*/ 93431896 h 21600"/>
              <a:gd name="GluePoint18X" fmla="*/ 95374051 w 21600"/>
              <a:gd name="GluePoint18Y" fmla="*/ 36660915 h 21600"/>
              <a:gd name="GluePoint19X" fmla="*/ 106442013 w 21600"/>
              <a:gd name="GluePoint19Y" fmla="*/ 55074414 h 21600"/>
              <a:gd name="GluePoint20X" fmla="*/ 106442013 w 21600"/>
              <a:gd name="GluePoint20Y" fmla="*/ 55074414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</a:cxnLst>
            <a:rect l="textAreaLeft" t="textAreaTop" r="textAreaRight" b="textAreaBottom"/>
            <a:pathLst>
              <a:path w="21600" h="21600">
                <a:moveTo>
                  <a:pt x="21600" y="5683"/>
                </a:moveTo>
                <a:lnTo>
                  <a:pt x="21588" y="22"/>
                </a:lnTo>
                <a:lnTo>
                  <a:pt x="14901" y="16"/>
                </a:lnTo>
                <a:lnTo>
                  <a:pt x="17119" y="1893"/>
                </a:lnTo>
                <a:lnTo>
                  <a:pt x="10782" y="7254"/>
                </a:lnTo>
                <a:lnTo>
                  <a:pt x="4453" y="1900"/>
                </a:lnTo>
                <a:lnTo>
                  <a:pt x="6699" y="0"/>
                </a:lnTo>
                <a:lnTo>
                  <a:pt x="7" y="10"/>
                </a:lnTo>
                <a:lnTo>
                  <a:pt x="0" y="5667"/>
                </a:lnTo>
                <a:lnTo>
                  <a:pt x="2218" y="3790"/>
                </a:lnTo>
                <a:lnTo>
                  <a:pt x="9256" y="9743"/>
                </a:lnTo>
                <a:lnTo>
                  <a:pt x="9256" y="17580"/>
                </a:lnTo>
                <a:lnTo>
                  <a:pt x="6060" y="17580"/>
                </a:lnTo>
                <a:lnTo>
                  <a:pt x="10829" y="21600"/>
                </a:lnTo>
                <a:lnTo>
                  <a:pt x="15590" y="17580"/>
                </a:lnTo>
                <a:lnTo>
                  <a:pt x="12435" y="17580"/>
                </a:lnTo>
                <a:lnTo>
                  <a:pt x="12435" y="9641"/>
                </a:lnTo>
                <a:lnTo>
                  <a:pt x="19354" y="3783"/>
                </a:lnTo>
                <a:lnTo>
                  <a:pt x="21600" y="5683"/>
                </a:lnTo>
                <a:close/>
                <a:moveTo>
                  <a:pt x="21600" y="5683"/>
                </a:moveTo>
              </a:path>
            </a:pathLst>
          </a:custGeom>
          <a:solidFill>
            <a:srgbClr val="3099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sp>
        <p:nvSpPr>
          <p:cNvPr id="491" name="TextBox 7"/>
          <p:cNvSpPr/>
          <p:nvPr/>
        </p:nvSpPr>
        <p:spPr>
          <a:xfrm>
            <a:off x="1143000" y="4442040"/>
            <a:ext cx="223308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40000"/>
              </a:lnSpc>
            </a:pPr>
            <a:r>
              <a:rPr b="0" lang="en-US" sz="11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{{detailed_content[0]}}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Box 8"/>
          <p:cNvSpPr/>
          <p:nvPr/>
        </p:nvSpPr>
        <p:spPr>
          <a:xfrm>
            <a:off x="1143000" y="3675240"/>
            <a:ext cx="223308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4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{{content_points[0]}}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Chevron 10"/>
          <p:cNvSpPr/>
          <p:nvPr/>
        </p:nvSpPr>
        <p:spPr>
          <a:xfrm>
            <a:off x="3615120" y="2019600"/>
            <a:ext cx="2691360" cy="1457640"/>
          </a:xfrm>
          <a:prstGeom prst="chevron">
            <a:avLst>
              <a:gd name="adj" fmla="val 41715"/>
            </a:avLst>
          </a:pr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494" name="Group 500"/>
          <p:cNvGrpSpPr/>
          <p:nvPr/>
        </p:nvGrpSpPr>
        <p:grpSpPr>
          <a:xfrm>
            <a:off x="4900320" y="2599200"/>
            <a:ext cx="332640" cy="384120"/>
            <a:chOff x="4900320" y="2599200"/>
            <a:chExt cx="332640" cy="384120"/>
          </a:xfrm>
        </p:grpSpPr>
        <p:sp>
          <p:nvSpPr>
            <p:cNvPr id="495" name="AutoShape 497"/>
            <p:cNvSpPr/>
            <p:nvPr/>
          </p:nvSpPr>
          <p:spPr>
            <a:xfrm>
              <a:off x="4900320" y="2599200"/>
              <a:ext cx="332640" cy="384120"/>
            </a:xfrm>
            <a:custGeom>
              <a:avLst/>
              <a:gdLst>
                <a:gd name="textAreaLeft" fmla="*/ 0 w 332640"/>
                <a:gd name="textAreaRight" fmla="*/ 333000 w 332640"/>
                <a:gd name="textAreaTop" fmla="*/ 0 h 384120"/>
                <a:gd name="textAreaBottom" fmla="*/ 384480 h 3841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  <a:gd name="GluePoint27X" fmla="*/ 0 w 21600"/>
                <a:gd name="GluePoint27Y" fmla="*/ 0 h 21600"/>
                <a:gd name="GluePoint28X" fmla="*/ 0 w 21600"/>
                <a:gd name="GluePoint28Y" fmla="*/ 0 h 21600"/>
                <a:gd name="GluePoint29X" fmla="*/ 0 w 21600"/>
                <a:gd name="GluePoint29Y" fmla="*/ 0 h 21600"/>
                <a:gd name="GluePoint30X" fmla="*/ 0 w 21600"/>
                <a:gd name="GluePoint30Y" fmla="*/ 0 h 21600"/>
                <a:gd name="GluePoint31X" fmla="*/ 0 w 21600"/>
                <a:gd name="GluePoint31Y" fmla="*/ 0 h 21600"/>
                <a:gd name="GluePoint32X" fmla="*/ 0 w 21600"/>
                <a:gd name="GluePoint32Y" fmla="*/ 0 h 21600"/>
                <a:gd name="GluePoint33X" fmla="*/ 0 w 21600"/>
                <a:gd name="GluePoint33Y" fmla="*/ 0 h 21600"/>
                <a:gd name="GluePoint34X" fmla="*/ 0 w 21600"/>
                <a:gd name="GluePoint34Y" fmla="*/ 0 h 21600"/>
                <a:gd name="GluePoint35X" fmla="*/ 0 w 21600"/>
                <a:gd name="GluePoint35Y" fmla="*/ 0 h 21600"/>
                <a:gd name="GluePoint36X" fmla="*/ 0 w 21600"/>
                <a:gd name="GluePoint36Y" fmla="*/ 0 h 21600"/>
                <a:gd name="GluePoint37X" fmla="*/ 0 w 21600"/>
                <a:gd name="GluePoint37Y" fmla="*/ 0 h 21600"/>
                <a:gd name="GluePoint38X" fmla="*/ 0 w 21600"/>
                <a:gd name="GluePoint38Y" fmla="*/ 0 h 21600"/>
                <a:gd name="GluePoint39X" fmla="*/ 0 w 21600"/>
                <a:gd name="GluePoint39Y" fmla="*/ 0 h 21600"/>
                <a:gd name="GluePoint40X" fmla="*/ 0 w 21600"/>
                <a:gd name="GluePoint40Y" fmla="*/ 0 h 21600"/>
                <a:gd name="GluePoint41X" fmla="*/ 0 w 21600"/>
                <a:gd name="GluePoint41Y" fmla="*/ 0 h 21600"/>
                <a:gd name="GluePoint42X" fmla="*/ 0 w 21600"/>
                <a:gd name="GluePoint42Y" fmla="*/ 0 h 21600"/>
                <a:gd name="GluePoint43X" fmla="*/ 0 w 21600"/>
                <a:gd name="GluePoint43Y" fmla="*/ 0 h 21600"/>
                <a:gd name="GluePoint44X" fmla="*/ 0 w 21600"/>
                <a:gd name="GluePoint44Y" fmla="*/ 0 h 21600"/>
                <a:gd name="GluePoint45X" fmla="*/ 0 w 21600"/>
                <a:gd name="GluePoint45Y" fmla="*/ 0 h 21600"/>
                <a:gd name="GluePoint46X" fmla="*/ 0 w 21600"/>
                <a:gd name="GluePoint46Y" fmla="*/ 0 h 21600"/>
                <a:gd name="GluePoint47X" fmla="*/ 0 w 21600"/>
                <a:gd name="GluePoint47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9055" y="2989"/>
                  </a:moveTo>
                  <a:lnTo>
                    <a:pt x="19055" y="1827"/>
                  </a:lnTo>
                  <a:cubicBezTo>
                    <a:pt x="19055" y="683"/>
                    <a:pt x="18218" y="0"/>
                    <a:pt x="16814" y="0"/>
                  </a:cubicBezTo>
                  <a:cubicBezTo>
                    <a:pt x="15411" y="0"/>
                    <a:pt x="14573" y="683"/>
                    <a:pt x="14573" y="1827"/>
                  </a:cubicBezTo>
                  <a:lnTo>
                    <a:pt x="14573" y="2989"/>
                  </a:lnTo>
                  <a:lnTo>
                    <a:pt x="13055" y="2989"/>
                  </a:lnTo>
                  <a:lnTo>
                    <a:pt x="13055" y="1827"/>
                  </a:lnTo>
                  <a:cubicBezTo>
                    <a:pt x="13055" y="683"/>
                    <a:pt x="12217" y="0"/>
                    <a:pt x="10814" y="0"/>
                  </a:cubicBezTo>
                  <a:cubicBezTo>
                    <a:pt x="9411" y="0"/>
                    <a:pt x="8573" y="683"/>
                    <a:pt x="8573" y="1827"/>
                  </a:cubicBezTo>
                  <a:lnTo>
                    <a:pt x="8573" y="2989"/>
                  </a:lnTo>
                  <a:lnTo>
                    <a:pt x="7055" y="2989"/>
                  </a:lnTo>
                  <a:lnTo>
                    <a:pt x="7055" y="1827"/>
                  </a:lnTo>
                  <a:cubicBezTo>
                    <a:pt x="7055" y="683"/>
                    <a:pt x="6217" y="0"/>
                    <a:pt x="4814" y="0"/>
                  </a:cubicBezTo>
                  <a:cubicBezTo>
                    <a:pt x="3411" y="0"/>
                    <a:pt x="2573" y="683"/>
                    <a:pt x="2573" y="1827"/>
                  </a:cubicBezTo>
                  <a:lnTo>
                    <a:pt x="2573" y="2989"/>
                  </a:lnTo>
                  <a:lnTo>
                    <a:pt x="0" y="298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2989"/>
                  </a:lnTo>
                  <a:lnTo>
                    <a:pt x="19055" y="2989"/>
                  </a:lnTo>
                  <a:close/>
                  <a:moveTo>
                    <a:pt x="15774" y="1827"/>
                  </a:moveTo>
                  <a:cubicBezTo>
                    <a:pt x="15774" y="1263"/>
                    <a:pt x="16074" y="1034"/>
                    <a:pt x="16814" y="1034"/>
                  </a:cubicBezTo>
                  <a:cubicBezTo>
                    <a:pt x="17555" y="1034"/>
                    <a:pt x="17855" y="1263"/>
                    <a:pt x="17855" y="1827"/>
                  </a:cubicBezTo>
                  <a:lnTo>
                    <a:pt x="17855" y="4935"/>
                  </a:lnTo>
                  <a:cubicBezTo>
                    <a:pt x="17855" y="5499"/>
                    <a:pt x="17555" y="5728"/>
                    <a:pt x="16814" y="5728"/>
                  </a:cubicBezTo>
                  <a:cubicBezTo>
                    <a:pt x="16074" y="5728"/>
                    <a:pt x="15774" y="5499"/>
                    <a:pt x="15774" y="4935"/>
                  </a:cubicBezTo>
                  <a:lnTo>
                    <a:pt x="15774" y="1827"/>
                  </a:lnTo>
                  <a:close/>
                  <a:moveTo>
                    <a:pt x="9773" y="1827"/>
                  </a:moveTo>
                  <a:cubicBezTo>
                    <a:pt x="9773" y="1263"/>
                    <a:pt x="10073" y="1034"/>
                    <a:pt x="10814" y="1034"/>
                  </a:cubicBezTo>
                  <a:cubicBezTo>
                    <a:pt x="11555" y="1034"/>
                    <a:pt x="11855" y="1263"/>
                    <a:pt x="11855" y="1827"/>
                  </a:cubicBezTo>
                  <a:lnTo>
                    <a:pt x="11855" y="4935"/>
                  </a:lnTo>
                  <a:cubicBezTo>
                    <a:pt x="11855" y="5499"/>
                    <a:pt x="11555" y="5728"/>
                    <a:pt x="10814" y="5728"/>
                  </a:cubicBezTo>
                  <a:cubicBezTo>
                    <a:pt x="10073" y="5728"/>
                    <a:pt x="9773" y="5499"/>
                    <a:pt x="9773" y="4935"/>
                  </a:cubicBezTo>
                  <a:lnTo>
                    <a:pt x="9773" y="1827"/>
                  </a:lnTo>
                  <a:close/>
                  <a:moveTo>
                    <a:pt x="3773" y="1827"/>
                  </a:moveTo>
                  <a:cubicBezTo>
                    <a:pt x="3773" y="1263"/>
                    <a:pt x="4073" y="1034"/>
                    <a:pt x="4814" y="1034"/>
                  </a:cubicBezTo>
                  <a:cubicBezTo>
                    <a:pt x="5555" y="1034"/>
                    <a:pt x="5855" y="1263"/>
                    <a:pt x="5855" y="1827"/>
                  </a:cubicBezTo>
                  <a:lnTo>
                    <a:pt x="5855" y="4935"/>
                  </a:lnTo>
                  <a:cubicBezTo>
                    <a:pt x="5855" y="5499"/>
                    <a:pt x="5555" y="5728"/>
                    <a:pt x="4814" y="5728"/>
                  </a:cubicBezTo>
                  <a:cubicBezTo>
                    <a:pt x="4073" y="5728"/>
                    <a:pt x="3773" y="5499"/>
                    <a:pt x="3773" y="4935"/>
                  </a:cubicBezTo>
                  <a:lnTo>
                    <a:pt x="3773" y="1827"/>
                  </a:lnTo>
                  <a:close/>
                  <a:moveTo>
                    <a:pt x="19801" y="20049"/>
                  </a:moveTo>
                  <a:lnTo>
                    <a:pt x="1801" y="20049"/>
                  </a:lnTo>
                  <a:lnTo>
                    <a:pt x="1801" y="7125"/>
                  </a:lnTo>
                  <a:lnTo>
                    <a:pt x="19801" y="7125"/>
                  </a:lnTo>
                  <a:lnTo>
                    <a:pt x="19801" y="20049"/>
                  </a:lnTo>
                  <a:close/>
                  <a:moveTo>
                    <a:pt x="19801" y="20049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496" name="AutoShape 498"/>
            <p:cNvSpPr/>
            <p:nvPr/>
          </p:nvSpPr>
          <p:spPr>
            <a:xfrm>
              <a:off x="4980960" y="2770920"/>
              <a:ext cx="88560" cy="13644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36440"/>
                <a:gd name="textAreaBottom" fmla="*/ 136800 h 1364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1600" h="21600">
                  <a:moveTo>
                    <a:pt x="21600" y="14934"/>
                  </a:moveTo>
                  <a:cubicBezTo>
                    <a:pt x="21600" y="12166"/>
                    <a:pt x="18713" y="10634"/>
                    <a:pt x="13663" y="9700"/>
                  </a:cubicBezTo>
                  <a:lnTo>
                    <a:pt x="13663" y="9633"/>
                  </a:lnTo>
                  <a:cubicBezTo>
                    <a:pt x="18200" y="8634"/>
                    <a:pt x="20672" y="7033"/>
                    <a:pt x="20672" y="4534"/>
                  </a:cubicBezTo>
                  <a:cubicBezTo>
                    <a:pt x="20672" y="2000"/>
                    <a:pt x="16805" y="0"/>
                    <a:pt x="10156" y="0"/>
                  </a:cubicBezTo>
                  <a:cubicBezTo>
                    <a:pt x="7011" y="0"/>
                    <a:pt x="3710" y="266"/>
                    <a:pt x="927" y="1101"/>
                  </a:cubicBezTo>
                  <a:lnTo>
                    <a:pt x="1699" y="4767"/>
                  </a:lnTo>
                  <a:cubicBezTo>
                    <a:pt x="3814" y="4100"/>
                    <a:pt x="6083" y="3668"/>
                    <a:pt x="8404" y="3668"/>
                  </a:cubicBezTo>
                  <a:cubicBezTo>
                    <a:pt x="12012" y="3668"/>
                    <a:pt x="12992" y="4467"/>
                    <a:pt x="12992" y="5666"/>
                  </a:cubicBezTo>
                  <a:cubicBezTo>
                    <a:pt x="12992" y="7401"/>
                    <a:pt x="10413" y="8168"/>
                    <a:pt x="6032" y="8366"/>
                  </a:cubicBezTo>
                  <a:lnTo>
                    <a:pt x="6032" y="12033"/>
                  </a:lnTo>
                  <a:cubicBezTo>
                    <a:pt x="12373" y="12267"/>
                    <a:pt x="14436" y="13134"/>
                    <a:pt x="14436" y="15233"/>
                  </a:cubicBezTo>
                  <a:cubicBezTo>
                    <a:pt x="14436" y="16767"/>
                    <a:pt x="12168" y="17933"/>
                    <a:pt x="8663" y="17933"/>
                  </a:cubicBezTo>
                  <a:cubicBezTo>
                    <a:pt x="5773" y="17933"/>
                    <a:pt x="3506" y="17667"/>
                    <a:pt x="774" y="17000"/>
                  </a:cubicBezTo>
                  <a:lnTo>
                    <a:pt x="0" y="20667"/>
                  </a:lnTo>
                  <a:cubicBezTo>
                    <a:pt x="2216" y="21234"/>
                    <a:pt x="5154" y="21600"/>
                    <a:pt x="7941" y="21600"/>
                  </a:cubicBezTo>
                  <a:cubicBezTo>
                    <a:pt x="15621" y="21600"/>
                    <a:pt x="21600" y="19299"/>
                    <a:pt x="21600" y="14934"/>
                  </a:cubicBezTo>
                  <a:close/>
                  <a:moveTo>
                    <a:pt x="21600" y="14934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497" name="AutoShape 499"/>
            <p:cNvSpPr/>
            <p:nvPr/>
          </p:nvSpPr>
          <p:spPr>
            <a:xfrm>
              <a:off x="5088600" y="2776320"/>
              <a:ext cx="54000" cy="132480"/>
            </a:xfrm>
            <a:custGeom>
              <a:avLst/>
              <a:gdLst>
                <a:gd name="textAreaLeft" fmla="*/ 0 w 54000"/>
                <a:gd name="textAreaRight" fmla="*/ 54360 w 54000"/>
                <a:gd name="textAreaTop" fmla="*/ 0 h 132480"/>
                <a:gd name="textAreaBottom" fmla="*/ 132840 h 13248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0424" y="5606"/>
                  </a:moveTo>
                  <a:lnTo>
                    <a:pt x="10424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16013" y="0"/>
                  </a:lnTo>
                  <a:lnTo>
                    <a:pt x="0" y="3266"/>
                  </a:lnTo>
                  <a:lnTo>
                    <a:pt x="1250" y="7050"/>
                  </a:lnTo>
                  <a:lnTo>
                    <a:pt x="10424" y="5606"/>
                  </a:lnTo>
                  <a:close/>
                  <a:moveTo>
                    <a:pt x="10424" y="5606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498" name="TextBox 13"/>
          <p:cNvSpPr/>
          <p:nvPr/>
        </p:nvSpPr>
        <p:spPr>
          <a:xfrm>
            <a:off x="3534840" y="4442040"/>
            <a:ext cx="223308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40000"/>
              </a:lnSpc>
            </a:pPr>
            <a:r>
              <a:rPr b="0" lang="en-US" sz="11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{{detailed_content[1]}}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14"/>
          <p:cNvSpPr/>
          <p:nvPr/>
        </p:nvSpPr>
        <p:spPr>
          <a:xfrm>
            <a:off x="3534840" y="3675240"/>
            <a:ext cx="223308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4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{{content_points[1]}}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Chevron 19"/>
          <p:cNvSpPr/>
          <p:nvPr/>
        </p:nvSpPr>
        <p:spPr>
          <a:xfrm>
            <a:off x="5817960" y="2019600"/>
            <a:ext cx="2691360" cy="1457640"/>
          </a:xfrm>
          <a:prstGeom prst="chevron">
            <a:avLst>
              <a:gd name="adj" fmla="val 41715"/>
            </a:avLst>
          </a:pr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501" name="Group 694"/>
          <p:cNvGrpSpPr/>
          <p:nvPr/>
        </p:nvGrpSpPr>
        <p:grpSpPr>
          <a:xfrm>
            <a:off x="7084800" y="2623320"/>
            <a:ext cx="384120" cy="338400"/>
            <a:chOff x="7084800" y="2623320"/>
            <a:chExt cx="384120" cy="338400"/>
          </a:xfrm>
        </p:grpSpPr>
        <p:sp>
          <p:nvSpPr>
            <p:cNvPr id="502" name="AutoShape 692"/>
            <p:cNvSpPr/>
            <p:nvPr/>
          </p:nvSpPr>
          <p:spPr>
            <a:xfrm>
              <a:off x="7084800" y="2768400"/>
              <a:ext cx="384120" cy="193320"/>
            </a:xfrm>
            <a:custGeom>
              <a:avLst/>
              <a:gdLst>
                <a:gd name="textAreaLeft" fmla="*/ 0 w 384120"/>
                <a:gd name="textAreaRight" fmla="*/ 384480 w 384120"/>
                <a:gd name="textAreaTop" fmla="*/ 0 h 193320"/>
                <a:gd name="textAreaBottom" fmla="*/ 193680 h 1933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8900" y="0"/>
                  </a:moveTo>
                  <a:lnTo>
                    <a:pt x="16919" y="0"/>
                  </a:lnTo>
                  <a:lnTo>
                    <a:pt x="16919" y="3000"/>
                  </a:lnTo>
                  <a:lnTo>
                    <a:pt x="18231" y="3000"/>
                  </a:lnTo>
                  <a:lnTo>
                    <a:pt x="20100" y="7159"/>
                  </a:lnTo>
                  <a:lnTo>
                    <a:pt x="20100" y="18600"/>
                  </a:lnTo>
                  <a:lnTo>
                    <a:pt x="1500" y="18600"/>
                  </a:lnTo>
                  <a:lnTo>
                    <a:pt x="1500" y="7159"/>
                  </a:lnTo>
                  <a:lnTo>
                    <a:pt x="3369" y="3000"/>
                  </a:lnTo>
                  <a:lnTo>
                    <a:pt x="4690" y="3000"/>
                  </a:lnTo>
                  <a:lnTo>
                    <a:pt x="4690" y="0"/>
                  </a:lnTo>
                  <a:lnTo>
                    <a:pt x="2700" y="0"/>
                  </a:lnTo>
                  <a:lnTo>
                    <a:pt x="0" y="6010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6010"/>
                  </a:lnTo>
                  <a:lnTo>
                    <a:pt x="18900" y="0"/>
                  </a:lnTo>
                  <a:close/>
                  <a:moveTo>
                    <a:pt x="18900" y="0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03" name="AutoShape 693"/>
            <p:cNvSpPr/>
            <p:nvPr/>
          </p:nvSpPr>
          <p:spPr>
            <a:xfrm>
              <a:off x="7170120" y="2623320"/>
              <a:ext cx="217440" cy="200520"/>
            </a:xfrm>
            <a:custGeom>
              <a:avLst/>
              <a:gdLst>
                <a:gd name="textAreaLeft" fmla="*/ 0 w 217440"/>
                <a:gd name="textAreaRight" fmla="*/ 217800 w 217440"/>
                <a:gd name="textAreaTop" fmla="*/ 0 h 200520"/>
                <a:gd name="textAreaBottom" fmla="*/ 200880 h 2005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18083"/>
                  </a:lnTo>
                  <a:lnTo>
                    <a:pt x="21600" y="15200"/>
                  </a:lnTo>
                  <a:lnTo>
                    <a:pt x="21600" y="0"/>
                  </a:lnTo>
                  <a:lnTo>
                    <a:pt x="6239" y="0"/>
                  </a:lnTo>
                  <a:lnTo>
                    <a:pt x="6239" y="20"/>
                  </a:lnTo>
                  <a:lnTo>
                    <a:pt x="1" y="6796"/>
                  </a:lnTo>
                  <a:lnTo>
                    <a:pt x="1" y="15200"/>
                  </a:lnTo>
                  <a:lnTo>
                    <a:pt x="1" y="18083"/>
                  </a:lnTo>
                  <a:lnTo>
                    <a:pt x="1" y="21600"/>
                  </a:lnTo>
                  <a:lnTo>
                    <a:pt x="0" y="21600"/>
                  </a:lnTo>
                  <a:close/>
                  <a:moveTo>
                    <a:pt x="2483" y="9498"/>
                  </a:moveTo>
                  <a:lnTo>
                    <a:pt x="8722" y="9498"/>
                  </a:lnTo>
                  <a:lnTo>
                    <a:pt x="8722" y="2702"/>
                  </a:lnTo>
                  <a:lnTo>
                    <a:pt x="19116" y="2702"/>
                  </a:lnTo>
                  <a:lnTo>
                    <a:pt x="19116" y="18898"/>
                  </a:lnTo>
                  <a:lnTo>
                    <a:pt x="2482" y="18898"/>
                  </a:lnTo>
                  <a:lnTo>
                    <a:pt x="2482" y="9498"/>
                  </a:lnTo>
                  <a:lnTo>
                    <a:pt x="2483" y="9498"/>
                  </a:lnTo>
                  <a:close/>
                  <a:moveTo>
                    <a:pt x="2483" y="9498"/>
                  </a:moveTo>
                </a:path>
              </a:pathLst>
            </a:custGeom>
            <a:solidFill>
              <a:srgbClr val="3099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504" name="TextBox 22"/>
          <p:cNvSpPr/>
          <p:nvPr/>
        </p:nvSpPr>
        <p:spPr>
          <a:xfrm>
            <a:off x="5926320" y="4442040"/>
            <a:ext cx="223308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40000"/>
              </a:lnSpc>
            </a:pPr>
            <a:r>
              <a:rPr b="0" lang="en-US" sz="11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{{detailed_content[2]}}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23"/>
          <p:cNvSpPr/>
          <p:nvPr/>
        </p:nvSpPr>
        <p:spPr>
          <a:xfrm>
            <a:off x="5926320" y="3675240"/>
            <a:ext cx="223308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4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{{content_points[2]}}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Chevron 27"/>
          <p:cNvSpPr/>
          <p:nvPr/>
        </p:nvSpPr>
        <p:spPr>
          <a:xfrm>
            <a:off x="8020440" y="2019600"/>
            <a:ext cx="2691360" cy="1457640"/>
          </a:xfrm>
          <a:prstGeom prst="chevron">
            <a:avLst>
              <a:gd name="adj" fmla="val 41715"/>
            </a:avLst>
          </a:pr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507" name="AutoShape 478"/>
          <p:cNvSpPr/>
          <p:nvPr/>
        </p:nvSpPr>
        <p:spPr>
          <a:xfrm>
            <a:off x="9264240" y="2617200"/>
            <a:ext cx="329760" cy="387000"/>
          </a:xfrm>
          <a:custGeom>
            <a:avLst/>
            <a:gdLst>
              <a:gd name="textAreaLeft" fmla="*/ 0 w 329760"/>
              <a:gd name="textAreaRight" fmla="*/ 330120 w 329760"/>
              <a:gd name="textAreaTop" fmla="*/ 0 h 387000"/>
              <a:gd name="textAreaBottom" fmla="*/ 387360 h 387000"/>
              <a:gd name="GluePoint1X" fmla="*/ 110186397 w 21600"/>
              <a:gd name="GluePoint1Y" fmla="*/ 9743 h 21600"/>
              <a:gd name="GluePoint2X" fmla="*/ 97377896 w 21600"/>
              <a:gd name="GluePoint2Y" fmla="*/ 5000954 h 21600"/>
              <a:gd name="GluePoint3X" fmla="*/ 33405183 w 21600"/>
              <a:gd name="GluePoint3Y" fmla="*/ 29946194 h 21600"/>
              <a:gd name="GluePoint4X" fmla="*/ 33155233 w 21600"/>
              <a:gd name="GluePoint4Y" fmla="*/ 29946194 h 21600"/>
              <a:gd name="GluePoint5X" fmla="*/ 33155233 w 21600"/>
              <a:gd name="GluePoint5Y" fmla="*/ 152316694 h 21600"/>
              <a:gd name="GluePoint6X" fmla="*/ 22994866 w 21600"/>
              <a:gd name="GluePoint6Y" fmla="*/ 149206645 h 21600"/>
              <a:gd name="GluePoint7X" fmla="*/ 0 w 21600"/>
              <a:gd name="GluePoint7Y" fmla="*/ 179268211 h 21600"/>
              <a:gd name="GluePoint8X" fmla="*/ 22994866 w 21600"/>
              <a:gd name="GluePoint8Y" fmla="*/ 209330669 h 21600"/>
              <a:gd name="GluePoint9X" fmla="*/ 45974020 w 21600"/>
              <a:gd name="GluePoint9Y" fmla="*/ 179752657 h 21600"/>
              <a:gd name="GluePoint10X" fmla="*/ 45999376 w 21600"/>
              <a:gd name="GluePoint10Y" fmla="*/ 179752657 h 21600"/>
              <a:gd name="GluePoint11X" fmla="*/ 45999376 w 21600"/>
              <a:gd name="GluePoint11Y" fmla="*/ 61665262 h 21600"/>
              <a:gd name="GluePoint12X" fmla="*/ 97377896 w 21600"/>
              <a:gd name="GluePoint12Y" fmla="*/ 41662417 h 21600"/>
              <a:gd name="GluePoint13X" fmla="*/ 97377896 w 21600"/>
              <a:gd name="GluePoint13Y" fmla="*/ 115064273 h 21600"/>
              <a:gd name="GluePoint14X" fmla="*/ 87222322 w 21600"/>
              <a:gd name="GluePoint14Y" fmla="*/ 111943598 h 21600"/>
              <a:gd name="GluePoint15X" fmla="*/ 64222595 w 21600"/>
              <a:gd name="GluePoint15Y" fmla="*/ 142014817 h 21600"/>
              <a:gd name="GluePoint16X" fmla="*/ 87222322 w 21600"/>
              <a:gd name="GluePoint16Y" fmla="*/ 172077365 h 21600"/>
              <a:gd name="GluePoint17X" fmla="*/ 110202118 w 21600"/>
              <a:gd name="GluePoint17Y" fmla="*/ 142500345 h 21600"/>
              <a:gd name="GluePoint18X" fmla="*/ 110222614 w 21600"/>
              <a:gd name="GluePoint18Y" fmla="*/ 142500345 h 21600"/>
              <a:gd name="GluePoint19X" fmla="*/ 110222614 w 21600"/>
              <a:gd name="GluePoint19Y" fmla="*/ 20012697 h 21600"/>
              <a:gd name="GluePoint20X" fmla="*/ 110227474 w 21600"/>
              <a:gd name="GluePoint20Y" fmla="*/ 20012697 h 21600"/>
              <a:gd name="GluePoint21X" fmla="*/ 110227474 w 21600"/>
              <a:gd name="GluePoint21Y" fmla="*/ 0 h 21600"/>
              <a:gd name="GluePoint22X" fmla="*/ 110186397 w 21600"/>
              <a:gd name="GluePoint22Y" fmla="*/ 9743 h 21600"/>
              <a:gd name="GluePoint23X" fmla="*/ 110186397 w 21600"/>
              <a:gd name="GluePoint23Y" fmla="*/ 974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21600" h="21600">
                <a:moveTo>
                  <a:pt x="21592" y="1"/>
                </a:moveTo>
                <a:lnTo>
                  <a:pt x="19082" y="516"/>
                </a:lnTo>
                <a:lnTo>
                  <a:pt x="6546" y="3090"/>
                </a:lnTo>
                <a:lnTo>
                  <a:pt x="6497" y="3090"/>
                </a:lnTo>
                <a:lnTo>
                  <a:pt x="6497" y="15717"/>
                </a:lnTo>
                <a:cubicBezTo>
                  <a:pt x="5896" y="15513"/>
                  <a:pt x="5222" y="15396"/>
                  <a:pt x="4506" y="15396"/>
                </a:cubicBezTo>
                <a:cubicBezTo>
                  <a:pt x="2018" y="15396"/>
                  <a:pt x="0" y="16784"/>
                  <a:pt x="0" y="18498"/>
                </a:cubicBezTo>
                <a:cubicBezTo>
                  <a:pt x="0" y="20211"/>
                  <a:pt x="2018" y="21600"/>
                  <a:pt x="4506" y="21600"/>
                </a:cubicBezTo>
                <a:cubicBezTo>
                  <a:pt x="6970" y="21600"/>
                  <a:pt x="8969" y="20238"/>
                  <a:pt x="9009" y="18548"/>
                </a:cubicBezTo>
                <a:lnTo>
                  <a:pt x="9014" y="18548"/>
                </a:lnTo>
                <a:lnTo>
                  <a:pt x="9014" y="6363"/>
                </a:lnTo>
                <a:lnTo>
                  <a:pt x="19082" y="4299"/>
                </a:lnTo>
                <a:lnTo>
                  <a:pt x="19082" y="11873"/>
                </a:lnTo>
                <a:cubicBezTo>
                  <a:pt x="18481" y="11669"/>
                  <a:pt x="17807" y="11551"/>
                  <a:pt x="17092" y="11551"/>
                </a:cubicBezTo>
                <a:cubicBezTo>
                  <a:pt x="14603" y="11551"/>
                  <a:pt x="12585" y="12940"/>
                  <a:pt x="12585" y="14654"/>
                </a:cubicBezTo>
                <a:cubicBezTo>
                  <a:pt x="12585" y="16367"/>
                  <a:pt x="14603" y="17756"/>
                  <a:pt x="17092" y="17756"/>
                </a:cubicBezTo>
                <a:cubicBezTo>
                  <a:pt x="19556" y="17756"/>
                  <a:pt x="21555" y="16393"/>
                  <a:pt x="21595" y="14704"/>
                </a:cubicBezTo>
                <a:lnTo>
                  <a:pt x="21599" y="14704"/>
                </a:lnTo>
                <a:lnTo>
                  <a:pt x="21599" y="2065"/>
                </a:lnTo>
                <a:lnTo>
                  <a:pt x="21600" y="2065"/>
                </a:lnTo>
                <a:lnTo>
                  <a:pt x="21600" y="0"/>
                </a:lnTo>
                <a:lnTo>
                  <a:pt x="21592" y="1"/>
                </a:lnTo>
                <a:close/>
                <a:moveTo>
                  <a:pt x="21592" y="1"/>
                </a:moveTo>
              </a:path>
            </a:pathLst>
          </a:custGeom>
          <a:solidFill>
            <a:srgbClr val="3099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sp>
        <p:nvSpPr>
          <p:cNvPr id="508" name="TextBox 30"/>
          <p:cNvSpPr/>
          <p:nvPr/>
        </p:nvSpPr>
        <p:spPr>
          <a:xfrm>
            <a:off x="8318160" y="4442040"/>
            <a:ext cx="223308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40000"/>
              </a:lnSpc>
            </a:pPr>
            <a:r>
              <a:rPr b="0" lang="en-US" sz="11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{{detailed_content[3]}}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31"/>
          <p:cNvSpPr/>
          <p:nvPr/>
        </p:nvSpPr>
        <p:spPr>
          <a:xfrm>
            <a:off x="8318160" y="3675240"/>
            <a:ext cx="2233080" cy="77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40000"/>
              </a:lnSpc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{{content_points[3]}}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10" name="组合 2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511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512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513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514" name="组合 6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515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16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17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18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19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0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1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2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3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4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5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6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7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8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29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0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1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2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3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4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5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6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7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8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39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40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41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42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43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44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545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546" name="文本框 38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文本框 103"/>
          <p:cNvSpPr/>
          <p:nvPr/>
        </p:nvSpPr>
        <p:spPr>
          <a:xfrm>
            <a:off x="1068840" y="1053000"/>
            <a:ext cx="929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AutoShape 158"/>
          <p:cNvSpPr/>
          <p:nvPr/>
        </p:nvSpPr>
        <p:spPr>
          <a:xfrm>
            <a:off x="4293000" y="3682440"/>
            <a:ext cx="3177000" cy="2409120"/>
          </a:xfrm>
          <a:custGeom>
            <a:avLst/>
            <a:gdLst>
              <a:gd name="textAreaLeft" fmla="*/ 0 w 3177000"/>
              <a:gd name="textAreaRight" fmla="*/ 3177360 w 3177000"/>
              <a:gd name="textAreaTop" fmla="*/ 0 h 2409120"/>
              <a:gd name="textAreaBottom" fmla="*/ 2409480 h 2409120"/>
              <a:gd name="GluePoint1X" fmla="*/ 2147483647 w 21600"/>
              <a:gd name="GluePoint1Y" fmla="*/ 0 h 21600"/>
              <a:gd name="GluePoint2X" fmla="*/ 1005315103 w 21600"/>
              <a:gd name="GluePoint2Y" fmla="*/ 907700304 h 21600"/>
              <a:gd name="GluePoint3X" fmla="*/ 0 w 21600"/>
              <a:gd name="GluePoint3Y" fmla="*/ 1485518270 h 21600"/>
              <a:gd name="GluePoint4X" fmla="*/ 0 w 21600"/>
              <a:gd name="GluePoint4Y" fmla="*/ 1815400607 h 21600"/>
              <a:gd name="GluePoint5X" fmla="*/ 1579200677 w 21600"/>
              <a:gd name="GluePoint5Y" fmla="*/ 907700304 h 21600"/>
              <a:gd name="GluePoint6X" fmla="*/ 2147483647 w 21600"/>
              <a:gd name="GluePoint6Y" fmla="*/ 329797929 h 21600"/>
              <a:gd name="GluePoint7X" fmla="*/ 2147483647 w 21600"/>
              <a:gd name="GluePoint7Y" fmla="*/ 907700304 h 21600"/>
              <a:gd name="GluePoint8X" fmla="*/ 2147483647 w 21600"/>
              <a:gd name="GluePoint8Y" fmla="*/ 907700304 h 21600"/>
              <a:gd name="GluePoint9X" fmla="*/ 2147483647 w 21600"/>
              <a:gd name="GluePoint9Y" fmla="*/ 0 h 21600"/>
              <a:gd name="GluePoint10X" fmla="*/ 2147483647 w 21600"/>
              <a:gd name="GluePoint10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1600" h="21600">
                <a:moveTo>
                  <a:pt x="13408" y="0"/>
                </a:moveTo>
                <a:cubicBezTo>
                  <a:pt x="8890" y="0"/>
                  <a:pt x="5215" y="4845"/>
                  <a:pt x="5215" y="10800"/>
                </a:cubicBezTo>
                <a:cubicBezTo>
                  <a:pt x="5215" y="14591"/>
                  <a:pt x="2876" y="17675"/>
                  <a:pt x="0" y="17675"/>
                </a:cubicBezTo>
                <a:lnTo>
                  <a:pt x="0" y="21600"/>
                </a:lnTo>
                <a:cubicBezTo>
                  <a:pt x="4517" y="21600"/>
                  <a:pt x="8192" y="16755"/>
                  <a:pt x="8192" y="10800"/>
                </a:cubicBezTo>
                <a:cubicBezTo>
                  <a:pt x="8192" y="7009"/>
                  <a:pt x="10532" y="3924"/>
                  <a:pt x="13408" y="3924"/>
                </a:cubicBezTo>
                <a:cubicBezTo>
                  <a:pt x="16283" y="3924"/>
                  <a:pt x="18623" y="7009"/>
                  <a:pt x="18623" y="10800"/>
                </a:cubicBezTo>
                <a:lnTo>
                  <a:pt x="21600" y="10800"/>
                </a:lnTo>
                <a:cubicBezTo>
                  <a:pt x="21600" y="4845"/>
                  <a:pt x="17925" y="0"/>
                  <a:pt x="13408" y="0"/>
                </a:cubicBezTo>
                <a:close/>
                <a:moveTo>
                  <a:pt x="13408" y="0"/>
                </a:moveTo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549" name="AutoShape 160"/>
          <p:cNvSpPr/>
          <p:nvPr/>
        </p:nvSpPr>
        <p:spPr>
          <a:xfrm>
            <a:off x="7041960" y="3682440"/>
            <a:ext cx="2409120" cy="2409120"/>
          </a:xfrm>
          <a:custGeom>
            <a:avLst/>
            <a:gdLst>
              <a:gd name="textAreaLeft" fmla="*/ 0 w 2409120"/>
              <a:gd name="textAreaRight" fmla="*/ 2409480 w 2409120"/>
              <a:gd name="textAreaTop" fmla="*/ 0 h 2409120"/>
              <a:gd name="textAreaBottom" fmla="*/ 2409480 h 2409120"/>
              <a:gd name="GluePoint1X" fmla="*/ 907700304 w 21600"/>
              <a:gd name="GluePoint1Y" fmla="*/ 1815400607 h 21600"/>
              <a:gd name="GluePoint2X" fmla="*/ 0 w 21600"/>
              <a:gd name="GluePoint2Y" fmla="*/ 907700304 h 21600"/>
              <a:gd name="GluePoint3X" fmla="*/ 329882381 w 21600"/>
              <a:gd name="GluePoint3Y" fmla="*/ 907700304 h 21600"/>
              <a:gd name="GluePoint4X" fmla="*/ 907700304 w 21600"/>
              <a:gd name="GluePoint4Y" fmla="*/ 1485518270 h 21600"/>
              <a:gd name="GluePoint5X" fmla="*/ 1485602679 w 21600"/>
              <a:gd name="GluePoint5Y" fmla="*/ 907700304 h 21600"/>
              <a:gd name="GluePoint6X" fmla="*/ 907700304 w 21600"/>
              <a:gd name="GluePoint6Y" fmla="*/ 329882381 h 21600"/>
              <a:gd name="GluePoint7X" fmla="*/ 907700304 w 21600"/>
              <a:gd name="GluePoint7Y" fmla="*/ 0 h 21600"/>
              <a:gd name="GluePoint8X" fmla="*/ 1815400607 w 21600"/>
              <a:gd name="GluePoint8Y" fmla="*/ 907700304 h 21600"/>
              <a:gd name="GluePoint9X" fmla="*/ 907700304 w 21600"/>
              <a:gd name="GluePoint9Y" fmla="*/ 1815400607 h 21600"/>
              <a:gd name="GluePoint10X" fmla="*/ 907700304 w 21600"/>
              <a:gd name="GluePoint10Y" fmla="*/ 181540060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1600" h="21600">
                <a:moveTo>
                  <a:pt x="10800" y="21600"/>
                </a:moveTo>
                <a:cubicBezTo>
                  <a:pt x="4845" y="21600"/>
                  <a:pt x="0" y="16755"/>
                  <a:pt x="0" y="10800"/>
                </a:cubicBezTo>
                <a:lnTo>
                  <a:pt x="3925" y="10800"/>
                </a:lnTo>
                <a:cubicBezTo>
                  <a:pt x="3925" y="14591"/>
                  <a:pt x="7009" y="17675"/>
                  <a:pt x="10800" y="17675"/>
                </a:cubicBezTo>
                <a:cubicBezTo>
                  <a:pt x="14591" y="17675"/>
                  <a:pt x="17676" y="14591"/>
                  <a:pt x="17676" y="10800"/>
                </a:cubicBezTo>
                <a:cubicBezTo>
                  <a:pt x="17676" y="7009"/>
                  <a:pt x="14591" y="3925"/>
                  <a:pt x="10800" y="3925"/>
                </a:cubicBezTo>
                <a:lnTo>
                  <a:pt x="10800" y="0"/>
                </a:lnTo>
                <a:cubicBezTo>
                  <a:pt x="16755" y="0"/>
                  <a:pt x="21600" y="4845"/>
                  <a:pt x="21600" y="10800"/>
                </a:cubicBezTo>
                <a:cubicBezTo>
                  <a:pt x="21600" y="16755"/>
                  <a:pt x="16755" y="21600"/>
                  <a:pt x="10800" y="21600"/>
                </a:cubicBezTo>
                <a:close/>
                <a:moveTo>
                  <a:pt x="10800" y="21600"/>
                </a:moveTo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550" name="AutoShape 162"/>
          <p:cNvSpPr/>
          <p:nvPr/>
        </p:nvSpPr>
        <p:spPr>
          <a:xfrm>
            <a:off x="9014400" y="1709280"/>
            <a:ext cx="3177000" cy="2409120"/>
          </a:xfrm>
          <a:custGeom>
            <a:avLst/>
            <a:gdLst>
              <a:gd name="textAreaLeft" fmla="*/ 0 w 3177000"/>
              <a:gd name="textAreaRight" fmla="*/ 3177360 w 3177000"/>
              <a:gd name="textAreaTop" fmla="*/ 0 h 2409120"/>
              <a:gd name="textAreaBottom" fmla="*/ 2409480 h 2409120"/>
              <a:gd name="GluePoint1X" fmla="*/ 2147483647 w 21600"/>
              <a:gd name="GluePoint1Y" fmla="*/ 907700304 h 21600"/>
              <a:gd name="GluePoint2X" fmla="*/ 1579200677 w 21600"/>
              <a:gd name="GluePoint2Y" fmla="*/ 1485518270 h 21600"/>
              <a:gd name="GluePoint3X" fmla="*/ 573885574 w 21600"/>
              <a:gd name="GluePoint3Y" fmla="*/ 907700304 h 21600"/>
              <a:gd name="GluePoint4X" fmla="*/ 0 w 21600"/>
              <a:gd name="GluePoint4Y" fmla="*/ 907700304 h 21600"/>
              <a:gd name="GluePoint5X" fmla="*/ 1579200677 w 21600"/>
              <a:gd name="GluePoint5Y" fmla="*/ 1815400607 h 21600"/>
              <a:gd name="GluePoint6X" fmla="*/ 2147483647 w 21600"/>
              <a:gd name="GluePoint6Y" fmla="*/ 907700304 h 21600"/>
              <a:gd name="GluePoint7X" fmla="*/ 2147483647 w 21600"/>
              <a:gd name="GluePoint7Y" fmla="*/ 329882381 h 21600"/>
              <a:gd name="GluePoint8X" fmla="*/ 2147483647 w 21600"/>
              <a:gd name="GluePoint8Y" fmla="*/ 0 h 21600"/>
              <a:gd name="GluePoint9X" fmla="*/ 2147483647 w 21600"/>
              <a:gd name="GluePoint9Y" fmla="*/ 907700304 h 21600"/>
              <a:gd name="GluePoint10X" fmla="*/ 2147483647 w 21600"/>
              <a:gd name="GluePoint10Y" fmla="*/ 907700304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1600" h="21600">
                <a:moveTo>
                  <a:pt x="13408" y="10800"/>
                </a:moveTo>
                <a:cubicBezTo>
                  <a:pt x="13408" y="14591"/>
                  <a:pt x="11068" y="17675"/>
                  <a:pt x="8192" y="17675"/>
                </a:cubicBezTo>
                <a:cubicBezTo>
                  <a:pt x="5317" y="17675"/>
                  <a:pt x="2977" y="14591"/>
                  <a:pt x="2977" y="10800"/>
                </a:cubicBezTo>
                <a:lnTo>
                  <a:pt x="0" y="10800"/>
                </a:lnTo>
                <a:cubicBezTo>
                  <a:pt x="0" y="16755"/>
                  <a:pt x="3675" y="21600"/>
                  <a:pt x="8192" y="21600"/>
                </a:cubicBezTo>
                <a:cubicBezTo>
                  <a:pt x="12710" y="21600"/>
                  <a:pt x="16385" y="16755"/>
                  <a:pt x="16385" y="10800"/>
                </a:cubicBezTo>
                <a:cubicBezTo>
                  <a:pt x="16385" y="7009"/>
                  <a:pt x="18724" y="3925"/>
                  <a:pt x="21600" y="3925"/>
                </a:cubicBezTo>
                <a:lnTo>
                  <a:pt x="21600" y="0"/>
                </a:lnTo>
                <a:cubicBezTo>
                  <a:pt x="17083" y="0"/>
                  <a:pt x="13408" y="4845"/>
                  <a:pt x="13408" y="10800"/>
                </a:cubicBezTo>
                <a:close/>
                <a:moveTo>
                  <a:pt x="13408" y="10800"/>
                </a:moveTo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551" name="AutoShape 164"/>
          <p:cNvSpPr/>
          <p:nvPr/>
        </p:nvSpPr>
        <p:spPr>
          <a:xfrm>
            <a:off x="7041960" y="1709280"/>
            <a:ext cx="2409120" cy="2409120"/>
          </a:xfrm>
          <a:custGeom>
            <a:avLst/>
            <a:gdLst>
              <a:gd name="textAreaLeft" fmla="*/ 0 w 2409120"/>
              <a:gd name="textAreaRight" fmla="*/ 2409480 w 2409120"/>
              <a:gd name="textAreaTop" fmla="*/ 0 h 2409120"/>
              <a:gd name="textAreaBottom" fmla="*/ 2409480 h 2409120"/>
              <a:gd name="GluePoint1X" fmla="*/ 907700304 w 21600"/>
              <a:gd name="GluePoint1Y" fmla="*/ 1815400607 h 21600"/>
              <a:gd name="GluePoint2X" fmla="*/ 0 w 21600"/>
              <a:gd name="GluePoint2Y" fmla="*/ 907700304 h 21600"/>
              <a:gd name="GluePoint3X" fmla="*/ 907700304 w 21600"/>
              <a:gd name="GluePoint3Y" fmla="*/ 0 h 21600"/>
              <a:gd name="GluePoint4X" fmla="*/ 1815400607 w 21600"/>
              <a:gd name="GluePoint4Y" fmla="*/ 907700304 h 21600"/>
              <a:gd name="GluePoint5X" fmla="*/ 1485518270 w 21600"/>
              <a:gd name="GluePoint5Y" fmla="*/ 907700304 h 21600"/>
              <a:gd name="GluePoint6X" fmla="*/ 907700304 w 21600"/>
              <a:gd name="GluePoint6Y" fmla="*/ 329882381 h 21600"/>
              <a:gd name="GluePoint7X" fmla="*/ 329797929 w 21600"/>
              <a:gd name="GluePoint7Y" fmla="*/ 907700304 h 21600"/>
              <a:gd name="GluePoint8X" fmla="*/ 907700304 w 21600"/>
              <a:gd name="GluePoint8Y" fmla="*/ 1485518270 h 21600"/>
              <a:gd name="GluePoint9X" fmla="*/ 907700304 w 21600"/>
              <a:gd name="GluePoint9Y" fmla="*/ 1815400607 h 21600"/>
              <a:gd name="GluePoint10X" fmla="*/ 907700304 w 21600"/>
              <a:gd name="GluePoint10Y" fmla="*/ 1815400607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21600" h="21600">
                <a:moveTo>
                  <a:pt x="10800" y="21600"/>
                </a:moveTo>
                <a:cubicBezTo>
                  <a:pt x="4845" y="21600"/>
                  <a:pt x="0" y="16755"/>
                  <a:pt x="0" y="10800"/>
                </a:cubicBezTo>
                <a:cubicBezTo>
                  <a:pt x="0" y="4845"/>
                  <a:pt x="4845" y="0"/>
                  <a:pt x="10800" y="0"/>
                </a:cubicBezTo>
                <a:cubicBezTo>
                  <a:pt x="16755" y="0"/>
                  <a:pt x="21600" y="4845"/>
                  <a:pt x="21600" y="10800"/>
                </a:cubicBezTo>
                <a:lnTo>
                  <a:pt x="17675" y="10800"/>
                </a:lnTo>
                <a:cubicBezTo>
                  <a:pt x="17675" y="7009"/>
                  <a:pt x="14591" y="3925"/>
                  <a:pt x="10800" y="3925"/>
                </a:cubicBezTo>
                <a:cubicBezTo>
                  <a:pt x="7009" y="3925"/>
                  <a:pt x="3924" y="7009"/>
                  <a:pt x="3924" y="10800"/>
                </a:cubicBezTo>
                <a:cubicBezTo>
                  <a:pt x="3924" y="14591"/>
                  <a:pt x="7009" y="17675"/>
                  <a:pt x="10800" y="17675"/>
                </a:cubicBezTo>
                <a:lnTo>
                  <a:pt x="10800" y="21600"/>
                </a:lnTo>
                <a:close/>
                <a:moveTo>
                  <a:pt x="10800" y="21600"/>
                </a:moveTo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552" name="AutoShape 162"/>
          <p:cNvSpPr/>
          <p:nvPr/>
        </p:nvSpPr>
        <p:spPr>
          <a:xfrm>
            <a:off x="3087720" y="5653080"/>
            <a:ext cx="1204560" cy="1204560"/>
          </a:xfrm>
          <a:custGeom>
            <a:avLst/>
            <a:gdLst>
              <a:gd name="textAreaLeft" fmla="*/ 0 w 1204560"/>
              <a:gd name="textAreaRight" fmla="*/ 1204920 w 1204560"/>
              <a:gd name="textAreaTop" fmla="*/ 0 h 1204560"/>
              <a:gd name="textAreaBottom" fmla="*/ 1204920 h 1204560"/>
              <a:gd name="GluePoint1X" fmla="*/ 0 w 10000"/>
              <a:gd name="GluePoint1Y" fmla="*/ 10000 h 10000"/>
              <a:gd name="GluePoint2X" fmla="*/ 3635 w 10000"/>
              <a:gd name="GluePoint2Y" fmla="*/ 10000 h 10000"/>
              <a:gd name="GluePoint3X" fmla="*/ 10000 w 10000"/>
              <a:gd name="GluePoint3Y" fmla="*/ 3634 h 10000"/>
              <a:gd name="GluePoint4X" fmla="*/ 10000 w 10000"/>
              <a:gd name="GluePoint4Y" fmla="*/ 0 h 10000"/>
              <a:gd name="GluePoint5X" fmla="*/ 0 w 10000"/>
              <a:gd name="GluePoint5Y" fmla="*/ 10000 h 10000"/>
              <a:gd name="GluePoint6X" fmla="*/ 0 w 10000"/>
              <a:gd name="GluePoint6Y" fmla="*/ 10000 h 10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0000" h="10000">
                <a:moveTo>
                  <a:pt x="0" y="10000"/>
                </a:moveTo>
                <a:lnTo>
                  <a:pt x="3635" y="10000"/>
                </a:lnTo>
                <a:cubicBezTo>
                  <a:pt x="3837" y="7109"/>
                  <a:pt x="6489" y="3634"/>
                  <a:pt x="10000" y="3634"/>
                </a:cubicBezTo>
                <a:lnTo>
                  <a:pt x="10000" y="0"/>
                </a:lnTo>
                <a:cubicBezTo>
                  <a:pt x="4486" y="0"/>
                  <a:pt x="0" y="4486"/>
                  <a:pt x="0" y="10000"/>
                </a:cubicBezTo>
                <a:close/>
                <a:moveTo>
                  <a:pt x="0" y="10000"/>
                </a:moveTo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553" name="AutoShape 159"/>
          <p:cNvSpPr/>
          <p:nvPr/>
        </p:nvSpPr>
        <p:spPr>
          <a:xfrm>
            <a:off x="5618880" y="4264560"/>
            <a:ext cx="1281240" cy="1281240"/>
          </a:xfrm>
          <a:custGeom>
            <a:avLst/>
            <a:gdLst>
              <a:gd name="textAreaLeft" fmla="*/ 0 w 1281240"/>
              <a:gd name="textAreaRight" fmla="*/ 1281600 w 1281240"/>
              <a:gd name="textAreaTop" fmla="*/ 0 h 1281240"/>
              <a:gd name="textAreaBottom" fmla="*/ 1281600 h 1281240"/>
              <a:gd name="GluePoint1X" fmla="*/ 273207882 w 21598"/>
              <a:gd name="GluePoint1Y" fmla="*/ 136603929 h 21598"/>
              <a:gd name="GluePoint2X" fmla="*/ 262809719 w 21598"/>
              <a:gd name="GluePoint2Y" fmla="*/ 84322679 h 21598"/>
              <a:gd name="GluePoint3X" fmla="*/ 233196687 w 21598"/>
              <a:gd name="GluePoint3Y" fmla="*/ 40011172 h 21598"/>
              <a:gd name="GluePoint4X" fmla="*/ 188885204 w 21598"/>
              <a:gd name="GluePoint4Y" fmla="*/ 10398163 h 21598"/>
              <a:gd name="GluePoint5X" fmla="*/ 136603929 w 21598"/>
              <a:gd name="GluePoint5Y" fmla="*/ 0 h 21598"/>
              <a:gd name="GluePoint6X" fmla="*/ 84322679 w 21598"/>
              <a:gd name="GluePoint6Y" fmla="*/ 10398163 h 21598"/>
              <a:gd name="GluePoint7X" fmla="*/ 40011172 w 21598"/>
              <a:gd name="GluePoint7Y" fmla="*/ 40011172 h 21598"/>
              <a:gd name="GluePoint8X" fmla="*/ 10398163 w 21598"/>
              <a:gd name="GluePoint8Y" fmla="*/ 84322679 h 21598"/>
              <a:gd name="GluePoint9X" fmla="*/ 0 w 21598"/>
              <a:gd name="GluePoint9Y" fmla="*/ 136603929 h 21598"/>
              <a:gd name="GluePoint10X" fmla="*/ 10398163 w 21598"/>
              <a:gd name="GluePoint10Y" fmla="*/ 188885204 h 21598"/>
              <a:gd name="GluePoint11X" fmla="*/ 40011172 w 21598"/>
              <a:gd name="GluePoint11Y" fmla="*/ 233196687 h 21598"/>
              <a:gd name="GluePoint12X" fmla="*/ 84322679 w 21598"/>
              <a:gd name="GluePoint12Y" fmla="*/ 262809719 h 21598"/>
              <a:gd name="GluePoint13X" fmla="*/ 136603929 w 21598"/>
              <a:gd name="GluePoint13Y" fmla="*/ 273207882 h 21598"/>
              <a:gd name="GluePoint14X" fmla="*/ 188885204 w 21598"/>
              <a:gd name="GluePoint14Y" fmla="*/ 262809719 h 21598"/>
              <a:gd name="GluePoint15X" fmla="*/ 233196687 w 21598"/>
              <a:gd name="GluePoint15Y" fmla="*/ 233196687 h 21598"/>
              <a:gd name="GluePoint16X" fmla="*/ 262809719 w 21598"/>
              <a:gd name="GluePoint16Y" fmla="*/ 188885204 h 21598"/>
              <a:gd name="GluePoint17X" fmla="*/ 273207882 w 21598"/>
              <a:gd name="GluePoint17Y" fmla="*/ 136603929 h 21598"/>
              <a:gd name="GluePoint18X" fmla="*/ 273207882 w 21598"/>
              <a:gd name="GluePoint18Y" fmla="*/ 136603929 h 215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21598" h="21598">
                <a:moveTo>
                  <a:pt x="21598" y="10799"/>
                </a:moveTo>
                <a:cubicBezTo>
                  <a:pt x="21599" y="9385"/>
                  <a:pt x="21318" y="7972"/>
                  <a:pt x="20776" y="6666"/>
                </a:cubicBezTo>
                <a:cubicBezTo>
                  <a:pt x="20236" y="5360"/>
                  <a:pt x="19435" y="4162"/>
                  <a:pt x="18435" y="3163"/>
                </a:cubicBezTo>
                <a:cubicBezTo>
                  <a:pt x="17436" y="2163"/>
                  <a:pt x="16238" y="1362"/>
                  <a:pt x="14932" y="822"/>
                </a:cubicBezTo>
                <a:cubicBezTo>
                  <a:pt x="13626" y="280"/>
                  <a:pt x="12213" y="-1"/>
                  <a:pt x="10799" y="0"/>
                </a:cubicBezTo>
                <a:cubicBezTo>
                  <a:pt x="9385" y="-1"/>
                  <a:pt x="7972" y="280"/>
                  <a:pt x="6666" y="822"/>
                </a:cubicBezTo>
                <a:cubicBezTo>
                  <a:pt x="5360" y="1362"/>
                  <a:pt x="4162" y="2163"/>
                  <a:pt x="3163" y="3163"/>
                </a:cubicBezTo>
                <a:cubicBezTo>
                  <a:pt x="2163" y="4162"/>
                  <a:pt x="1362" y="5360"/>
                  <a:pt x="822" y="6666"/>
                </a:cubicBezTo>
                <a:cubicBezTo>
                  <a:pt x="280" y="7972"/>
                  <a:pt x="-1" y="9385"/>
                  <a:pt x="0" y="10799"/>
                </a:cubicBezTo>
                <a:cubicBezTo>
                  <a:pt x="-1" y="12213"/>
                  <a:pt x="280" y="13626"/>
                  <a:pt x="822" y="14932"/>
                </a:cubicBezTo>
                <a:cubicBezTo>
                  <a:pt x="1362" y="16238"/>
                  <a:pt x="2163" y="17436"/>
                  <a:pt x="3163" y="18435"/>
                </a:cubicBezTo>
                <a:cubicBezTo>
                  <a:pt x="4162" y="19435"/>
                  <a:pt x="5360" y="20236"/>
                  <a:pt x="6666" y="20776"/>
                </a:cubicBezTo>
                <a:cubicBezTo>
                  <a:pt x="7972" y="21318"/>
                  <a:pt x="9385" y="21599"/>
                  <a:pt x="10799" y="21598"/>
                </a:cubicBezTo>
                <a:cubicBezTo>
                  <a:pt x="12213" y="21599"/>
                  <a:pt x="13626" y="21318"/>
                  <a:pt x="14932" y="20776"/>
                </a:cubicBezTo>
                <a:cubicBezTo>
                  <a:pt x="16238" y="20236"/>
                  <a:pt x="17436" y="19435"/>
                  <a:pt x="18435" y="18435"/>
                </a:cubicBezTo>
                <a:cubicBezTo>
                  <a:pt x="19435" y="17436"/>
                  <a:pt x="20236" y="16238"/>
                  <a:pt x="20776" y="14932"/>
                </a:cubicBezTo>
                <a:cubicBezTo>
                  <a:pt x="21318" y="13626"/>
                  <a:pt x="21599" y="12213"/>
                  <a:pt x="21598" y="10799"/>
                </a:cubicBezTo>
                <a:close/>
                <a:moveTo>
                  <a:pt x="21598" y="10799"/>
                </a:moveTo>
              </a:path>
            </a:pathLst>
          </a:custGeom>
          <a:solidFill>
            <a:srgbClr val="3099d6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554" name="Group 352"/>
          <p:cNvGrpSpPr/>
          <p:nvPr/>
        </p:nvGrpSpPr>
        <p:grpSpPr>
          <a:xfrm>
            <a:off x="6058080" y="4711680"/>
            <a:ext cx="403560" cy="403560"/>
            <a:chOff x="6058080" y="4711680"/>
            <a:chExt cx="403560" cy="403560"/>
          </a:xfrm>
        </p:grpSpPr>
        <p:sp>
          <p:nvSpPr>
            <p:cNvPr id="555" name="AutoShape 348"/>
            <p:cNvSpPr/>
            <p:nvPr/>
          </p:nvSpPr>
          <p:spPr>
            <a:xfrm>
              <a:off x="6058080" y="4711680"/>
              <a:ext cx="403560" cy="403560"/>
            </a:xfrm>
            <a:custGeom>
              <a:avLst/>
              <a:gdLst>
                <a:gd name="textAreaLeft" fmla="*/ 0 w 403560"/>
                <a:gd name="textAreaRight" fmla="*/ 403920 w 403560"/>
                <a:gd name="textAreaTop" fmla="*/ 0 h 403560"/>
                <a:gd name="textAreaBottom" fmla="*/ 403920 h 403560"/>
                <a:gd name="GluePoint1X" fmla="*/ 0 w 20932"/>
                <a:gd name="GluePoint1Y" fmla="*/ 0 h 20930"/>
                <a:gd name="GluePoint2X" fmla="*/ 0 w 20932"/>
                <a:gd name="GluePoint2Y" fmla="*/ 0 h 20930"/>
                <a:gd name="GluePoint3X" fmla="*/ 0 w 20932"/>
                <a:gd name="GluePoint3Y" fmla="*/ 0 h 20930"/>
                <a:gd name="GluePoint4X" fmla="*/ 0 w 20932"/>
                <a:gd name="GluePoint4Y" fmla="*/ 0 h 20930"/>
                <a:gd name="GluePoint5X" fmla="*/ 0 w 20932"/>
                <a:gd name="GluePoint5Y" fmla="*/ 0 h 20930"/>
                <a:gd name="GluePoint6X" fmla="*/ 0 w 20932"/>
                <a:gd name="GluePoint6Y" fmla="*/ 0 h 20930"/>
                <a:gd name="GluePoint7X" fmla="*/ 0 w 20932"/>
                <a:gd name="GluePoint7Y" fmla="*/ 0 h 20930"/>
                <a:gd name="GluePoint8X" fmla="*/ 0 w 20932"/>
                <a:gd name="GluePoint8Y" fmla="*/ 0 h 20930"/>
                <a:gd name="GluePoint9X" fmla="*/ 0 w 20932"/>
                <a:gd name="GluePoint9Y" fmla="*/ 0 h 20930"/>
                <a:gd name="GluePoint10X" fmla="*/ 0 w 20932"/>
                <a:gd name="GluePoint10Y" fmla="*/ 0 h 20930"/>
                <a:gd name="GluePoint11X" fmla="*/ 0 w 20932"/>
                <a:gd name="GluePoint11Y" fmla="*/ 0 h 20930"/>
                <a:gd name="GluePoint12X" fmla="*/ 0 w 20932"/>
                <a:gd name="GluePoint12Y" fmla="*/ 0 h 20930"/>
                <a:gd name="GluePoint13X" fmla="*/ 0 w 20932"/>
                <a:gd name="GluePoint13Y" fmla="*/ 0 h 20930"/>
                <a:gd name="GluePoint14X" fmla="*/ 0 w 20932"/>
                <a:gd name="GluePoint14Y" fmla="*/ 0 h 20930"/>
                <a:gd name="GluePoint15X" fmla="*/ 0 w 20932"/>
                <a:gd name="GluePoint15Y" fmla="*/ 0 h 20930"/>
                <a:gd name="GluePoint16X" fmla="*/ 0 w 20932"/>
                <a:gd name="GluePoint16Y" fmla="*/ 0 h 20930"/>
                <a:gd name="GluePoint17X" fmla="*/ 0 w 20932"/>
                <a:gd name="GluePoint17Y" fmla="*/ 0 h 20930"/>
                <a:gd name="GluePoint18X" fmla="*/ 0 w 20932"/>
                <a:gd name="GluePoint18Y" fmla="*/ 0 h 20930"/>
                <a:gd name="GluePoint19X" fmla="*/ 0 w 20932"/>
                <a:gd name="GluePoint19Y" fmla="*/ 0 h 20930"/>
                <a:gd name="GluePoint20X" fmla="*/ 0 w 20932"/>
                <a:gd name="GluePoint20Y" fmla="*/ 0 h 20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0932" h="20930">
                  <a:moveTo>
                    <a:pt x="20723" y="16794"/>
                  </a:moveTo>
                  <a:lnTo>
                    <a:pt x="16124" y="14084"/>
                  </a:lnTo>
                  <a:cubicBezTo>
                    <a:pt x="15885" y="13962"/>
                    <a:pt x="15534" y="14017"/>
                    <a:pt x="15344" y="14207"/>
                  </a:cubicBezTo>
                  <a:lnTo>
                    <a:pt x="13991" y="15561"/>
                  </a:lnTo>
                  <a:cubicBezTo>
                    <a:pt x="13801" y="15750"/>
                    <a:pt x="13427" y="15908"/>
                    <a:pt x="13158" y="15911"/>
                  </a:cubicBezTo>
                  <a:cubicBezTo>
                    <a:pt x="13158" y="15911"/>
                    <a:pt x="11429" y="15931"/>
                    <a:pt x="8214" y="12715"/>
                  </a:cubicBezTo>
                  <a:cubicBezTo>
                    <a:pt x="4998" y="9499"/>
                    <a:pt x="5014" y="7764"/>
                    <a:pt x="5014" y="7764"/>
                  </a:cubicBezTo>
                  <a:cubicBezTo>
                    <a:pt x="5016" y="7495"/>
                    <a:pt x="5173" y="7121"/>
                    <a:pt x="5363" y="6931"/>
                  </a:cubicBezTo>
                  <a:lnTo>
                    <a:pt x="6516" y="5778"/>
                  </a:lnTo>
                  <a:cubicBezTo>
                    <a:pt x="6706" y="5588"/>
                    <a:pt x="6770" y="5233"/>
                    <a:pt x="6658" y="4989"/>
                  </a:cubicBezTo>
                  <a:lnTo>
                    <a:pt x="4121" y="216"/>
                  </a:lnTo>
                  <a:cubicBezTo>
                    <a:pt x="4008" y="-28"/>
                    <a:pt x="3762" y="-72"/>
                    <a:pt x="3572" y="117"/>
                  </a:cubicBezTo>
                  <a:lnTo>
                    <a:pt x="426" y="3257"/>
                  </a:lnTo>
                  <a:cubicBezTo>
                    <a:pt x="236" y="3446"/>
                    <a:pt x="51" y="3819"/>
                    <a:pt x="16" y="4085"/>
                  </a:cubicBezTo>
                  <a:cubicBezTo>
                    <a:pt x="16" y="4085"/>
                    <a:pt x="-598" y="8672"/>
                    <a:pt x="5829" y="15100"/>
                  </a:cubicBezTo>
                  <a:cubicBezTo>
                    <a:pt x="12255" y="21528"/>
                    <a:pt x="16842" y="20914"/>
                    <a:pt x="16842" y="20914"/>
                  </a:cubicBezTo>
                  <a:cubicBezTo>
                    <a:pt x="17108" y="20878"/>
                    <a:pt x="17480" y="20694"/>
                    <a:pt x="17670" y="20505"/>
                  </a:cubicBezTo>
                  <a:lnTo>
                    <a:pt x="20812" y="17361"/>
                  </a:lnTo>
                  <a:cubicBezTo>
                    <a:pt x="21002" y="17171"/>
                    <a:pt x="20962" y="16916"/>
                    <a:pt x="20723" y="16794"/>
                  </a:cubicBezTo>
                  <a:close/>
                  <a:moveTo>
                    <a:pt x="20723" y="16794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56" name="AutoShape 349"/>
            <p:cNvSpPr/>
            <p:nvPr/>
          </p:nvSpPr>
          <p:spPr>
            <a:xfrm>
              <a:off x="6243480" y="4846680"/>
              <a:ext cx="79560" cy="7956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79560"/>
                <a:gd name="textAreaBottom" fmla="*/ 79920 h 79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6567"/>
                  </a:moveTo>
                  <a:cubicBezTo>
                    <a:pt x="3494" y="7443"/>
                    <a:pt x="6807" y="9229"/>
                    <a:pt x="9539" y="11969"/>
                  </a:cubicBezTo>
                  <a:cubicBezTo>
                    <a:pt x="12286" y="14725"/>
                    <a:pt x="14072" y="18072"/>
                    <a:pt x="14940" y="21600"/>
                  </a:cubicBezTo>
                  <a:lnTo>
                    <a:pt x="21600" y="21600"/>
                  </a:lnTo>
                  <a:cubicBezTo>
                    <a:pt x="20909" y="16135"/>
                    <a:pt x="18474" y="11082"/>
                    <a:pt x="14550" y="7129"/>
                  </a:cubicBezTo>
                  <a:cubicBezTo>
                    <a:pt x="10581" y="3127"/>
                    <a:pt x="5495" y="661"/>
                    <a:pt x="2" y="0"/>
                  </a:cubicBezTo>
                  <a:lnTo>
                    <a:pt x="2" y="6567"/>
                  </a:lnTo>
                  <a:lnTo>
                    <a:pt x="0" y="6567"/>
                  </a:lnTo>
                  <a:close/>
                  <a:moveTo>
                    <a:pt x="0" y="6567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57" name="AutoShape 350"/>
            <p:cNvSpPr/>
            <p:nvPr/>
          </p:nvSpPr>
          <p:spPr>
            <a:xfrm>
              <a:off x="6243480" y="4711680"/>
              <a:ext cx="214560" cy="21384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213840"/>
                <a:gd name="textAreaBottom" fmla="*/ 214200 h 2138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8672" y="21600"/>
                  </a:moveTo>
                  <a:lnTo>
                    <a:pt x="21600" y="21599"/>
                  </a:lnTo>
                  <a:cubicBezTo>
                    <a:pt x="21387" y="10396"/>
                    <a:pt x="11173" y="170"/>
                    <a:pt x="1" y="0"/>
                  </a:cubicBezTo>
                  <a:lnTo>
                    <a:pt x="0" y="2871"/>
                  </a:lnTo>
                  <a:cubicBezTo>
                    <a:pt x="10018" y="3430"/>
                    <a:pt x="18072" y="11518"/>
                    <a:pt x="18672" y="21600"/>
                  </a:cubicBezTo>
                  <a:close/>
                  <a:moveTo>
                    <a:pt x="18672" y="2160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58" name="AutoShape 351"/>
            <p:cNvSpPr/>
            <p:nvPr/>
          </p:nvSpPr>
          <p:spPr>
            <a:xfrm>
              <a:off x="6243480" y="4779000"/>
              <a:ext cx="147240" cy="147240"/>
            </a:xfrm>
            <a:custGeom>
              <a:avLst/>
              <a:gdLst>
                <a:gd name="textAreaLeft" fmla="*/ 0 w 147240"/>
                <a:gd name="textAreaRight" fmla="*/ 147600 w 147240"/>
                <a:gd name="textAreaTop" fmla="*/ 0 h 147240"/>
                <a:gd name="textAreaBottom" fmla="*/ 147600 h 1472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7333" y="21599"/>
                  </a:moveTo>
                  <a:lnTo>
                    <a:pt x="21600" y="21600"/>
                  </a:lnTo>
                  <a:cubicBezTo>
                    <a:pt x="20745" y="10040"/>
                    <a:pt x="11513" y="794"/>
                    <a:pt x="0" y="0"/>
                  </a:cubicBezTo>
                  <a:lnTo>
                    <a:pt x="0" y="4302"/>
                  </a:lnTo>
                  <a:cubicBezTo>
                    <a:pt x="9167" y="5080"/>
                    <a:pt x="16498" y="12409"/>
                    <a:pt x="17333" y="21599"/>
                  </a:cubicBezTo>
                  <a:close/>
                  <a:moveTo>
                    <a:pt x="17333" y="21599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559" name="AutoShape 161"/>
          <p:cNvSpPr/>
          <p:nvPr/>
        </p:nvSpPr>
        <p:spPr>
          <a:xfrm>
            <a:off x="7591680" y="4264560"/>
            <a:ext cx="1281240" cy="1281240"/>
          </a:xfrm>
          <a:custGeom>
            <a:avLst/>
            <a:gdLst>
              <a:gd name="textAreaLeft" fmla="*/ 0 w 1281240"/>
              <a:gd name="textAreaRight" fmla="*/ 1281600 w 1281240"/>
              <a:gd name="textAreaTop" fmla="*/ 0 h 1281240"/>
              <a:gd name="textAreaBottom" fmla="*/ 1281600 h 1281240"/>
              <a:gd name="GluePoint1X" fmla="*/ 273207882 w 21598"/>
              <a:gd name="GluePoint1Y" fmla="*/ 136603929 h 21598"/>
              <a:gd name="GluePoint2X" fmla="*/ 262809719 w 21598"/>
              <a:gd name="GluePoint2Y" fmla="*/ 84322679 h 21598"/>
              <a:gd name="GluePoint3X" fmla="*/ 233196687 w 21598"/>
              <a:gd name="GluePoint3Y" fmla="*/ 40011172 h 21598"/>
              <a:gd name="GluePoint4X" fmla="*/ 188885204 w 21598"/>
              <a:gd name="GluePoint4Y" fmla="*/ 10398163 h 21598"/>
              <a:gd name="GluePoint5X" fmla="*/ 136603929 w 21598"/>
              <a:gd name="GluePoint5Y" fmla="*/ 0 h 21598"/>
              <a:gd name="GluePoint6X" fmla="*/ 84322679 w 21598"/>
              <a:gd name="GluePoint6Y" fmla="*/ 10398163 h 21598"/>
              <a:gd name="GluePoint7X" fmla="*/ 40011172 w 21598"/>
              <a:gd name="GluePoint7Y" fmla="*/ 40011172 h 21598"/>
              <a:gd name="GluePoint8X" fmla="*/ 10398163 w 21598"/>
              <a:gd name="GluePoint8Y" fmla="*/ 84322679 h 21598"/>
              <a:gd name="GluePoint9X" fmla="*/ 0 w 21598"/>
              <a:gd name="GluePoint9Y" fmla="*/ 136603929 h 21598"/>
              <a:gd name="GluePoint10X" fmla="*/ 10398163 w 21598"/>
              <a:gd name="GluePoint10Y" fmla="*/ 188885204 h 21598"/>
              <a:gd name="GluePoint11X" fmla="*/ 40011172 w 21598"/>
              <a:gd name="GluePoint11Y" fmla="*/ 233196687 h 21598"/>
              <a:gd name="GluePoint12X" fmla="*/ 84322679 w 21598"/>
              <a:gd name="GluePoint12Y" fmla="*/ 262809719 h 21598"/>
              <a:gd name="GluePoint13X" fmla="*/ 136603929 w 21598"/>
              <a:gd name="GluePoint13Y" fmla="*/ 273207882 h 21598"/>
              <a:gd name="GluePoint14X" fmla="*/ 188885204 w 21598"/>
              <a:gd name="GluePoint14Y" fmla="*/ 262809719 h 21598"/>
              <a:gd name="GluePoint15X" fmla="*/ 233196687 w 21598"/>
              <a:gd name="GluePoint15Y" fmla="*/ 233196687 h 21598"/>
              <a:gd name="GluePoint16X" fmla="*/ 262809719 w 21598"/>
              <a:gd name="GluePoint16Y" fmla="*/ 188885204 h 21598"/>
              <a:gd name="GluePoint17X" fmla="*/ 273207882 w 21598"/>
              <a:gd name="GluePoint17Y" fmla="*/ 136603929 h 21598"/>
              <a:gd name="GluePoint18X" fmla="*/ 273207882 w 21598"/>
              <a:gd name="GluePoint18Y" fmla="*/ 136603929 h 215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21598" h="21598">
                <a:moveTo>
                  <a:pt x="21598" y="10799"/>
                </a:moveTo>
                <a:cubicBezTo>
                  <a:pt x="21599" y="9385"/>
                  <a:pt x="21318" y="7972"/>
                  <a:pt x="20776" y="6666"/>
                </a:cubicBezTo>
                <a:cubicBezTo>
                  <a:pt x="20236" y="5360"/>
                  <a:pt x="19435" y="4162"/>
                  <a:pt x="18435" y="3163"/>
                </a:cubicBezTo>
                <a:cubicBezTo>
                  <a:pt x="17436" y="2163"/>
                  <a:pt x="16238" y="1362"/>
                  <a:pt x="14932" y="822"/>
                </a:cubicBezTo>
                <a:cubicBezTo>
                  <a:pt x="13626" y="280"/>
                  <a:pt x="12213" y="-1"/>
                  <a:pt x="10799" y="0"/>
                </a:cubicBezTo>
                <a:cubicBezTo>
                  <a:pt x="9385" y="-1"/>
                  <a:pt x="7972" y="280"/>
                  <a:pt x="6666" y="822"/>
                </a:cubicBezTo>
                <a:cubicBezTo>
                  <a:pt x="5360" y="1362"/>
                  <a:pt x="4162" y="2163"/>
                  <a:pt x="3163" y="3163"/>
                </a:cubicBezTo>
                <a:cubicBezTo>
                  <a:pt x="2163" y="4162"/>
                  <a:pt x="1362" y="5360"/>
                  <a:pt x="822" y="6666"/>
                </a:cubicBezTo>
                <a:cubicBezTo>
                  <a:pt x="280" y="7972"/>
                  <a:pt x="-1" y="9385"/>
                  <a:pt x="0" y="10799"/>
                </a:cubicBezTo>
                <a:cubicBezTo>
                  <a:pt x="-1" y="12213"/>
                  <a:pt x="280" y="13626"/>
                  <a:pt x="822" y="14932"/>
                </a:cubicBezTo>
                <a:cubicBezTo>
                  <a:pt x="1362" y="16238"/>
                  <a:pt x="2163" y="17436"/>
                  <a:pt x="3163" y="18435"/>
                </a:cubicBezTo>
                <a:cubicBezTo>
                  <a:pt x="4162" y="19435"/>
                  <a:pt x="5360" y="20236"/>
                  <a:pt x="6666" y="20776"/>
                </a:cubicBezTo>
                <a:cubicBezTo>
                  <a:pt x="7972" y="21318"/>
                  <a:pt x="9385" y="21599"/>
                  <a:pt x="10799" y="21598"/>
                </a:cubicBezTo>
                <a:cubicBezTo>
                  <a:pt x="12213" y="21599"/>
                  <a:pt x="13626" y="21318"/>
                  <a:pt x="14932" y="20776"/>
                </a:cubicBezTo>
                <a:cubicBezTo>
                  <a:pt x="16238" y="20236"/>
                  <a:pt x="17436" y="19435"/>
                  <a:pt x="18435" y="18435"/>
                </a:cubicBezTo>
                <a:cubicBezTo>
                  <a:pt x="19435" y="17436"/>
                  <a:pt x="20236" y="16238"/>
                  <a:pt x="20776" y="14932"/>
                </a:cubicBezTo>
                <a:cubicBezTo>
                  <a:pt x="21318" y="13626"/>
                  <a:pt x="21599" y="12213"/>
                  <a:pt x="21598" y="10799"/>
                </a:cubicBezTo>
                <a:close/>
                <a:moveTo>
                  <a:pt x="21598" y="10799"/>
                </a:moveTo>
              </a:path>
            </a:pathLst>
          </a:custGeom>
          <a:solidFill>
            <a:srgbClr val="3099d6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560" name="Group 332"/>
          <p:cNvGrpSpPr/>
          <p:nvPr/>
        </p:nvGrpSpPr>
        <p:grpSpPr>
          <a:xfrm>
            <a:off x="7962120" y="4653360"/>
            <a:ext cx="523440" cy="528120"/>
            <a:chOff x="7962120" y="4653360"/>
            <a:chExt cx="523440" cy="528120"/>
          </a:xfrm>
        </p:grpSpPr>
        <p:sp>
          <p:nvSpPr>
            <p:cNvPr id="561" name="AutoShape 325"/>
            <p:cNvSpPr/>
            <p:nvPr/>
          </p:nvSpPr>
          <p:spPr>
            <a:xfrm>
              <a:off x="7962120" y="4653360"/>
              <a:ext cx="523440" cy="528120"/>
            </a:xfrm>
            <a:custGeom>
              <a:avLst/>
              <a:gdLst>
                <a:gd name="textAreaLeft" fmla="*/ 0 w 523440"/>
                <a:gd name="textAreaRight" fmla="*/ 523800 w 523440"/>
                <a:gd name="textAreaTop" fmla="*/ 0 h 528120"/>
                <a:gd name="textAreaBottom" fmla="*/ 528480 h 5281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  <a:gd name="GluePoint27X" fmla="*/ 0 w 21600"/>
                <a:gd name="GluePoint27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2640"/>
                    <a:pt x="461" y="14372"/>
                    <a:pt x="1273" y="15888"/>
                  </a:cubicBezTo>
                  <a:cubicBezTo>
                    <a:pt x="2296" y="17800"/>
                    <a:pt x="3878" y="19367"/>
                    <a:pt x="5801" y="20373"/>
                  </a:cubicBezTo>
                  <a:cubicBezTo>
                    <a:pt x="7296" y="21155"/>
                    <a:pt x="8996" y="21600"/>
                    <a:pt x="10800" y="21600"/>
                  </a:cubicBezTo>
                  <a:cubicBezTo>
                    <a:pt x="12665" y="21600"/>
                    <a:pt x="14419" y="21128"/>
                    <a:pt x="15950" y="20295"/>
                  </a:cubicBezTo>
                  <a:cubicBezTo>
                    <a:pt x="17855" y="19260"/>
                    <a:pt x="19410" y="17667"/>
                    <a:pt x="20404" y="15738"/>
                  </a:cubicBezTo>
                  <a:cubicBezTo>
                    <a:pt x="21167" y="14257"/>
                    <a:pt x="21600" y="12580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8629" y="12876"/>
                  </a:moveTo>
                  <a:cubicBezTo>
                    <a:pt x="18568" y="13108"/>
                    <a:pt x="18493" y="13334"/>
                    <a:pt x="18411" y="13558"/>
                  </a:cubicBezTo>
                  <a:cubicBezTo>
                    <a:pt x="18052" y="13453"/>
                    <a:pt x="17672" y="13395"/>
                    <a:pt x="17279" y="13395"/>
                  </a:cubicBezTo>
                  <a:cubicBezTo>
                    <a:pt x="15036" y="13395"/>
                    <a:pt x="13218" y="15214"/>
                    <a:pt x="13218" y="17457"/>
                  </a:cubicBezTo>
                  <a:cubicBezTo>
                    <a:pt x="13218" y="17812"/>
                    <a:pt x="13266" y="18154"/>
                    <a:pt x="13352" y="18482"/>
                  </a:cubicBezTo>
                  <a:cubicBezTo>
                    <a:pt x="13251" y="18515"/>
                    <a:pt x="13152" y="18550"/>
                    <a:pt x="13050" y="18580"/>
                  </a:cubicBezTo>
                  <a:cubicBezTo>
                    <a:pt x="12335" y="18786"/>
                    <a:pt x="11581" y="18900"/>
                    <a:pt x="10800" y="18900"/>
                  </a:cubicBezTo>
                  <a:cubicBezTo>
                    <a:pt x="10065" y="18900"/>
                    <a:pt x="9353" y="18800"/>
                    <a:pt x="8675" y="18615"/>
                  </a:cubicBezTo>
                  <a:cubicBezTo>
                    <a:pt x="8566" y="18585"/>
                    <a:pt x="8458" y="18549"/>
                    <a:pt x="8351" y="18515"/>
                  </a:cubicBezTo>
                  <a:cubicBezTo>
                    <a:pt x="8427" y="18204"/>
                    <a:pt x="8469" y="17879"/>
                    <a:pt x="8469" y="17544"/>
                  </a:cubicBezTo>
                  <a:cubicBezTo>
                    <a:pt x="8469" y="15301"/>
                    <a:pt x="6651" y="13482"/>
                    <a:pt x="4407" y="13482"/>
                  </a:cubicBezTo>
                  <a:cubicBezTo>
                    <a:pt x="3997" y="13482"/>
                    <a:pt x="3601" y="13545"/>
                    <a:pt x="3228" y="13659"/>
                  </a:cubicBezTo>
                  <a:cubicBezTo>
                    <a:pt x="3146" y="13442"/>
                    <a:pt x="3070" y="13223"/>
                    <a:pt x="3006" y="12999"/>
                  </a:cubicBezTo>
                  <a:cubicBezTo>
                    <a:pt x="2808" y="12299"/>
                    <a:pt x="2700" y="11562"/>
                    <a:pt x="2700" y="10800"/>
                  </a:cubicBezTo>
                  <a:cubicBezTo>
                    <a:pt x="2700" y="6334"/>
                    <a:pt x="6334" y="2700"/>
                    <a:pt x="10800" y="2700"/>
                  </a:cubicBezTo>
                  <a:cubicBezTo>
                    <a:pt x="15266" y="2700"/>
                    <a:pt x="18900" y="6334"/>
                    <a:pt x="18900" y="10800"/>
                  </a:cubicBezTo>
                  <a:cubicBezTo>
                    <a:pt x="18900" y="11518"/>
                    <a:pt x="18805" y="12213"/>
                    <a:pt x="18629" y="12876"/>
                  </a:cubicBezTo>
                  <a:close/>
                  <a:moveTo>
                    <a:pt x="18629" y="12876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62" name="AutoShape 326"/>
            <p:cNvSpPr/>
            <p:nvPr/>
          </p:nvSpPr>
          <p:spPr>
            <a:xfrm>
              <a:off x="8151480" y="4747680"/>
              <a:ext cx="112320" cy="20592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205920"/>
                <a:gd name="textAreaBottom" fmla="*/ 206280 h 2059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8572" y="14084"/>
                  </a:moveTo>
                  <a:lnTo>
                    <a:pt x="2517" y="0"/>
                  </a:lnTo>
                  <a:lnTo>
                    <a:pt x="0" y="585"/>
                  </a:lnTo>
                  <a:lnTo>
                    <a:pt x="6681" y="16800"/>
                  </a:lnTo>
                  <a:cubicBezTo>
                    <a:pt x="6623" y="17008"/>
                    <a:pt x="6592" y="17220"/>
                    <a:pt x="6592" y="17429"/>
                  </a:cubicBezTo>
                  <a:cubicBezTo>
                    <a:pt x="6589" y="19062"/>
                    <a:pt x="8331" y="20611"/>
                    <a:pt x="11212" y="21278"/>
                  </a:cubicBezTo>
                  <a:cubicBezTo>
                    <a:pt x="12153" y="21498"/>
                    <a:pt x="13133" y="21600"/>
                    <a:pt x="14097" y="21600"/>
                  </a:cubicBezTo>
                  <a:cubicBezTo>
                    <a:pt x="17032" y="21600"/>
                    <a:pt x="19818" y="20633"/>
                    <a:pt x="21019" y="19035"/>
                  </a:cubicBezTo>
                  <a:cubicBezTo>
                    <a:pt x="21410" y="18510"/>
                    <a:pt x="21600" y="17964"/>
                    <a:pt x="21600" y="17431"/>
                  </a:cubicBezTo>
                  <a:cubicBezTo>
                    <a:pt x="21596" y="16122"/>
                    <a:pt x="20490" y="14875"/>
                    <a:pt x="18572" y="14084"/>
                  </a:cubicBezTo>
                  <a:close/>
                  <a:moveTo>
                    <a:pt x="18572" y="14084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63" name="Rectangle 327"/>
            <p:cNvSpPr/>
            <p:nvPr/>
          </p:nvSpPr>
          <p:spPr>
            <a:xfrm>
              <a:off x="8217000" y="4734000"/>
              <a:ext cx="23400" cy="5940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64" name="AutoShape 328"/>
            <p:cNvSpPr/>
            <p:nvPr/>
          </p:nvSpPr>
          <p:spPr>
            <a:xfrm>
              <a:off x="8289720" y="4785480"/>
              <a:ext cx="58680" cy="5940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59400"/>
                <a:gd name="textAreaBottom" fmla="*/ 59760 h 594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15371"/>
                  </a:moveTo>
                  <a:lnTo>
                    <a:pt x="15368" y="0"/>
                  </a:lnTo>
                  <a:lnTo>
                    <a:pt x="21600" y="6229"/>
                  </a:lnTo>
                  <a:lnTo>
                    <a:pt x="6232" y="21600"/>
                  </a:lnTo>
                  <a:lnTo>
                    <a:pt x="0" y="15371"/>
                  </a:lnTo>
                  <a:close/>
                  <a:moveTo>
                    <a:pt x="0" y="15371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65" name="Rectangle 329"/>
            <p:cNvSpPr/>
            <p:nvPr/>
          </p:nvSpPr>
          <p:spPr>
            <a:xfrm>
              <a:off x="8333280" y="4880880"/>
              <a:ext cx="58680" cy="2340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66" name="Rectangle 330"/>
            <p:cNvSpPr/>
            <p:nvPr/>
          </p:nvSpPr>
          <p:spPr>
            <a:xfrm>
              <a:off x="8056800" y="4880880"/>
              <a:ext cx="58680" cy="2340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67" name="AutoShape 331"/>
            <p:cNvSpPr/>
            <p:nvPr/>
          </p:nvSpPr>
          <p:spPr>
            <a:xfrm>
              <a:off x="8093160" y="4785480"/>
              <a:ext cx="58680" cy="59400"/>
            </a:xfrm>
            <a:custGeom>
              <a:avLst/>
              <a:gdLst>
                <a:gd name="textAreaLeft" fmla="*/ 0 w 58680"/>
                <a:gd name="textAreaRight" fmla="*/ 59040 w 58680"/>
                <a:gd name="textAreaTop" fmla="*/ 0 h 59400"/>
                <a:gd name="textAreaBottom" fmla="*/ 59760 h 5940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5370" y="21600"/>
                  </a:moveTo>
                  <a:lnTo>
                    <a:pt x="0" y="6230"/>
                  </a:lnTo>
                  <a:lnTo>
                    <a:pt x="6230" y="0"/>
                  </a:lnTo>
                  <a:lnTo>
                    <a:pt x="21600" y="15370"/>
                  </a:lnTo>
                  <a:lnTo>
                    <a:pt x="15370" y="21600"/>
                  </a:lnTo>
                  <a:close/>
                  <a:moveTo>
                    <a:pt x="15370" y="2160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568" name="AutoShape 165"/>
          <p:cNvSpPr/>
          <p:nvPr/>
        </p:nvSpPr>
        <p:spPr>
          <a:xfrm>
            <a:off x="7591680" y="2291760"/>
            <a:ext cx="1281240" cy="1281240"/>
          </a:xfrm>
          <a:custGeom>
            <a:avLst/>
            <a:gdLst>
              <a:gd name="textAreaLeft" fmla="*/ 0 w 1281240"/>
              <a:gd name="textAreaRight" fmla="*/ 1281600 w 1281240"/>
              <a:gd name="textAreaTop" fmla="*/ 0 h 1281240"/>
              <a:gd name="textAreaBottom" fmla="*/ 1281600 h 1281240"/>
              <a:gd name="GluePoint1X" fmla="*/ 273207882 w 21598"/>
              <a:gd name="GluePoint1Y" fmla="*/ 136603929 h 21598"/>
              <a:gd name="GluePoint2X" fmla="*/ 262809719 w 21598"/>
              <a:gd name="GluePoint2Y" fmla="*/ 84322679 h 21598"/>
              <a:gd name="GluePoint3X" fmla="*/ 233196687 w 21598"/>
              <a:gd name="GluePoint3Y" fmla="*/ 40011172 h 21598"/>
              <a:gd name="GluePoint4X" fmla="*/ 188885204 w 21598"/>
              <a:gd name="GluePoint4Y" fmla="*/ 10398163 h 21598"/>
              <a:gd name="GluePoint5X" fmla="*/ 136603929 w 21598"/>
              <a:gd name="GluePoint5Y" fmla="*/ 0 h 21598"/>
              <a:gd name="GluePoint6X" fmla="*/ 84322679 w 21598"/>
              <a:gd name="GluePoint6Y" fmla="*/ 10398163 h 21598"/>
              <a:gd name="GluePoint7X" fmla="*/ 40011172 w 21598"/>
              <a:gd name="GluePoint7Y" fmla="*/ 40011172 h 21598"/>
              <a:gd name="GluePoint8X" fmla="*/ 10398163 w 21598"/>
              <a:gd name="GluePoint8Y" fmla="*/ 84322679 h 21598"/>
              <a:gd name="GluePoint9X" fmla="*/ 0 w 21598"/>
              <a:gd name="GluePoint9Y" fmla="*/ 136603929 h 21598"/>
              <a:gd name="GluePoint10X" fmla="*/ 10398163 w 21598"/>
              <a:gd name="GluePoint10Y" fmla="*/ 188885204 h 21598"/>
              <a:gd name="GluePoint11X" fmla="*/ 40011172 w 21598"/>
              <a:gd name="GluePoint11Y" fmla="*/ 233196687 h 21598"/>
              <a:gd name="GluePoint12X" fmla="*/ 84322679 w 21598"/>
              <a:gd name="GluePoint12Y" fmla="*/ 262809719 h 21598"/>
              <a:gd name="GluePoint13X" fmla="*/ 136603929 w 21598"/>
              <a:gd name="GluePoint13Y" fmla="*/ 273207882 h 21598"/>
              <a:gd name="GluePoint14X" fmla="*/ 188885204 w 21598"/>
              <a:gd name="GluePoint14Y" fmla="*/ 262809719 h 21598"/>
              <a:gd name="GluePoint15X" fmla="*/ 233196687 w 21598"/>
              <a:gd name="GluePoint15Y" fmla="*/ 233196687 h 21598"/>
              <a:gd name="GluePoint16X" fmla="*/ 262809719 w 21598"/>
              <a:gd name="GluePoint16Y" fmla="*/ 188885204 h 21598"/>
              <a:gd name="GluePoint17X" fmla="*/ 273207882 w 21598"/>
              <a:gd name="GluePoint17Y" fmla="*/ 136603929 h 21598"/>
              <a:gd name="GluePoint18X" fmla="*/ 273207882 w 21598"/>
              <a:gd name="GluePoint18Y" fmla="*/ 136603929 h 215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21598" h="21598">
                <a:moveTo>
                  <a:pt x="21598" y="10799"/>
                </a:moveTo>
                <a:cubicBezTo>
                  <a:pt x="21599" y="9385"/>
                  <a:pt x="21318" y="7972"/>
                  <a:pt x="20776" y="6666"/>
                </a:cubicBezTo>
                <a:cubicBezTo>
                  <a:pt x="20236" y="5360"/>
                  <a:pt x="19435" y="4162"/>
                  <a:pt x="18435" y="3163"/>
                </a:cubicBezTo>
                <a:cubicBezTo>
                  <a:pt x="17436" y="2163"/>
                  <a:pt x="16238" y="1362"/>
                  <a:pt x="14932" y="822"/>
                </a:cubicBezTo>
                <a:cubicBezTo>
                  <a:pt x="13626" y="280"/>
                  <a:pt x="12213" y="-1"/>
                  <a:pt x="10799" y="0"/>
                </a:cubicBezTo>
                <a:cubicBezTo>
                  <a:pt x="9385" y="-1"/>
                  <a:pt x="7972" y="280"/>
                  <a:pt x="6666" y="822"/>
                </a:cubicBezTo>
                <a:cubicBezTo>
                  <a:pt x="5360" y="1362"/>
                  <a:pt x="4162" y="2163"/>
                  <a:pt x="3163" y="3163"/>
                </a:cubicBezTo>
                <a:cubicBezTo>
                  <a:pt x="2163" y="4162"/>
                  <a:pt x="1362" y="5360"/>
                  <a:pt x="822" y="6666"/>
                </a:cubicBezTo>
                <a:cubicBezTo>
                  <a:pt x="280" y="7972"/>
                  <a:pt x="-1" y="9385"/>
                  <a:pt x="0" y="10799"/>
                </a:cubicBezTo>
                <a:cubicBezTo>
                  <a:pt x="-1" y="12213"/>
                  <a:pt x="280" y="13626"/>
                  <a:pt x="822" y="14932"/>
                </a:cubicBezTo>
                <a:cubicBezTo>
                  <a:pt x="1362" y="16238"/>
                  <a:pt x="2163" y="17436"/>
                  <a:pt x="3163" y="18435"/>
                </a:cubicBezTo>
                <a:cubicBezTo>
                  <a:pt x="4162" y="19435"/>
                  <a:pt x="5360" y="20236"/>
                  <a:pt x="6666" y="20776"/>
                </a:cubicBezTo>
                <a:cubicBezTo>
                  <a:pt x="7972" y="21318"/>
                  <a:pt x="9385" y="21599"/>
                  <a:pt x="10799" y="21598"/>
                </a:cubicBezTo>
                <a:cubicBezTo>
                  <a:pt x="12213" y="21599"/>
                  <a:pt x="13626" y="21318"/>
                  <a:pt x="14932" y="20776"/>
                </a:cubicBezTo>
                <a:cubicBezTo>
                  <a:pt x="16238" y="20236"/>
                  <a:pt x="17436" y="19435"/>
                  <a:pt x="18435" y="18435"/>
                </a:cubicBezTo>
                <a:cubicBezTo>
                  <a:pt x="19435" y="17436"/>
                  <a:pt x="20236" y="16238"/>
                  <a:pt x="20776" y="14932"/>
                </a:cubicBezTo>
                <a:cubicBezTo>
                  <a:pt x="21318" y="13626"/>
                  <a:pt x="21599" y="12213"/>
                  <a:pt x="21598" y="10799"/>
                </a:cubicBezTo>
                <a:close/>
                <a:moveTo>
                  <a:pt x="21598" y="10799"/>
                </a:moveTo>
              </a:path>
            </a:pathLst>
          </a:custGeom>
          <a:solidFill>
            <a:srgbClr val="3099d6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sp>
        <p:nvSpPr>
          <p:cNvPr id="569" name="AutoShape 597"/>
          <p:cNvSpPr/>
          <p:nvPr/>
        </p:nvSpPr>
        <p:spPr>
          <a:xfrm>
            <a:off x="7981200" y="2696040"/>
            <a:ext cx="504360" cy="504360"/>
          </a:xfrm>
          <a:custGeom>
            <a:avLst/>
            <a:gdLst>
              <a:gd name="textAreaLeft" fmla="*/ 0 w 504360"/>
              <a:gd name="textAreaRight" fmla="*/ 504720 w 504360"/>
              <a:gd name="textAreaTop" fmla="*/ 0 h 504360"/>
              <a:gd name="textAreaBottom" fmla="*/ 504720 h 504360"/>
              <a:gd name="GluePoint1X" fmla="*/ 197530295 w 21599"/>
              <a:gd name="GluePoint1Y" fmla="*/ 172950408 h 21600"/>
              <a:gd name="GluePoint2X" fmla="*/ 143127996 w 21599"/>
              <a:gd name="GluePoint2Y" fmla="*/ 118530734 h 21600"/>
              <a:gd name="GluePoint3X" fmla="*/ 154889968 w 21599"/>
              <a:gd name="GluePoint3Y" fmla="*/ 77505851 h 21600"/>
              <a:gd name="GluePoint4X" fmla="*/ 77445028 w 21599"/>
              <a:gd name="GluePoint4Y" fmla="*/ 0 h 21600"/>
              <a:gd name="GluePoint5X" fmla="*/ 0 w 21599"/>
              <a:gd name="GluePoint5Y" fmla="*/ 77505851 h 21600"/>
              <a:gd name="GluePoint6X" fmla="*/ 77445028 w 21599"/>
              <a:gd name="GluePoint6Y" fmla="*/ 154973590 h 21600"/>
              <a:gd name="GluePoint7X" fmla="*/ 118656171 w 21599"/>
              <a:gd name="GluePoint7Y" fmla="*/ 143092820 h 21600"/>
              <a:gd name="GluePoint8X" fmla="*/ 173020355 w 21599"/>
              <a:gd name="GluePoint8Y" fmla="*/ 197484751 h 21600"/>
              <a:gd name="GluePoint9X" fmla="*/ 186522015 w 21599"/>
              <a:gd name="GluePoint9Y" fmla="*/ 203194979 h 21600"/>
              <a:gd name="GluePoint10X" fmla="*/ 186587973 w 21599"/>
              <a:gd name="GluePoint10Y" fmla="*/ 203194979 h 21600"/>
              <a:gd name="GluePoint11X" fmla="*/ 198387292 w 21599"/>
              <a:gd name="GluePoint11Y" fmla="*/ 198396947 h 21600"/>
              <a:gd name="GluePoint12X" fmla="*/ 203223198 w 21599"/>
              <a:gd name="GluePoint12Y" fmla="*/ 186477975 h 21600"/>
              <a:gd name="GluePoint13X" fmla="*/ 197530295 w 21599"/>
              <a:gd name="GluePoint13Y" fmla="*/ 172950408 h 21600"/>
              <a:gd name="GluePoint14X" fmla="*/ 120631759 w 21599"/>
              <a:gd name="GluePoint14Y" fmla="*/ 77505851 h 21600"/>
              <a:gd name="GluePoint15X" fmla="*/ 77445028 w 21599"/>
              <a:gd name="GluePoint15Y" fmla="*/ 120712436 h 21600"/>
              <a:gd name="GluePoint16X" fmla="*/ 34258209 w 21599"/>
              <a:gd name="GluePoint16Y" fmla="*/ 77505851 h 21600"/>
              <a:gd name="GluePoint17X" fmla="*/ 77445028 w 21599"/>
              <a:gd name="GluePoint17Y" fmla="*/ 34279285 h 21600"/>
              <a:gd name="GluePoint18X" fmla="*/ 120631759 w 21599"/>
              <a:gd name="GluePoint18Y" fmla="*/ 77505851 h 21600"/>
              <a:gd name="GluePoint19X" fmla="*/ 120631759 w 21599"/>
              <a:gd name="GluePoint19Y" fmla="*/ 77505851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21599" h="21600">
                <a:moveTo>
                  <a:pt x="20994" y="18385"/>
                </a:moveTo>
                <a:lnTo>
                  <a:pt x="15212" y="12600"/>
                </a:lnTo>
                <a:cubicBezTo>
                  <a:pt x="16003" y="11336"/>
                  <a:pt x="16462" y="9839"/>
                  <a:pt x="16462" y="8239"/>
                </a:cubicBezTo>
                <a:cubicBezTo>
                  <a:pt x="16462" y="3689"/>
                  <a:pt x="12777" y="0"/>
                  <a:pt x="8231" y="0"/>
                </a:cubicBezTo>
                <a:cubicBezTo>
                  <a:pt x="3686" y="0"/>
                  <a:pt x="0" y="3689"/>
                  <a:pt x="0" y="8239"/>
                </a:cubicBezTo>
                <a:cubicBezTo>
                  <a:pt x="0" y="12787"/>
                  <a:pt x="3686" y="16474"/>
                  <a:pt x="8231" y="16474"/>
                </a:cubicBezTo>
                <a:cubicBezTo>
                  <a:pt x="9839" y="16474"/>
                  <a:pt x="11342" y="16011"/>
                  <a:pt x="12611" y="15211"/>
                </a:cubicBezTo>
                <a:lnTo>
                  <a:pt x="18389" y="20993"/>
                </a:lnTo>
                <a:cubicBezTo>
                  <a:pt x="18787" y="21391"/>
                  <a:pt x="19307" y="21600"/>
                  <a:pt x="19824" y="21600"/>
                </a:cubicBezTo>
                <a:cubicBezTo>
                  <a:pt x="19827" y="21600"/>
                  <a:pt x="19829" y="21600"/>
                  <a:pt x="19831" y="21600"/>
                </a:cubicBezTo>
                <a:cubicBezTo>
                  <a:pt x="20281" y="21600"/>
                  <a:pt x="20740" y="21433"/>
                  <a:pt x="21085" y="21090"/>
                </a:cubicBezTo>
                <a:cubicBezTo>
                  <a:pt x="21434" y="20740"/>
                  <a:pt x="21600" y="20278"/>
                  <a:pt x="21599" y="19823"/>
                </a:cubicBezTo>
                <a:cubicBezTo>
                  <a:pt x="21598" y="19304"/>
                  <a:pt x="21391" y="18783"/>
                  <a:pt x="20994" y="18385"/>
                </a:cubicBezTo>
                <a:close/>
                <a:moveTo>
                  <a:pt x="12821" y="8239"/>
                </a:moveTo>
                <a:cubicBezTo>
                  <a:pt x="12817" y="10769"/>
                  <a:pt x="10761" y="12827"/>
                  <a:pt x="8231" y="12832"/>
                </a:cubicBezTo>
                <a:cubicBezTo>
                  <a:pt x="5701" y="12827"/>
                  <a:pt x="3645" y="10769"/>
                  <a:pt x="3641" y="8239"/>
                </a:cubicBezTo>
                <a:cubicBezTo>
                  <a:pt x="3645" y="5707"/>
                  <a:pt x="5701" y="3648"/>
                  <a:pt x="8231" y="3644"/>
                </a:cubicBezTo>
                <a:cubicBezTo>
                  <a:pt x="10761" y="3648"/>
                  <a:pt x="12817" y="5707"/>
                  <a:pt x="12821" y="8239"/>
                </a:cubicBezTo>
                <a:close/>
                <a:moveTo>
                  <a:pt x="12821" y="8239"/>
                </a:moveTo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sp>
        <p:nvSpPr>
          <p:cNvPr id="570" name="AutoShape 163"/>
          <p:cNvSpPr/>
          <p:nvPr/>
        </p:nvSpPr>
        <p:spPr>
          <a:xfrm>
            <a:off x="9564480" y="2291760"/>
            <a:ext cx="1281240" cy="1281240"/>
          </a:xfrm>
          <a:custGeom>
            <a:avLst/>
            <a:gdLst>
              <a:gd name="textAreaLeft" fmla="*/ 0 w 1281240"/>
              <a:gd name="textAreaRight" fmla="*/ 1281600 w 1281240"/>
              <a:gd name="textAreaTop" fmla="*/ 0 h 1281240"/>
              <a:gd name="textAreaBottom" fmla="*/ 1281600 h 1281240"/>
              <a:gd name="GluePoint1X" fmla="*/ 273207882 w 21598"/>
              <a:gd name="GluePoint1Y" fmla="*/ 136603929 h 21598"/>
              <a:gd name="GluePoint2X" fmla="*/ 262809719 w 21598"/>
              <a:gd name="GluePoint2Y" fmla="*/ 84322679 h 21598"/>
              <a:gd name="GluePoint3X" fmla="*/ 233196687 w 21598"/>
              <a:gd name="GluePoint3Y" fmla="*/ 40011172 h 21598"/>
              <a:gd name="GluePoint4X" fmla="*/ 188885204 w 21598"/>
              <a:gd name="GluePoint4Y" fmla="*/ 10398163 h 21598"/>
              <a:gd name="GluePoint5X" fmla="*/ 136603929 w 21598"/>
              <a:gd name="GluePoint5Y" fmla="*/ 0 h 21598"/>
              <a:gd name="GluePoint6X" fmla="*/ 84322679 w 21598"/>
              <a:gd name="GluePoint6Y" fmla="*/ 10398163 h 21598"/>
              <a:gd name="GluePoint7X" fmla="*/ 40011172 w 21598"/>
              <a:gd name="GluePoint7Y" fmla="*/ 40011172 h 21598"/>
              <a:gd name="GluePoint8X" fmla="*/ 10398163 w 21598"/>
              <a:gd name="GluePoint8Y" fmla="*/ 84322679 h 21598"/>
              <a:gd name="GluePoint9X" fmla="*/ 0 w 21598"/>
              <a:gd name="GluePoint9Y" fmla="*/ 136603929 h 21598"/>
              <a:gd name="GluePoint10X" fmla="*/ 10398163 w 21598"/>
              <a:gd name="GluePoint10Y" fmla="*/ 188885204 h 21598"/>
              <a:gd name="GluePoint11X" fmla="*/ 40011172 w 21598"/>
              <a:gd name="GluePoint11Y" fmla="*/ 233196687 h 21598"/>
              <a:gd name="GluePoint12X" fmla="*/ 84322679 w 21598"/>
              <a:gd name="GluePoint12Y" fmla="*/ 262809719 h 21598"/>
              <a:gd name="GluePoint13X" fmla="*/ 136603929 w 21598"/>
              <a:gd name="GluePoint13Y" fmla="*/ 273207882 h 21598"/>
              <a:gd name="GluePoint14X" fmla="*/ 188885204 w 21598"/>
              <a:gd name="GluePoint14Y" fmla="*/ 262809719 h 21598"/>
              <a:gd name="GluePoint15X" fmla="*/ 233196687 w 21598"/>
              <a:gd name="GluePoint15Y" fmla="*/ 233196687 h 21598"/>
              <a:gd name="GluePoint16X" fmla="*/ 262809719 w 21598"/>
              <a:gd name="GluePoint16Y" fmla="*/ 188885204 h 21598"/>
              <a:gd name="GluePoint17X" fmla="*/ 273207882 w 21598"/>
              <a:gd name="GluePoint17Y" fmla="*/ 136603929 h 21598"/>
              <a:gd name="GluePoint18X" fmla="*/ 273207882 w 21598"/>
              <a:gd name="GluePoint18Y" fmla="*/ 136603929 h 215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</a:cxnLst>
            <a:rect l="textAreaLeft" t="textAreaTop" r="textAreaRight" b="textAreaBottom"/>
            <a:pathLst>
              <a:path w="21598" h="21598">
                <a:moveTo>
                  <a:pt x="21598" y="10799"/>
                </a:moveTo>
                <a:cubicBezTo>
                  <a:pt x="21599" y="9385"/>
                  <a:pt x="21318" y="7972"/>
                  <a:pt x="20776" y="6666"/>
                </a:cubicBezTo>
                <a:cubicBezTo>
                  <a:pt x="20236" y="5360"/>
                  <a:pt x="19435" y="4162"/>
                  <a:pt x="18435" y="3163"/>
                </a:cubicBezTo>
                <a:cubicBezTo>
                  <a:pt x="17436" y="2163"/>
                  <a:pt x="16238" y="1362"/>
                  <a:pt x="14932" y="822"/>
                </a:cubicBezTo>
                <a:cubicBezTo>
                  <a:pt x="13626" y="280"/>
                  <a:pt x="12213" y="-1"/>
                  <a:pt x="10799" y="0"/>
                </a:cubicBezTo>
                <a:cubicBezTo>
                  <a:pt x="9385" y="-1"/>
                  <a:pt x="7972" y="280"/>
                  <a:pt x="6666" y="822"/>
                </a:cubicBezTo>
                <a:cubicBezTo>
                  <a:pt x="5360" y="1362"/>
                  <a:pt x="4162" y="2163"/>
                  <a:pt x="3163" y="3163"/>
                </a:cubicBezTo>
                <a:cubicBezTo>
                  <a:pt x="2163" y="4162"/>
                  <a:pt x="1362" y="5360"/>
                  <a:pt x="822" y="6666"/>
                </a:cubicBezTo>
                <a:cubicBezTo>
                  <a:pt x="280" y="7972"/>
                  <a:pt x="-1" y="9385"/>
                  <a:pt x="0" y="10799"/>
                </a:cubicBezTo>
                <a:cubicBezTo>
                  <a:pt x="-1" y="12213"/>
                  <a:pt x="280" y="13626"/>
                  <a:pt x="822" y="14932"/>
                </a:cubicBezTo>
                <a:cubicBezTo>
                  <a:pt x="1362" y="16238"/>
                  <a:pt x="2163" y="17436"/>
                  <a:pt x="3163" y="18435"/>
                </a:cubicBezTo>
                <a:cubicBezTo>
                  <a:pt x="4162" y="19435"/>
                  <a:pt x="5360" y="20236"/>
                  <a:pt x="6666" y="20776"/>
                </a:cubicBezTo>
                <a:cubicBezTo>
                  <a:pt x="7972" y="21318"/>
                  <a:pt x="9385" y="21599"/>
                  <a:pt x="10799" y="21598"/>
                </a:cubicBezTo>
                <a:cubicBezTo>
                  <a:pt x="12213" y="21599"/>
                  <a:pt x="13626" y="21318"/>
                  <a:pt x="14932" y="20776"/>
                </a:cubicBezTo>
                <a:cubicBezTo>
                  <a:pt x="16238" y="20236"/>
                  <a:pt x="17436" y="19435"/>
                  <a:pt x="18435" y="18435"/>
                </a:cubicBezTo>
                <a:cubicBezTo>
                  <a:pt x="19435" y="17436"/>
                  <a:pt x="20236" y="16238"/>
                  <a:pt x="20776" y="14932"/>
                </a:cubicBezTo>
                <a:cubicBezTo>
                  <a:pt x="21318" y="13626"/>
                  <a:pt x="21599" y="12213"/>
                  <a:pt x="21598" y="10799"/>
                </a:cubicBezTo>
                <a:close/>
                <a:moveTo>
                  <a:pt x="21598" y="10799"/>
                </a:moveTo>
              </a:path>
            </a:pathLst>
          </a:custGeom>
          <a:solidFill>
            <a:srgbClr val="3099d6"/>
          </a:solidFill>
          <a:ln w="635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571" name="Group 447"/>
          <p:cNvGrpSpPr/>
          <p:nvPr/>
        </p:nvGrpSpPr>
        <p:grpSpPr>
          <a:xfrm>
            <a:off x="10055880" y="2696040"/>
            <a:ext cx="446040" cy="446400"/>
            <a:chOff x="10055880" y="2696040"/>
            <a:chExt cx="446040" cy="446400"/>
          </a:xfrm>
        </p:grpSpPr>
        <p:sp>
          <p:nvSpPr>
            <p:cNvPr id="572" name="AutoShape 443"/>
            <p:cNvSpPr/>
            <p:nvPr/>
          </p:nvSpPr>
          <p:spPr>
            <a:xfrm>
              <a:off x="10055880" y="2926080"/>
              <a:ext cx="216360" cy="216360"/>
            </a:xfrm>
            <a:custGeom>
              <a:avLst/>
              <a:gdLst>
                <a:gd name="textAreaLeft" fmla="*/ 0 w 216360"/>
                <a:gd name="textAreaRight" fmla="*/ 216720 w 216360"/>
                <a:gd name="textAreaTop" fmla="*/ 0 h 216360"/>
                <a:gd name="textAreaBottom" fmla="*/ 216720 h 2163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948" y="3429"/>
                  </a:moveTo>
                  <a:lnTo>
                    <a:pt x="9450" y="10928"/>
                  </a:lnTo>
                  <a:lnTo>
                    <a:pt x="8117" y="9596"/>
                  </a:lnTo>
                  <a:lnTo>
                    <a:pt x="15616" y="2098"/>
                  </a:lnTo>
                  <a:lnTo>
                    <a:pt x="13520" y="0"/>
                  </a:lnTo>
                  <a:lnTo>
                    <a:pt x="3894" y="9626"/>
                  </a:lnTo>
                  <a:lnTo>
                    <a:pt x="3890" y="9626"/>
                  </a:lnTo>
                  <a:lnTo>
                    <a:pt x="3890" y="9630"/>
                  </a:lnTo>
                  <a:lnTo>
                    <a:pt x="3889" y="9630"/>
                  </a:lnTo>
                  <a:lnTo>
                    <a:pt x="3890" y="9630"/>
                  </a:lnTo>
                  <a:lnTo>
                    <a:pt x="0" y="21600"/>
                  </a:lnTo>
                  <a:lnTo>
                    <a:pt x="11971" y="17712"/>
                  </a:lnTo>
                  <a:lnTo>
                    <a:pt x="11972" y="17712"/>
                  </a:lnTo>
                  <a:lnTo>
                    <a:pt x="11975" y="17711"/>
                  </a:lnTo>
                  <a:lnTo>
                    <a:pt x="11975" y="17709"/>
                  </a:lnTo>
                  <a:lnTo>
                    <a:pt x="21600" y="8083"/>
                  </a:lnTo>
                  <a:lnTo>
                    <a:pt x="16948" y="3429"/>
                  </a:lnTo>
                  <a:close/>
                  <a:moveTo>
                    <a:pt x="16948" y="3429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73" name="AutoShape 444"/>
            <p:cNvSpPr/>
            <p:nvPr/>
          </p:nvSpPr>
          <p:spPr>
            <a:xfrm>
              <a:off x="10285560" y="2777040"/>
              <a:ext cx="136440" cy="136440"/>
            </a:xfrm>
            <a:custGeom>
              <a:avLst/>
              <a:gdLst>
                <a:gd name="textAreaLeft" fmla="*/ 0 w 136440"/>
                <a:gd name="textAreaRight" fmla="*/ 136800 w 136440"/>
                <a:gd name="textAreaTop" fmla="*/ 0 h 136440"/>
                <a:gd name="textAreaBottom" fmla="*/ 136800 h 1364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324" y="12115"/>
                  </a:moveTo>
                  <a:lnTo>
                    <a:pt x="8825" y="6614"/>
                  </a:lnTo>
                  <a:lnTo>
                    <a:pt x="10935" y="8723"/>
                  </a:lnTo>
                  <a:lnTo>
                    <a:pt x="5434" y="14225"/>
                  </a:lnTo>
                  <a:lnTo>
                    <a:pt x="12808" y="21600"/>
                  </a:lnTo>
                  <a:lnTo>
                    <a:pt x="21600" y="12807"/>
                  </a:lnTo>
                  <a:lnTo>
                    <a:pt x="8790" y="0"/>
                  </a:lnTo>
                  <a:lnTo>
                    <a:pt x="0" y="8791"/>
                  </a:lnTo>
                  <a:lnTo>
                    <a:pt x="3324" y="12115"/>
                  </a:lnTo>
                  <a:close/>
                  <a:moveTo>
                    <a:pt x="3324" y="12115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74" name="AutoShape 445"/>
            <p:cNvSpPr/>
            <p:nvPr/>
          </p:nvSpPr>
          <p:spPr>
            <a:xfrm>
              <a:off x="10366560" y="2696040"/>
              <a:ext cx="133920" cy="133920"/>
            </a:xfrm>
            <a:custGeom>
              <a:avLst/>
              <a:gdLst>
                <a:gd name="textAreaLeft" fmla="*/ 0 w 133920"/>
                <a:gd name="textAreaRight" fmla="*/ 134280 w 133920"/>
                <a:gd name="textAreaTop" fmla="*/ 0 h 133920"/>
                <a:gd name="textAreaBottom" fmla="*/ 134280 h 1339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8576"/>
                  </a:moveTo>
                  <a:lnTo>
                    <a:pt x="8573" y="0"/>
                  </a:lnTo>
                  <a:lnTo>
                    <a:pt x="21600" y="13024"/>
                  </a:lnTo>
                  <a:lnTo>
                    <a:pt x="13027" y="21600"/>
                  </a:lnTo>
                  <a:lnTo>
                    <a:pt x="0" y="8576"/>
                  </a:lnTo>
                  <a:close/>
                  <a:moveTo>
                    <a:pt x="0" y="8576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75" name="AutoShape 446"/>
            <p:cNvSpPr/>
            <p:nvPr/>
          </p:nvSpPr>
          <p:spPr>
            <a:xfrm>
              <a:off x="10055880" y="2696040"/>
              <a:ext cx="446040" cy="44532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445320"/>
                <a:gd name="textAreaBottom" fmla="*/ 445680 h 4453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712" y="12177"/>
                  </a:moveTo>
                  <a:cubicBezTo>
                    <a:pt x="16247" y="12177"/>
                    <a:pt x="15748" y="12329"/>
                    <a:pt x="15257" y="12582"/>
                  </a:cubicBezTo>
                  <a:lnTo>
                    <a:pt x="9013" y="6331"/>
                  </a:lnTo>
                  <a:cubicBezTo>
                    <a:pt x="9263" y="5840"/>
                    <a:pt x="9413" y="5346"/>
                    <a:pt x="9413" y="4893"/>
                  </a:cubicBezTo>
                  <a:cubicBezTo>
                    <a:pt x="9413" y="2407"/>
                    <a:pt x="7052" y="0"/>
                    <a:pt x="4571" y="0"/>
                  </a:cubicBezTo>
                  <a:cubicBezTo>
                    <a:pt x="4555" y="0"/>
                    <a:pt x="4540" y="0"/>
                    <a:pt x="4525" y="0"/>
                  </a:cubicBezTo>
                  <a:cubicBezTo>
                    <a:pt x="4515" y="0"/>
                    <a:pt x="4233" y="287"/>
                    <a:pt x="4079" y="441"/>
                  </a:cubicBezTo>
                  <a:cubicBezTo>
                    <a:pt x="6081" y="2445"/>
                    <a:pt x="5916" y="2120"/>
                    <a:pt x="5916" y="3349"/>
                  </a:cubicBezTo>
                  <a:cubicBezTo>
                    <a:pt x="5916" y="4347"/>
                    <a:pt x="4320" y="5922"/>
                    <a:pt x="3346" y="5922"/>
                  </a:cubicBezTo>
                  <a:cubicBezTo>
                    <a:pt x="3132" y="5922"/>
                    <a:pt x="2966" y="5928"/>
                    <a:pt x="2828" y="5928"/>
                  </a:cubicBezTo>
                  <a:cubicBezTo>
                    <a:pt x="2150" y="5928"/>
                    <a:pt x="2140" y="5784"/>
                    <a:pt x="441" y="4083"/>
                  </a:cubicBezTo>
                  <a:cubicBezTo>
                    <a:pt x="282" y="4242"/>
                    <a:pt x="0" y="4520"/>
                    <a:pt x="0" y="4529"/>
                  </a:cubicBezTo>
                  <a:cubicBezTo>
                    <a:pt x="31" y="7031"/>
                    <a:pt x="2390" y="9422"/>
                    <a:pt x="4888" y="9422"/>
                  </a:cubicBezTo>
                  <a:cubicBezTo>
                    <a:pt x="5341" y="9422"/>
                    <a:pt x="5824" y="9278"/>
                    <a:pt x="6302" y="9038"/>
                  </a:cubicBezTo>
                  <a:lnTo>
                    <a:pt x="12567" y="15310"/>
                  </a:lnTo>
                  <a:cubicBezTo>
                    <a:pt x="12329" y="15787"/>
                    <a:pt x="12187" y="16267"/>
                    <a:pt x="12187" y="16706"/>
                  </a:cubicBezTo>
                  <a:cubicBezTo>
                    <a:pt x="12187" y="19193"/>
                    <a:pt x="14548" y="21600"/>
                    <a:pt x="17030" y="21600"/>
                  </a:cubicBezTo>
                  <a:cubicBezTo>
                    <a:pt x="17045" y="21600"/>
                    <a:pt x="17060" y="21600"/>
                    <a:pt x="17075" y="21600"/>
                  </a:cubicBezTo>
                  <a:cubicBezTo>
                    <a:pt x="17085" y="21600"/>
                    <a:pt x="17367" y="21313"/>
                    <a:pt x="17521" y="21159"/>
                  </a:cubicBezTo>
                  <a:cubicBezTo>
                    <a:pt x="15519" y="19155"/>
                    <a:pt x="15684" y="19480"/>
                    <a:pt x="15684" y="18251"/>
                  </a:cubicBezTo>
                  <a:cubicBezTo>
                    <a:pt x="15684" y="17253"/>
                    <a:pt x="17280" y="15678"/>
                    <a:pt x="18254" y="15678"/>
                  </a:cubicBezTo>
                  <a:cubicBezTo>
                    <a:pt x="18467" y="15678"/>
                    <a:pt x="18633" y="15672"/>
                    <a:pt x="18771" y="15672"/>
                  </a:cubicBezTo>
                  <a:cubicBezTo>
                    <a:pt x="19449" y="15672"/>
                    <a:pt x="19460" y="15816"/>
                    <a:pt x="21159" y="17517"/>
                  </a:cubicBezTo>
                  <a:cubicBezTo>
                    <a:pt x="21318" y="17358"/>
                    <a:pt x="21599" y="17080"/>
                    <a:pt x="21600" y="17071"/>
                  </a:cubicBezTo>
                  <a:cubicBezTo>
                    <a:pt x="21570" y="14569"/>
                    <a:pt x="19210" y="12177"/>
                    <a:pt x="16712" y="12177"/>
                  </a:cubicBezTo>
                  <a:close/>
                  <a:moveTo>
                    <a:pt x="16712" y="12177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576" name="Oval 40"/>
          <p:cNvSpPr/>
          <p:nvPr/>
        </p:nvSpPr>
        <p:spPr>
          <a:xfrm>
            <a:off x="368640" y="1834920"/>
            <a:ext cx="494640" cy="494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577" name="Group 41"/>
          <p:cNvGrpSpPr/>
          <p:nvPr/>
        </p:nvGrpSpPr>
        <p:grpSpPr>
          <a:xfrm>
            <a:off x="934560" y="1650600"/>
            <a:ext cx="4274280" cy="613800"/>
            <a:chOff x="934560" y="1650600"/>
            <a:chExt cx="4274280" cy="613800"/>
          </a:xfrm>
        </p:grpSpPr>
        <p:sp>
          <p:nvSpPr>
            <p:cNvPr id="578" name="TextBox 47"/>
            <p:cNvSpPr/>
            <p:nvPr/>
          </p:nvSpPr>
          <p:spPr>
            <a:xfrm>
              <a:off x="934560" y="1650600"/>
              <a:ext cx="4274280" cy="43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0" lang="en-US" sz="16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{{content_points[0]}}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TextBox 48"/>
            <p:cNvSpPr/>
            <p:nvPr/>
          </p:nvSpPr>
          <p:spPr>
            <a:xfrm>
              <a:off x="934560" y="1937160"/>
              <a:ext cx="4273560" cy="32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0" lang="en-US" sz="11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{{detailed_content[0]}} 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0" name="Group 352"/>
          <p:cNvGrpSpPr/>
          <p:nvPr/>
        </p:nvGrpSpPr>
        <p:grpSpPr>
          <a:xfrm>
            <a:off x="504360" y="1973160"/>
            <a:ext cx="216720" cy="216720"/>
            <a:chOff x="504360" y="1973160"/>
            <a:chExt cx="216720" cy="216720"/>
          </a:xfrm>
        </p:grpSpPr>
        <p:sp>
          <p:nvSpPr>
            <p:cNvPr id="581" name="AutoShape 348"/>
            <p:cNvSpPr/>
            <p:nvPr/>
          </p:nvSpPr>
          <p:spPr>
            <a:xfrm>
              <a:off x="504360" y="1973160"/>
              <a:ext cx="216720" cy="216720"/>
            </a:xfrm>
            <a:custGeom>
              <a:avLst/>
              <a:gdLst>
                <a:gd name="textAreaLeft" fmla="*/ 0 w 216720"/>
                <a:gd name="textAreaRight" fmla="*/ 217080 w 216720"/>
                <a:gd name="textAreaTop" fmla="*/ 0 h 216720"/>
                <a:gd name="textAreaBottom" fmla="*/ 217080 h 216720"/>
                <a:gd name="GluePoint1X" fmla="*/ 0 w 20932"/>
                <a:gd name="GluePoint1Y" fmla="*/ 0 h 20930"/>
                <a:gd name="GluePoint2X" fmla="*/ 0 w 20932"/>
                <a:gd name="GluePoint2Y" fmla="*/ 0 h 20930"/>
                <a:gd name="GluePoint3X" fmla="*/ 0 w 20932"/>
                <a:gd name="GluePoint3Y" fmla="*/ 0 h 20930"/>
                <a:gd name="GluePoint4X" fmla="*/ 0 w 20932"/>
                <a:gd name="GluePoint4Y" fmla="*/ 0 h 20930"/>
                <a:gd name="GluePoint5X" fmla="*/ 0 w 20932"/>
                <a:gd name="GluePoint5Y" fmla="*/ 0 h 20930"/>
                <a:gd name="GluePoint6X" fmla="*/ 0 w 20932"/>
                <a:gd name="GluePoint6Y" fmla="*/ 0 h 20930"/>
                <a:gd name="GluePoint7X" fmla="*/ 0 w 20932"/>
                <a:gd name="GluePoint7Y" fmla="*/ 0 h 20930"/>
                <a:gd name="GluePoint8X" fmla="*/ 0 w 20932"/>
                <a:gd name="GluePoint8Y" fmla="*/ 0 h 20930"/>
                <a:gd name="GluePoint9X" fmla="*/ 0 w 20932"/>
                <a:gd name="GluePoint9Y" fmla="*/ 0 h 20930"/>
                <a:gd name="GluePoint10X" fmla="*/ 0 w 20932"/>
                <a:gd name="GluePoint10Y" fmla="*/ 0 h 20930"/>
                <a:gd name="GluePoint11X" fmla="*/ 0 w 20932"/>
                <a:gd name="GluePoint11Y" fmla="*/ 0 h 20930"/>
                <a:gd name="GluePoint12X" fmla="*/ 0 w 20932"/>
                <a:gd name="GluePoint12Y" fmla="*/ 0 h 20930"/>
                <a:gd name="GluePoint13X" fmla="*/ 0 w 20932"/>
                <a:gd name="GluePoint13Y" fmla="*/ 0 h 20930"/>
                <a:gd name="GluePoint14X" fmla="*/ 0 w 20932"/>
                <a:gd name="GluePoint14Y" fmla="*/ 0 h 20930"/>
                <a:gd name="GluePoint15X" fmla="*/ 0 w 20932"/>
                <a:gd name="GluePoint15Y" fmla="*/ 0 h 20930"/>
                <a:gd name="GluePoint16X" fmla="*/ 0 w 20932"/>
                <a:gd name="GluePoint16Y" fmla="*/ 0 h 20930"/>
                <a:gd name="GluePoint17X" fmla="*/ 0 w 20932"/>
                <a:gd name="GluePoint17Y" fmla="*/ 0 h 20930"/>
                <a:gd name="GluePoint18X" fmla="*/ 0 w 20932"/>
                <a:gd name="GluePoint18Y" fmla="*/ 0 h 20930"/>
                <a:gd name="GluePoint19X" fmla="*/ 0 w 20932"/>
                <a:gd name="GluePoint19Y" fmla="*/ 0 h 20930"/>
                <a:gd name="GluePoint20X" fmla="*/ 0 w 20932"/>
                <a:gd name="GluePoint20Y" fmla="*/ 0 h 20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0932" h="20930">
                  <a:moveTo>
                    <a:pt x="20723" y="16794"/>
                  </a:moveTo>
                  <a:lnTo>
                    <a:pt x="16124" y="14084"/>
                  </a:lnTo>
                  <a:cubicBezTo>
                    <a:pt x="15885" y="13962"/>
                    <a:pt x="15534" y="14017"/>
                    <a:pt x="15344" y="14207"/>
                  </a:cubicBezTo>
                  <a:lnTo>
                    <a:pt x="13991" y="15561"/>
                  </a:lnTo>
                  <a:cubicBezTo>
                    <a:pt x="13801" y="15750"/>
                    <a:pt x="13427" y="15908"/>
                    <a:pt x="13158" y="15911"/>
                  </a:cubicBezTo>
                  <a:cubicBezTo>
                    <a:pt x="13158" y="15911"/>
                    <a:pt x="11429" y="15931"/>
                    <a:pt x="8214" y="12715"/>
                  </a:cubicBezTo>
                  <a:cubicBezTo>
                    <a:pt x="4998" y="9499"/>
                    <a:pt x="5014" y="7764"/>
                    <a:pt x="5014" y="7764"/>
                  </a:cubicBezTo>
                  <a:cubicBezTo>
                    <a:pt x="5016" y="7495"/>
                    <a:pt x="5173" y="7121"/>
                    <a:pt x="5363" y="6931"/>
                  </a:cubicBezTo>
                  <a:lnTo>
                    <a:pt x="6516" y="5778"/>
                  </a:lnTo>
                  <a:cubicBezTo>
                    <a:pt x="6706" y="5588"/>
                    <a:pt x="6770" y="5233"/>
                    <a:pt x="6658" y="4989"/>
                  </a:cubicBezTo>
                  <a:lnTo>
                    <a:pt x="4121" y="216"/>
                  </a:lnTo>
                  <a:cubicBezTo>
                    <a:pt x="4008" y="-28"/>
                    <a:pt x="3762" y="-72"/>
                    <a:pt x="3572" y="117"/>
                  </a:cubicBezTo>
                  <a:lnTo>
                    <a:pt x="426" y="3257"/>
                  </a:lnTo>
                  <a:cubicBezTo>
                    <a:pt x="236" y="3446"/>
                    <a:pt x="51" y="3819"/>
                    <a:pt x="16" y="4085"/>
                  </a:cubicBezTo>
                  <a:cubicBezTo>
                    <a:pt x="16" y="4085"/>
                    <a:pt x="-598" y="8672"/>
                    <a:pt x="5829" y="15100"/>
                  </a:cubicBezTo>
                  <a:cubicBezTo>
                    <a:pt x="12255" y="21528"/>
                    <a:pt x="16842" y="20914"/>
                    <a:pt x="16842" y="20914"/>
                  </a:cubicBezTo>
                  <a:cubicBezTo>
                    <a:pt x="17108" y="20878"/>
                    <a:pt x="17480" y="20694"/>
                    <a:pt x="17670" y="20505"/>
                  </a:cubicBezTo>
                  <a:lnTo>
                    <a:pt x="20812" y="17361"/>
                  </a:lnTo>
                  <a:cubicBezTo>
                    <a:pt x="21002" y="17171"/>
                    <a:pt x="20962" y="16916"/>
                    <a:pt x="20723" y="16794"/>
                  </a:cubicBezTo>
                  <a:close/>
                  <a:moveTo>
                    <a:pt x="20723" y="16794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82" name="AutoShape 349"/>
            <p:cNvSpPr/>
            <p:nvPr/>
          </p:nvSpPr>
          <p:spPr>
            <a:xfrm>
              <a:off x="604080" y="2045520"/>
              <a:ext cx="42480" cy="42480"/>
            </a:xfrm>
            <a:custGeom>
              <a:avLst/>
              <a:gdLst>
                <a:gd name="textAreaLeft" fmla="*/ 0 w 42480"/>
                <a:gd name="textAreaRight" fmla="*/ 42840 w 42480"/>
                <a:gd name="textAreaTop" fmla="*/ 0 h 42480"/>
                <a:gd name="textAreaBottom" fmla="*/ 42840 h 4248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6567"/>
                  </a:moveTo>
                  <a:cubicBezTo>
                    <a:pt x="3494" y="7443"/>
                    <a:pt x="6807" y="9229"/>
                    <a:pt x="9539" y="11969"/>
                  </a:cubicBezTo>
                  <a:cubicBezTo>
                    <a:pt x="12286" y="14725"/>
                    <a:pt x="14072" y="18072"/>
                    <a:pt x="14940" y="21600"/>
                  </a:cubicBezTo>
                  <a:lnTo>
                    <a:pt x="21600" y="21600"/>
                  </a:lnTo>
                  <a:cubicBezTo>
                    <a:pt x="20909" y="16135"/>
                    <a:pt x="18474" y="11082"/>
                    <a:pt x="14550" y="7129"/>
                  </a:cubicBezTo>
                  <a:cubicBezTo>
                    <a:pt x="10581" y="3127"/>
                    <a:pt x="5495" y="661"/>
                    <a:pt x="2" y="0"/>
                  </a:cubicBezTo>
                  <a:lnTo>
                    <a:pt x="2" y="6567"/>
                  </a:lnTo>
                  <a:lnTo>
                    <a:pt x="0" y="6567"/>
                  </a:lnTo>
                  <a:close/>
                  <a:moveTo>
                    <a:pt x="0" y="6567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83" name="AutoShape 350"/>
            <p:cNvSpPr/>
            <p:nvPr/>
          </p:nvSpPr>
          <p:spPr>
            <a:xfrm>
              <a:off x="604080" y="1973160"/>
              <a:ext cx="115200" cy="114840"/>
            </a:xfrm>
            <a:custGeom>
              <a:avLst/>
              <a:gdLst>
                <a:gd name="textAreaLeft" fmla="*/ 0 w 115200"/>
                <a:gd name="textAreaRight" fmla="*/ 115560 w 115200"/>
                <a:gd name="textAreaTop" fmla="*/ 0 h 114840"/>
                <a:gd name="textAreaBottom" fmla="*/ 115200 h 1148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8672" y="21600"/>
                  </a:moveTo>
                  <a:lnTo>
                    <a:pt x="21600" y="21599"/>
                  </a:lnTo>
                  <a:cubicBezTo>
                    <a:pt x="21387" y="10396"/>
                    <a:pt x="11173" y="170"/>
                    <a:pt x="1" y="0"/>
                  </a:cubicBezTo>
                  <a:lnTo>
                    <a:pt x="0" y="2871"/>
                  </a:lnTo>
                  <a:cubicBezTo>
                    <a:pt x="10018" y="3430"/>
                    <a:pt x="18072" y="11518"/>
                    <a:pt x="18672" y="21600"/>
                  </a:cubicBezTo>
                  <a:close/>
                  <a:moveTo>
                    <a:pt x="18672" y="2160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84" name="AutoShape 351"/>
            <p:cNvSpPr/>
            <p:nvPr/>
          </p:nvSpPr>
          <p:spPr>
            <a:xfrm>
              <a:off x="604080" y="2009520"/>
              <a:ext cx="78840" cy="78840"/>
            </a:xfrm>
            <a:custGeom>
              <a:avLst/>
              <a:gdLst>
                <a:gd name="textAreaLeft" fmla="*/ 0 w 78840"/>
                <a:gd name="textAreaRight" fmla="*/ 79200 w 78840"/>
                <a:gd name="textAreaTop" fmla="*/ 0 h 78840"/>
                <a:gd name="textAreaBottom" fmla="*/ 79200 h 788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7333" y="21599"/>
                  </a:moveTo>
                  <a:lnTo>
                    <a:pt x="21600" y="21600"/>
                  </a:lnTo>
                  <a:cubicBezTo>
                    <a:pt x="20745" y="10040"/>
                    <a:pt x="11513" y="794"/>
                    <a:pt x="0" y="0"/>
                  </a:cubicBezTo>
                  <a:lnTo>
                    <a:pt x="0" y="4302"/>
                  </a:lnTo>
                  <a:cubicBezTo>
                    <a:pt x="9167" y="5080"/>
                    <a:pt x="16498" y="12409"/>
                    <a:pt x="17333" y="21599"/>
                  </a:cubicBezTo>
                  <a:close/>
                  <a:moveTo>
                    <a:pt x="17333" y="21599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585" name="Oval 50"/>
          <p:cNvSpPr/>
          <p:nvPr/>
        </p:nvSpPr>
        <p:spPr>
          <a:xfrm>
            <a:off x="368640" y="2706480"/>
            <a:ext cx="494640" cy="494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586" name="Group 51"/>
          <p:cNvGrpSpPr/>
          <p:nvPr/>
        </p:nvGrpSpPr>
        <p:grpSpPr>
          <a:xfrm>
            <a:off x="934560" y="2521800"/>
            <a:ext cx="4274280" cy="614160"/>
            <a:chOff x="934560" y="2521800"/>
            <a:chExt cx="4274280" cy="614160"/>
          </a:xfrm>
        </p:grpSpPr>
        <p:sp>
          <p:nvSpPr>
            <p:cNvPr id="587" name="TextBox 60"/>
            <p:cNvSpPr/>
            <p:nvPr/>
          </p:nvSpPr>
          <p:spPr>
            <a:xfrm>
              <a:off x="934560" y="2521800"/>
              <a:ext cx="4274280" cy="43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0" lang="en-US" sz="16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{{content_points[1]}}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8" name="TextBox 61"/>
            <p:cNvSpPr/>
            <p:nvPr/>
          </p:nvSpPr>
          <p:spPr>
            <a:xfrm>
              <a:off x="934560" y="2808720"/>
              <a:ext cx="4273560" cy="32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0" lang="en-US" sz="11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{{detailed_content[1]}} 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9" name="Group 332"/>
          <p:cNvGrpSpPr/>
          <p:nvPr/>
        </p:nvGrpSpPr>
        <p:grpSpPr>
          <a:xfrm>
            <a:off x="506160" y="2844360"/>
            <a:ext cx="214920" cy="216720"/>
            <a:chOff x="506160" y="2844360"/>
            <a:chExt cx="214920" cy="216720"/>
          </a:xfrm>
        </p:grpSpPr>
        <p:sp>
          <p:nvSpPr>
            <p:cNvPr id="590" name="AutoShape 325"/>
            <p:cNvSpPr/>
            <p:nvPr/>
          </p:nvSpPr>
          <p:spPr>
            <a:xfrm>
              <a:off x="506160" y="2844360"/>
              <a:ext cx="214920" cy="2167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6720"/>
                <a:gd name="textAreaBottom" fmla="*/ 217080 h 2167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  <a:gd name="GluePoint27X" fmla="*/ 0 w 21600"/>
                <a:gd name="GluePoint27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0800" y="0"/>
                  </a:moveTo>
                  <a:cubicBezTo>
                    <a:pt x="4835" y="0"/>
                    <a:pt x="0" y="4835"/>
                    <a:pt x="0" y="10800"/>
                  </a:cubicBezTo>
                  <a:cubicBezTo>
                    <a:pt x="0" y="12640"/>
                    <a:pt x="461" y="14372"/>
                    <a:pt x="1273" y="15888"/>
                  </a:cubicBezTo>
                  <a:cubicBezTo>
                    <a:pt x="2296" y="17800"/>
                    <a:pt x="3878" y="19367"/>
                    <a:pt x="5801" y="20373"/>
                  </a:cubicBezTo>
                  <a:cubicBezTo>
                    <a:pt x="7296" y="21155"/>
                    <a:pt x="8996" y="21600"/>
                    <a:pt x="10800" y="21600"/>
                  </a:cubicBezTo>
                  <a:cubicBezTo>
                    <a:pt x="12665" y="21600"/>
                    <a:pt x="14419" y="21128"/>
                    <a:pt x="15950" y="20295"/>
                  </a:cubicBezTo>
                  <a:cubicBezTo>
                    <a:pt x="17855" y="19260"/>
                    <a:pt x="19410" y="17667"/>
                    <a:pt x="20404" y="15738"/>
                  </a:cubicBezTo>
                  <a:cubicBezTo>
                    <a:pt x="21167" y="14257"/>
                    <a:pt x="21600" y="12580"/>
                    <a:pt x="21600" y="10800"/>
                  </a:cubicBezTo>
                  <a:cubicBezTo>
                    <a:pt x="21600" y="4835"/>
                    <a:pt x="16765" y="0"/>
                    <a:pt x="10800" y="0"/>
                  </a:cubicBezTo>
                  <a:close/>
                  <a:moveTo>
                    <a:pt x="18629" y="12876"/>
                  </a:moveTo>
                  <a:cubicBezTo>
                    <a:pt x="18568" y="13108"/>
                    <a:pt x="18493" y="13334"/>
                    <a:pt x="18411" y="13558"/>
                  </a:cubicBezTo>
                  <a:cubicBezTo>
                    <a:pt x="18052" y="13453"/>
                    <a:pt x="17672" y="13395"/>
                    <a:pt x="17279" y="13395"/>
                  </a:cubicBezTo>
                  <a:cubicBezTo>
                    <a:pt x="15036" y="13395"/>
                    <a:pt x="13218" y="15214"/>
                    <a:pt x="13218" y="17457"/>
                  </a:cubicBezTo>
                  <a:cubicBezTo>
                    <a:pt x="13218" y="17812"/>
                    <a:pt x="13266" y="18154"/>
                    <a:pt x="13352" y="18482"/>
                  </a:cubicBezTo>
                  <a:cubicBezTo>
                    <a:pt x="13251" y="18515"/>
                    <a:pt x="13152" y="18550"/>
                    <a:pt x="13050" y="18580"/>
                  </a:cubicBezTo>
                  <a:cubicBezTo>
                    <a:pt x="12335" y="18786"/>
                    <a:pt x="11581" y="18900"/>
                    <a:pt x="10800" y="18900"/>
                  </a:cubicBezTo>
                  <a:cubicBezTo>
                    <a:pt x="10065" y="18900"/>
                    <a:pt x="9353" y="18800"/>
                    <a:pt x="8675" y="18615"/>
                  </a:cubicBezTo>
                  <a:cubicBezTo>
                    <a:pt x="8566" y="18585"/>
                    <a:pt x="8458" y="18549"/>
                    <a:pt x="8351" y="18515"/>
                  </a:cubicBezTo>
                  <a:cubicBezTo>
                    <a:pt x="8427" y="18204"/>
                    <a:pt x="8469" y="17879"/>
                    <a:pt x="8469" y="17544"/>
                  </a:cubicBezTo>
                  <a:cubicBezTo>
                    <a:pt x="8469" y="15301"/>
                    <a:pt x="6651" y="13482"/>
                    <a:pt x="4407" y="13482"/>
                  </a:cubicBezTo>
                  <a:cubicBezTo>
                    <a:pt x="3997" y="13482"/>
                    <a:pt x="3601" y="13545"/>
                    <a:pt x="3228" y="13659"/>
                  </a:cubicBezTo>
                  <a:cubicBezTo>
                    <a:pt x="3146" y="13442"/>
                    <a:pt x="3070" y="13223"/>
                    <a:pt x="3006" y="12999"/>
                  </a:cubicBezTo>
                  <a:cubicBezTo>
                    <a:pt x="2808" y="12299"/>
                    <a:pt x="2700" y="11562"/>
                    <a:pt x="2700" y="10800"/>
                  </a:cubicBezTo>
                  <a:cubicBezTo>
                    <a:pt x="2700" y="6334"/>
                    <a:pt x="6334" y="2700"/>
                    <a:pt x="10800" y="2700"/>
                  </a:cubicBezTo>
                  <a:cubicBezTo>
                    <a:pt x="15266" y="2700"/>
                    <a:pt x="18900" y="6334"/>
                    <a:pt x="18900" y="10800"/>
                  </a:cubicBezTo>
                  <a:cubicBezTo>
                    <a:pt x="18900" y="11518"/>
                    <a:pt x="18805" y="12213"/>
                    <a:pt x="18629" y="12876"/>
                  </a:cubicBezTo>
                  <a:close/>
                  <a:moveTo>
                    <a:pt x="18629" y="12876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91" name="AutoShape 326"/>
            <p:cNvSpPr/>
            <p:nvPr/>
          </p:nvSpPr>
          <p:spPr>
            <a:xfrm>
              <a:off x="583920" y="2883240"/>
              <a:ext cx="46080" cy="842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84240"/>
                <a:gd name="textAreaBottom" fmla="*/ 84600 h 842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8572" y="14084"/>
                  </a:moveTo>
                  <a:lnTo>
                    <a:pt x="2517" y="0"/>
                  </a:lnTo>
                  <a:lnTo>
                    <a:pt x="0" y="585"/>
                  </a:lnTo>
                  <a:lnTo>
                    <a:pt x="6681" y="16800"/>
                  </a:lnTo>
                  <a:cubicBezTo>
                    <a:pt x="6623" y="17008"/>
                    <a:pt x="6592" y="17220"/>
                    <a:pt x="6592" y="17429"/>
                  </a:cubicBezTo>
                  <a:cubicBezTo>
                    <a:pt x="6589" y="19062"/>
                    <a:pt x="8331" y="20611"/>
                    <a:pt x="11212" y="21278"/>
                  </a:cubicBezTo>
                  <a:cubicBezTo>
                    <a:pt x="12153" y="21498"/>
                    <a:pt x="13133" y="21600"/>
                    <a:pt x="14097" y="21600"/>
                  </a:cubicBezTo>
                  <a:cubicBezTo>
                    <a:pt x="17032" y="21600"/>
                    <a:pt x="19818" y="20633"/>
                    <a:pt x="21019" y="19035"/>
                  </a:cubicBezTo>
                  <a:cubicBezTo>
                    <a:pt x="21410" y="18510"/>
                    <a:pt x="21600" y="17964"/>
                    <a:pt x="21600" y="17431"/>
                  </a:cubicBezTo>
                  <a:cubicBezTo>
                    <a:pt x="21596" y="16122"/>
                    <a:pt x="20490" y="14875"/>
                    <a:pt x="18572" y="14084"/>
                  </a:cubicBezTo>
                  <a:close/>
                  <a:moveTo>
                    <a:pt x="18572" y="14084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92" name="Rectangle 327"/>
            <p:cNvSpPr/>
            <p:nvPr/>
          </p:nvSpPr>
          <p:spPr>
            <a:xfrm>
              <a:off x="610920" y="2877840"/>
              <a:ext cx="9360" cy="2412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93" name="AutoShape 328"/>
            <p:cNvSpPr/>
            <p:nvPr/>
          </p:nvSpPr>
          <p:spPr>
            <a:xfrm>
              <a:off x="640800" y="2898720"/>
              <a:ext cx="24120" cy="2412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24120"/>
                <a:gd name="textAreaBottom" fmla="*/ 24480 h 241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15371"/>
                  </a:moveTo>
                  <a:lnTo>
                    <a:pt x="15368" y="0"/>
                  </a:lnTo>
                  <a:lnTo>
                    <a:pt x="21600" y="6229"/>
                  </a:lnTo>
                  <a:lnTo>
                    <a:pt x="6232" y="21600"/>
                  </a:lnTo>
                  <a:lnTo>
                    <a:pt x="0" y="15371"/>
                  </a:lnTo>
                  <a:close/>
                  <a:moveTo>
                    <a:pt x="0" y="15371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94" name="Rectangle 329"/>
            <p:cNvSpPr/>
            <p:nvPr/>
          </p:nvSpPr>
          <p:spPr>
            <a:xfrm>
              <a:off x="658800" y="2937960"/>
              <a:ext cx="24120" cy="9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95" name="Rectangle 330"/>
            <p:cNvSpPr/>
            <p:nvPr/>
          </p:nvSpPr>
          <p:spPr>
            <a:xfrm>
              <a:off x="545040" y="2937960"/>
              <a:ext cx="24120" cy="936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596" name="AutoShape 331"/>
            <p:cNvSpPr/>
            <p:nvPr/>
          </p:nvSpPr>
          <p:spPr>
            <a:xfrm>
              <a:off x="560160" y="2898720"/>
              <a:ext cx="24120" cy="24120"/>
            </a:xfrm>
            <a:custGeom>
              <a:avLst/>
              <a:gdLst>
                <a:gd name="textAreaLeft" fmla="*/ 0 w 24120"/>
                <a:gd name="textAreaRight" fmla="*/ 24480 w 24120"/>
                <a:gd name="textAreaTop" fmla="*/ 0 h 24120"/>
                <a:gd name="textAreaBottom" fmla="*/ 24480 h 241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5370" y="21600"/>
                  </a:moveTo>
                  <a:lnTo>
                    <a:pt x="0" y="6230"/>
                  </a:lnTo>
                  <a:lnTo>
                    <a:pt x="6230" y="0"/>
                  </a:lnTo>
                  <a:lnTo>
                    <a:pt x="21600" y="15370"/>
                  </a:lnTo>
                  <a:lnTo>
                    <a:pt x="15370" y="21600"/>
                  </a:lnTo>
                  <a:close/>
                  <a:moveTo>
                    <a:pt x="15370" y="21600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sp>
        <p:nvSpPr>
          <p:cNvPr id="597" name="Oval 63"/>
          <p:cNvSpPr/>
          <p:nvPr/>
        </p:nvSpPr>
        <p:spPr>
          <a:xfrm>
            <a:off x="368640" y="3577680"/>
            <a:ext cx="494640" cy="494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598" name="Group 64"/>
          <p:cNvGrpSpPr/>
          <p:nvPr/>
        </p:nvGrpSpPr>
        <p:grpSpPr>
          <a:xfrm>
            <a:off x="934560" y="3393360"/>
            <a:ext cx="4274280" cy="613800"/>
            <a:chOff x="934560" y="3393360"/>
            <a:chExt cx="4274280" cy="613800"/>
          </a:xfrm>
        </p:grpSpPr>
        <p:sp>
          <p:nvSpPr>
            <p:cNvPr id="599" name="TextBox 66"/>
            <p:cNvSpPr/>
            <p:nvPr/>
          </p:nvSpPr>
          <p:spPr>
            <a:xfrm>
              <a:off x="934560" y="3393360"/>
              <a:ext cx="4274280" cy="43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0" lang="en-US" sz="16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{{content_points[2]}}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TextBox 67"/>
            <p:cNvSpPr/>
            <p:nvPr/>
          </p:nvSpPr>
          <p:spPr>
            <a:xfrm>
              <a:off x="934560" y="3679920"/>
              <a:ext cx="4273560" cy="32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0" lang="en-US" sz="11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{{detailed_content[2]}} 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01" name="AutoShape 597"/>
          <p:cNvSpPr/>
          <p:nvPr/>
        </p:nvSpPr>
        <p:spPr>
          <a:xfrm>
            <a:off x="511200" y="3718080"/>
            <a:ext cx="214920" cy="214920"/>
          </a:xfrm>
          <a:custGeom>
            <a:avLst/>
            <a:gdLst>
              <a:gd name="textAreaLeft" fmla="*/ 0 w 214920"/>
              <a:gd name="textAreaRight" fmla="*/ 215280 w 214920"/>
              <a:gd name="textAreaTop" fmla="*/ 0 h 214920"/>
              <a:gd name="textAreaBottom" fmla="*/ 215280 h 214920"/>
              <a:gd name="GluePoint1X" fmla="*/ 197530295 w 21599"/>
              <a:gd name="GluePoint1Y" fmla="*/ 172950408 h 21600"/>
              <a:gd name="GluePoint2X" fmla="*/ 143127996 w 21599"/>
              <a:gd name="GluePoint2Y" fmla="*/ 118530734 h 21600"/>
              <a:gd name="GluePoint3X" fmla="*/ 154889968 w 21599"/>
              <a:gd name="GluePoint3Y" fmla="*/ 77505851 h 21600"/>
              <a:gd name="GluePoint4X" fmla="*/ 77445028 w 21599"/>
              <a:gd name="GluePoint4Y" fmla="*/ 0 h 21600"/>
              <a:gd name="GluePoint5X" fmla="*/ 0 w 21599"/>
              <a:gd name="GluePoint5Y" fmla="*/ 77505851 h 21600"/>
              <a:gd name="GluePoint6X" fmla="*/ 77445028 w 21599"/>
              <a:gd name="GluePoint6Y" fmla="*/ 154973590 h 21600"/>
              <a:gd name="GluePoint7X" fmla="*/ 118656171 w 21599"/>
              <a:gd name="GluePoint7Y" fmla="*/ 143092820 h 21600"/>
              <a:gd name="GluePoint8X" fmla="*/ 173020355 w 21599"/>
              <a:gd name="GluePoint8Y" fmla="*/ 197484751 h 21600"/>
              <a:gd name="GluePoint9X" fmla="*/ 186522015 w 21599"/>
              <a:gd name="GluePoint9Y" fmla="*/ 203194979 h 21600"/>
              <a:gd name="GluePoint10X" fmla="*/ 186587973 w 21599"/>
              <a:gd name="GluePoint10Y" fmla="*/ 203194979 h 21600"/>
              <a:gd name="GluePoint11X" fmla="*/ 198387292 w 21599"/>
              <a:gd name="GluePoint11Y" fmla="*/ 198396947 h 21600"/>
              <a:gd name="GluePoint12X" fmla="*/ 203223198 w 21599"/>
              <a:gd name="GluePoint12Y" fmla="*/ 186477975 h 21600"/>
              <a:gd name="GluePoint13X" fmla="*/ 197530295 w 21599"/>
              <a:gd name="GluePoint13Y" fmla="*/ 172950408 h 21600"/>
              <a:gd name="GluePoint14X" fmla="*/ 120631759 w 21599"/>
              <a:gd name="GluePoint14Y" fmla="*/ 77505851 h 21600"/>
              <a:gd name="GluePoint15X" fmla="*/ 77445028 w 21599"/>
              <a:gd name="GluePoint15Y" fmla="*/ 120712436 h 21600"/>
              <a:gd name="GluePoint16X" fmla="*/ 34258209 w 21599"/>
              <a:gd name="GluePoint16Y" fmla="*/ 77505851 h 21600"/>
              <a:gd name="GluePoint17X" fmla="*/ 77445028 w 21599"/>
              <a:gd name="GluePoint17Y" fmla="*/ 34279285 h 21600"/>
              <a:gd name="GluePoint18X" fmla="*/ 120631759 w 21599"/>
              <a:gd name="GluePoint18Y" fmla="*/ 77505851 h 21600"/>
              <a:gd name="GluePoint19X" fmla="*/ 120631759 w 21599"/>
              <a:gd name="GluePoint19Y" fmla="*/ 77505851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</a:cxnLst>
            <a:rect l="textAreaLeft" t="textAreaTop" r="textAreaRight" b="textAreaBottom"/>
            <a:pathLst>
              <a:path w="21599" h="21600">
                <a:moveTo>
                  <a:pt x="20994" y="18385"/>
                </a:moveTo>
                <a:lnTo>
                  <a:pt x="15212" y="12600"/>
                </a:lnTo>
                <a:cubicBezTo>
                  <a:pt x="16003" y="11336"/>
                  <a:pt x="16462" y="9839"/>
                  <a:pt x="16462" y="8239"/>
                </a:cubicBezTo>
                <a:cubicBezTo>
                  <a:pt x="16462" y="3689"/>
                  <a:pt x="12777" y="0"/>
                  <a:pt x="8231" y="0"/>
                </a:cubicBezTo>
                <a:cubicBezTo>
                  <a:pt x="3686" y="0"/>
                  <a:pt x="0" y="3689"/>
                  <a:pt x="0" y="8239"/>
                </a:cubicBezTo>
                <a:cubicBezTo>
                  <a:pt x="0" y="12787"/>
                  <a:pt x="3686" y="16474"/>
                  <a:pt x="8231" y="16474"/>
                </a:cubicBezTo>
                <a:cubicBezTo>
                  <a:pt x="9839" y="16474"/>
                  <a:pt x="11342" y="16011"/>
                  <a:pt x="12611" y="15211"/>
                </a:cubicBezTo>
                <a:lnTo>
                  <a:pt x="18389" y="20993"/>
                </a:lnTo>
                <a:cubicBezTo>
                  <a:pt x="18787" y="21391"/>
                  <a:pt x="19307" y="21600"/>
                  <a:pt x="19824" y="21600"/>
                </a:cubicBezTo>
                <a:cubicBezTo>
                  <a:pt x="19827" y="21600"/>
                  <a:pt x="19829" y="21600"/>
                  <a:pt x="19831" y="21600"/>
                </a:cubicBezTo>
                <a:cubicBezTo>
                  <a:pt x="20281" y="21600"/>
                  <a:pt x="20740" y="21433"/>
                  <a:pt x="21085" y="21090"/>
                </a:cubicBezTo>
                <a:cubicBezTo>
                  <a:pt x="21434" y="20740"/>
                  <a:pt x="21600" y="20278"/>
                  <a:pt x="21599" y="19823"/>
                </a:cubicBezTo>
                <a:cubicBezTo>
                  <a:pt x="21598" y="19304"/>
                  <a:pt x="21391" y="18783"/>
                  <a:pt x="20994" y="18385"/>
                </a:cubicBezTo>
                <a:close/>
                <a:moveTo>
                  <a:pt x="12821" y="8239"/>
                </a:moveTo>
                <a:cubicBezTo>
                  <a:pt x="12817" y="10769"/>
                  <a:pt x="10761" y="12827"/>
                  <a:pt x="8231" y="12832"/>
                </a:cubicBezTo>
                <a:cubicBezTo>
                  <a:pt x="5701" y="12827"/>
                  <a:pt x="3645" y="10769"/>
                  <a:pt x="3641" y="8239"/>
                </a:cubicBezTo>
                <a:cubicBezTo>
                  <a:pt x="3645" y="5707"/>
                  <a:pt x="5701" y="3648"/>
                  <a:pt x="8231" y="3644"/>
                </a:cubicBezTo>
                <a:cubicBezTo>
                  <a:pt x="10761" y="3648"/>
                  <a:pt x="12817" y="5707"/>
                  <a:pt x="12821" y="8239"/>
                </a:cubicBezTo>
                <a:close/>
                <a:moveTo>
                  <a:pt x="12821" y="8239"/>
                </a:moveTo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sp>
        <p:nvSpPr>
          <p:cNvPr id="602" name="Oval 69"/>
          <p:cNvSpPr/>
          <p:nvPr/>
        </p:nvSpPr>
        <p:spPr>
          <a:xfrm>
            <a:off x="368640" y="4448880"/>
            <a:ext cx="494640" cy="494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600" strike="noStrike" u="none">
              <a:solidFill>
                <a:schemeClr val="dk1"/>
              </a:solidFill>
              <a:effectLst/>
              <a:uFillTx/>
              <a:latin typeface="Roboto condensed"/>
              <a:ea typeface="宋体"/>
            </a:endParaRPr>
          </a:p>
        </p:txBody>
      </p:sp>
      <p:grpSp>
        <p:nvGrpSpPr>
          <p:cNvPr id="603" name="Group 70"/>
          <p:cNvGrpSpPr/>
          <p:nvPr/>
        </p:nvGrpSpPr>
        <p:grpSpPr>
          <a:xfrm>
            <a:off x="934560" y="4264560"/>
            <a:ext cx="4274280" cy="613800"/>
            <a:chOff x="934560" y="4264560"/>
            <a:chExt cx="4274280" cy="613800"/>
          </a:xfrm>
        </p:grpSpPr>
        <p:sp>
          <p:nvSpPr>
            <p:cNvPr id="604" name="TextBox 76"/>
            <p:cNvSpPr/>
            <p:nvPr/>
          </p:nvSpPr>
          <p:spPr>
            <a:xfrm>
              <a:off x="934560" y="4264560"/>
              <a:ext cx="4274280" cy="43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0" lang="en-US" sz="16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{{content_points[3]}} 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5" name="TextBox 77"/>
            <p:cNvSpPr/>
            <p:nvPr/>
          </p:nvSpPr>
          <p:spPr>
            <a:xfrm>
              <a:off x="934560" y="4551120"/>
              <a:ext cx="4273560" cy="32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40000"/>
                </a:lnSpc>
              </a:pPr>
              <a:r>
                <a:rPr b="0" lang="en-US" sz="11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{{detailed_content[3]}} </a:t>
              </a:r>
              <a:endPara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6" name="Group 447"/>
          <p:cNvGrpSpPr/>
          <p:nvPr/>
        </p:nvGrpSpPr>
        <p:grpSpPr>
          <a:xfrm>
            <a:off x="515160" y="4600800"/>
            <a:ext cx="214920" cy="214920"/>
            <a:chOff x="515160" y="4600800"/>
            <a:chExt cx="214920" cy="214920"/>
          </a:xfrm>
        </p:grpSpPr>
        <p:sp>
          <p:nvSpPr>
            <p:cNvPr id="607" name="AutoShape 443"/>
            <p:cNvSpPr/>
            <p:nvPr/>
          </p:nvSpPr>
          <p:spPr>
            <a:xfrm>
              <a:off x="515160" y="4711680"/>
              <a:ext cx="104040" cy="104040"/>
            </a:xfrm>
            <a:custGeom>
              <a:avLst/>
              <a:gdLst>
                <a:gd name="textAreaLeft" fmla="*/ 0 w 104040"/>
                <a:gd name="textAreaRight" fmla="*/ 104400 w 104040"/>
                <a:gd name="textAreaTop" fmla="*/ 0 h 104040"/>
                <a:gd name="textAreaBottom" fmla="*/ 104400 h 1040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948" y="3429"/>
                  </a:moveTo>
                  <a:lnTo>
                    <a:pt x="9450" y="10928"/>
                  </a:lnTo>
                  <a:lnTo>
                    <a:pt x="8117" y="9596"/>
                  </a:lnTo>
                  <a:lnTo>
                    <a:pt x="15616" y="2098"/>
                  </a:lnTo>
                  <a:lnTo>
                    <a:pt x="13520" y="0"/>
                  </a:lnTo>
                  <a:lnTo>
                    <a:pt x="3894" y="9626"/>
                  </a:lnTo>
                  <a:lnTo>
                    <a:pt x="3890" y="9626"/>
                  </a:lnTo>
                  <a:lnTo>
                    <a:pt x="3890" y="9630"/>
                  </a:lnTo>
                  <a:lnTo>
                    <a:pt x="3889" y="9630"/>
                  </a:lnTo>
                  <a:lnTo>
                    <a:pt x="3890" y="9630"/>
                  </a:lnTo>
                  <a:lnTo>
                    <a:pt x="0" y="21600"/>
                  </a:lnTo>
                  <a:lnTo>
                    <a:pt x="11971" y="17712"/>
                  </a:lnTo>
                  <a:lnTo>
                    <a:pt x="11972" y="17712"/>
                  </a:lnTo>
                  <a:lnTo>
                    <a:pt x="11975" y="17711"/>
                  </a:lnTo>
                  <a:lnTo>
                    <a:pt x="11975" y="17709"/>
                  </a:lnTo>
                  <a:lnTo>
                    <a:pt x="21600" y="8083"/>
                  </a:lnTo>
                  <a:lnTo>
                    <a:pt x="16948" y="3429"/>
                  </a:lnTo>
                  <a:close/>
                  <a:moveTo>
                    <a:pt x="16948" y="3429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608" name="AutoShape 444"/>
            <p:cNvSpPr/>
            <p:nvPr/>
          </p:nvSpPr>
          <p:spPr>
            <a:xfrm>
              <a:off x="626040" y="4640040"/>
              <a:ext cx="65520" cy="65520"/>
            </a:xfrm>
            <a:custGeom>
              <a:avLst/>
              <a:gdLst>
                <a:gd name="textAreaLeft" fmla="*/ 0 w 65520"/>
                <a:gd name="textAreaRight" fmla="*/ 65880 w 65520"/>
                <a:gd name="textAreaTop" fmla="*/ 0 h 65520"/>
                <a:gd name="textAreaBottom" fmla="*/ 65880 h 6552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1600" h="21600">
                  <a:moveTo>
                    <a:pt x="3324" y="12115"/>
                  </a:moveTo>
                  <a:lnTo>
                    <a:pt x="8825" y="6614"/>
                  </a:lnTo>
                  <a:lnTo>
                    <a:pt x="10935" y="8723"/>
                  </a:lnTo>
                  <a:lnTo>
                    <a:pt x="5434" y="14225"/>
                  </a:lnTo>
                  <a:lnTo>
                    <a:pt x="12808" y="21600"/>
                  </a:lnTo>
                  <a:lnTo>
                    <a:pt x="21600" y="12807"/>
                  </a:lnTo>
                  <a:lnTo>
                    <a:pt x="8790" y="0"/>
                  </a:lnTo>
                  <a:lnTo>
                    <a:pt x="0" y="8791"/>
                  </a:lnTo>
                  <a:lnTo>
                    <a:pt x="3324" y="12115"/>
                  </a:lnTo>
                  <a:close/>
                  <a:moveTo>
                    <a:pt x="3324" y="12115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609" name="AutoShape 445"/>
            <p:cNvSpPr/>
            <p:nvPr/>
          </p:nvSpPr>
          <p:spPr>
            <a:xfrm>
              <a:off x="664920" y="4600800"/>
              <a:ext cx="64440" cy="64440"/>
            </a:xfrm>
            <a:custGeom>
              <a:avLst/>
              <a:gdLst>
                <a:gd name="textAreaLeft" fmla="*/ 0 w 64440"/>
                <a:gd name="textAreaRight" fmla="*/ 64800 w 64440"/>
                <a:gd name="textAreaTop" fmla="*/ 0 h 64440"/>
                <a:gd name="textAreaBottom" fmla="*/ 64800 h 6444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0" y="8576"/>
                  </a:moveTo>
                  <a:lnTo>
                    <a:pt x="8573" y="0"/>
                  </a:lnTo>
                  <a:lnTo>
                    <a:pt x="21600" y="13024"/>
                  </a:lnTo>
                  <a:lnTo>
                    <a:pt x="13027" y="21600"/>
                  </a:lnTo>
                  <a:lnTo>
                    <a:pt x="0" y="8576"/>
                  </a:lnTo>
                  <a:close/>
                  <a:moveTo>
                    <a:pt x="0" y="8576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  <p:sp>
          <p:nvSpPr>
            <p:cNvPr id="610" name="AutoShape 446"/>
            <p:cNvSpPr/>
            <p:nvPr/>
          </p:nvSpPr>
          <p:spPr>
            <a:xfrm>
              <a:off x="515160" y="4600800"/>
              <a:ext cx="214920" cy="21456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560"/>
                <a:gd name="textAreaBottom" fmla="*/ 214920 h 214560"/>
                <a:gd name="GluePoint1X" fmla="*/ 0 w 21600"/>
                <a:gd name="GluePoint1Y" fmla="*/ 0 h 21600"/>
                <a:gd name="GluePoint2X" fmla="*/ 0 w 21600"/>
                <a:gd name="GluePoint2Y" fmla="*/ 0 h 21600"/>
                <a:gd name="GluePoint3X" fmla="*/ 0 w 21600"/>
                <a:gd name="GluePoint3Y" fmla="*/ 0 h 21600"/>
                <a:gd name="GluePoint4X" fmla="*/ 0 w 21600"/>
                <a:gd name="GluePoint4Y" fmla="*/ 0 h 21600"/>
                <a:gd name="GluePoint5X" fmla="*/ 0 w 21600"/>
                <a:gd name="GluePoint5Y" fmla="*/ 0 h 21600"/>
                <a:gd name="GluePoint6X" fmla="*/ 0 w 21600"/>
                <a:gd name="GluePoint6Y" fmla="*/ 0 h 21600"/>
                <a:gd name="GluePoint7X" fmla="*/ 0 w 21600"/>
                <a:gd name="GluePoint7Y" fmla="*/ 0 h 21600"/>
                <a:gd name="GluePoint8X" fmla="*/ 0 w 21600"/>
                <a:gd name="GluePoint8Y" fmla="*/ 0 h 21600"/>
                <a:gd name="GluePoint9X" fmla="*/ 0 w 21600"/>
                <a:gd name="GluePoint9Y" fmla="*/ 0 h 21600"/>
                <a:gd name="GluePoint10X" fmla="*/ 0 w 21600"/>
                <a:gd name="GluePoint10Y" fmla="*/ 0 h 21600"/>
                <a:gd name="GluePoint11X" fmla="*/ 0 w 21600"/>
                <a:gd name="GluePoint11Y" fmla="*/ 0 h 21600"/>
                <a:gd name="GluePoint12X" fmla="*/ 0 w 21600"/>
                <a:gd name="GluePoint12Y" fmla="*/ 0 h 21600"/>
                <a:gd name="GluePoint13X" fmla="*/ 0 w 21600"/>
                <a:gd name="GluePoint13Y" fmla="*/ 0 h 21600"/>
                <a:gd name="GluePoint14X" fmla="*/ 0 w 21600"/>
                <a:gd name="GluePoint14Y" fmla="*/ 0 h 21600"/>
                <a:gd name="GluePoint15X" fmla="*/ 0 w 21600"/>
                <a:gd name="GluePoint15Y" fmla="*/ 0 h 21600"/>
                <a:gd name="GluePoint16X" fmla="*/ 0 w 21600"/>
                <a:gd name="GluePoint16Y" fmla="*/ 0 h 21600"/>
                <a:gd name="GluePoint17X" fmla="*/ 0 w 21600"/>
                <a:gd name="GluePoint17Y" fmla="*/ 0 h 21600"/>
                <a:gd name="GluePoint18X" fmla="*/ 0 w 21600"/>
                <a:gd name="GluePoint18Y" fmla="*/ 0 h 21600"/>
                <a:gd name="GluePoint19X" fmla="*/ 0 w 21600"/>
                <a:gd name="GluePoint19Y" fmla="*/ 0 h 21600"/>
                <a:gd name="GluePoint20X" fmla="*/ 0 w 21600"/>
                <a:gd name="GluePoint20Y" fmla="*/ 0 h 21600"/>
                <a:gd name="GluePoint21X" fmla="*/ 0 w 21600"/>
                <a:gd name="GluePoint21Y" fmla="*/ 0 h 21600"/>
                <a:gd name="GluePoint22X" fmla="*/ 0 w 21600"/>
                <a:gd name="GluePoint22Y" fmla="*/ 0 h 21600"/>
                <a:gd name="GluePoint23X" fmla="*/ 0 w 21600"/>
                <a:gd name="GluePoint23Y" fmla="*/ 0 h 21600"/>
                <a:gd name="GluePoint24X" fmla="*/ 0 w 21600"/>
                <a:gd name="GluePoint24Y" fmla="*/ 0 h 21600"/>
                <a:gd name="GluePoint25X" fmla="*/ 0 w 21600"/>
                <a:gd name="GluePoint25Y" fmla="*/ 0 h 21600"/>
                <a:gd name="GluePoint26X" fmla="*/ 0 w 21600"/>
                <a:gd name="GluePoint26Y" fmla="*/ 0 h 216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</a:cxnLst>
              <a:rect l="textAreaLeft" t="textAreaTop" r="textAreaRight" b="textAreaBottom"/>
              <a:pathLst>
                <a:path w="21600" h="21600">
                  <a:moveTo>
                    <a:pt x="16712" y="12177"/>
                  </a:moveTo>
                  <a:cubicBezTo>
                    <a:pt x="16247" y="12177"/>
                    <a:pt x="15748" y="12329"/>
                    <a:pt x="15257" y="12582"/>
                  </a:cubicBezTo>
                  <a:lnTo>
                    <a:pt x="9013" y="6331"/>
                  </a:lnTo>
                  <a:cubicBezTo>
                    <a:pt x="9263" y="5840"/>
                    <a:pt x="9413" y="5346"/>
                    <a:pt x="9413" y="4893"/>
                  </a:cubicBezTo>
                  <a:cubicBezTo>
                    <a:pt x="9413" y="2407"/>
                    <a:pt x="7052" y="0"/>
                    <a:pt x="4571" y="0"/>
                  </a:cubicBezTo>
                  <a:cubicBezTo>
                    <a:pt x="4555" y="0"/>
                    <a:pt x="4540" y="0"/>
                    <a:pt x="4525" y="0"/>
                  </a:cubicBezTo>
                  <a:cubicBezTo>
                    <a:pt x="4515" y="0"/>
                    <a:pt x="4233" y="287"/>
                    <a:pt x="4079" y="441"/>
                  </a:cubicBezTo>
                  <a:cubicBezTo>
                    <a:pt x="6081" y="2445"/>
                    <a:pt x="5916" y="2120"/>
                    <a:pt x="5916" y="3349"/>
                  </a:cubicBezTo>
                  <a:cubicBezTo>
                    <a:pt x="5916" y="4347"/>
                    <a:pt x="4320" y="5922"/>
                    <a:pt x="3346" y="5922"/>
                  </a:cubicBezTo>
                  <a:cubicBezTo>
                    <a:pt x="3132" y="5922"/>
                    <a:pt x="2966" y="5928"/>
                    <a:pt x="2828" y="5928"/>
                  </a:cubicBezTo>
                  <a:cubicBezTo>
                    <a:pt x="2150" y="5928"/>
                    <a:pt x="2140" y="5784"/>
                    <a:pt x="441" y="4083"/>
                  </a:cubicBezTo>
                  <a:cubicBezTo>
                    <a:pt x="282" y="4242"/>
                    <a:pt x="0" y="4520"/>
                    <a:pt x="0" y="4529"/>
                  </a:cubicBezTo>
                  <a:cubicBezTo>
                    <a:pt x="31" y="7031"/>
                    <a:pt x="2390" y="9422"/>
                    <a:pt x="4888" y="9422"/>
                  </a:cubicBezTo>
                  <a:cubicBezTo>
                    <a:pt x="5341" y="9422"/>
                    <a:pt x="5824" y="9278"/>
                    <a:pt x="6302" y="9038"/>
                  </a:cubicBezTo>
                  <a:lnTo>
                    <a:pt x="12567" y="15310"/>
                  </a:lnTo>
                  <a:cubicBezTo>
                    <a:pt x="12329" y="15787"/>
                    <a:pt x="12187" y="16267"/>
                    <a:pt x="12187" y="16706"/>
                  </a:cubicBezTo>
                  <a:cubicBezTo>
                    <a:pt x="12187" y="19193"/>
                    <a:pt x="14548" y="21600"/>
                    <a:pt x="17030" y="21600"/>
                  </a:cubicBezTo>
                  <a:cubicBezTo>
                    <a:pt x="17045" y="21600"/>
                    <a:pt x="17060" y="21600"/>
                    <a:pt x="17075" y="21600"/>
                  </a:cubicBezTo>
                  <a:cubicBezTo>
                    <a:pt x="17085" y="21600"/>
                    <a:pt x="17367" y="21313"/>
                    <a:pt x="17521" y="21159"/>
                  </a:cubicBezTo>
                  <a:cubicBezTo>
                    <a:pt x="15519" y="19155"/>
                    <a:pt x="15684" y="19480"/>
                    <a:pt x="15684" y="18251"/>
                  </a:cubicBezTo>
                  <a:cubicBezTo>
                    <a:pt x="15684" y="17253"/>
                    <a:pt x="17280" y="15678"/>
                    <a:pt x="18254" y="15678"/>
                  </a:cubicBezTo>
                  <a:cubicBezTo>
                    <a:pt x="18467" y="15678"/>
                    <a:pt x="18633" y="15672"/>
                    <a:pt x="18771" y="15672"/>
                  </a:cubicBezTo>
                  <a:cubicBezTo>
                    <a:pt x="19449" y="15672"/>
                    <a:pt x="19460" y="15816"/>
                    <a:pt x="21159" y="17517"/>
                  </a:cubicBezTo>
                  <a:cubicBezTo>
                    <a:pt x="21318" y="17358"/>
                    <a:pt x="21599" y="17080"/>
                    <a:pt x="21600" y="17071"/>
                  </a:cubicBezTo>
                  <a:cubicBezTo>
                    <a:pt x="21570" y="14569"/>
                    <a:pt x="19210" y="12177"/>
                    <a:pt x="16712" y="12177"/>
                  </a:cubicBezTo>
                  <a:close/>
                  <a:moveTo>
                    <a:pt x="16712" y="12177"/>
                  </a:moveTo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3600" strike="noStrike" u="none">
                <a:solidFill>
                  <a:schemeClr val="dk1"/>
                </a:solidFill>
                <a:effectLst/>
                <a:uFillTx/>
                <a:latin typeface="Roboto condensed"/>
                <a:ea typeface="宋体"/>
              </a:endParaRPr>
            </a:p>
          </p:txBody>
        </p:sp>
      </p:grpSp>
      <p:grpSp>
        <p:nvGrpSpPr>
          <p:cNvPr id="611" name="组合 2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612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13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14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615" name="组合 6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616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17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18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19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0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1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2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3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4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5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6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7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8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29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0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1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2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3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4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5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6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7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8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39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40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41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42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43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44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45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46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647" name="文本框 38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文本框 141"/>
          <p:cNvSpPr/>
          <p:nvPr/>
        </p:nvSpPr>
        <p:spPr>
          <a:xfrm>
            <a:off x="1068840" y="1053000"/>
            <a:ext cx="929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roup 3"/>
          <p:cNvGrpSpPr/>
          <p:nvPr/>
        </p:nvGrpSpPr>
        <p:grpSpPr>
          <a:xfrm>
            <a:off x="609840" y="3670200"/>
            <a:ext cx="1743120" cy="1730880"/>
            <a:chOff x="609840" y="3670200"/>
            <a:chExt cx="1743120" cy="1730880"/>
          </a:xfrm>
        </p:grpSpPr>
        <p:sp>
          <p:nvSpPr>
            <p:cNvPr id="650" name="Freeform 133"/>
            <p:cNvSpPr/>
            <p:nvPr/>
          </p:nvSpPr>
          <p:spPr>
            <a:xfrm flipH="1" rot="2700000">
              <a:off x="770760" y="4753440"/>
              <a:ext cx="366480" cy="606960"/>
            </a:xfrm>
            <a:custGeom>
              <a:avLst/>
              <a:gdLst>
                <a:gd name="textAreaLeft" fmla="*/ 360 w 366480"/>
                <a:gd name="textAreaRight" fmla="*/ 367200 w 366480"/>
                <a:gd name="textAreaTop" fmla="*/ 0 h 606960"/>
                <a:gd name="textAreaBottom" fmla="*/ 607320 h 606960"/>
                <a:gd name="GluePoint1X" fmla="*/ 7566 w 397"/>
                <a:gd name="GluePoint1Y" fmla="*/ 1009717 h 659"/>
                <a:gd name="GluePoint2X" fmla="*/ 0 w 397"/>
                <a:gd name="GluePoint2Y" fmla="*/ 1009717 h 659"/>
                <a:gd name="GluePoint3X" fmla="*/ 0 w 397"/>
                <a:gd name="GluePoint3Y" fmla="*/ 1009717 h 659"/>
                <a:gd name="GluePoint4X" fmla="*/ 11348 w 397"/>
                <a:gd name="GluePoint4Y" fmla="*/ 1021020 h 659"/>
                <a:gd name="GluePoint5X" fmla="*/ 15131 w 397"/>
                <a:gd name="GluePoint5Y" fmla="*/ 1062464 h 659"/>
                <a:gd name="GluePoint6X" fmla="*/ 18914 w 397"/>
                <a:gd name="GluePoint6Y" fmla="*/ 1069999 h 659"/>
                <a:gd name="GluePoint7X" fmla="*/ 181575 w 397"/>
                <a:gd name="GluePoint7Y" fmla="*/ 1574858 h 659"/>
                <a:gd name="GluePoint8X" fmla="*/ 348019 w 397"/>
                <a:gd name="GluePoint8Y" fmla="*/ 1092605 h 659"/>
                <a:gd name="GluePoint9X" fmla="*/ 650644 w 397"/>
                <a:gd name="GluePoint9Y" fmla="*/ 1661513 h 659"/>
                <a:gd name="GluePoint10X" fmla="*/ 548508 w 397"/>
                <a:gd name="GluePoint10Y" fmla="*/ 2124928 h 659"/>
                <a:gd name="GluePoint11X" fmla="*/ 760345 w 397"/>
                <a:gd name="GluePoint11Y" fmla="*/ 2482850 h 659"/>
                <a:gd name="GluePoint12X" fmla="*/ 650644 w 397"/>
                <a:gd name="GluePoint12Y" fmla="*/ 2275632 h 659"/>
                <a:gd name="GluePoint13X" fmla="*/ 688472 w 397"/>
                <a:gd name="GluePoint13Y" fmla="*/ 1989294 h 659"/>
                <a:gd name="GluePoint14X" fmla="*/ 866264 w 397"/>
                <a:gd name="GluePoint14Y" fmla="*/ 1740632 h 659"/>
                <a:gd name="GluePoint15X" fmla="*/ 1028925 w 397"/>
                <a:gd name="GluePoint15Y" fmla="*/ 1454295 h 659"/>
                <a:gd name="GluePoint16X" fmla="*/ 1059187 w 397"/>
                <a:gd name="GluePoint16Y" fmla="*/ 1363872 h 659"/>
                <a:gd name="GluePoint17X" fmla="*/ 1161323 w 397"/>
                <a:gd name="GluePoint17Y" fmla="*/ 1823520 h 659"/>
                <a:gd name="GluePoint18X" fmla="*/ 1229414 w 397"/>
                <a:gd name="GluePoint18Y" fmla="*/ 1529647 h 659"/>
                <a:gd name="GluePoint19X" fmla="*/ 1399640 w 397"/>
                <a:gd name="GluePoint19Y" fmla="*/ 745985 h 659"/>
                <a:gd name="GluePoint20X" fmla="*/ 714951 w 397"/>
                <a:gd name="GluePoint20Y" fmla="*/ 0 h 659"/>
                <a:gd name="GluePoint21X" fmla="*/ 11348 w 397"/>
                <a:gd name="GluePoint21Y" fmla="*/ 956971 h 659"/>
                <a:gd name="GluePoint22X" fmla="*/ 7566 w 397"/>
                <a:gd name="GluePoint22Y" fmla="*/ 1009717 h 6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397" h="659">
                  <a:moveTo>
                    <a:pt x="2" y="268"/>
                  </a:moveTo>
                  <a:cubicBezTo>
                    <a:pt x="2" y="267"/>
                    <a:pt x="0" y="264"/>
                    <a:pt x="0" y="268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0" y="269"/>
                    <a:pt x="2" y="270"/>
                    <a:pt x="3" y="271"/>
                  </a:cubicBezTo>
                  <a:cubicBezTo>
                    <a:pt x="3" y="275"/>
                    <a:pt x="4" y="278"/>
                    <a:pt x="4" y="282"/>
                  </a:cubicBezTo>
                  <a:cubicBezTo>
                    <a:pt x="5" y="283"/>
                    <a:pt x="5" y="283"/>
                    <a:pt x="5" y="284"/>
                  </a:cubicBezTo>
                  <a:cubicBezTo>
                    <a:pt x="10" y="335"/>
                    <a:pt x="25" y="381"/>
                    <a:pt x="48" y="418"/>
                  </a:cubicBezTo>
                  <a:cubicBezTo>
                    <a:pt x="23" y="377"/>
                    <a:pt x="37" y="299"/>
                    <a:pt x="92" y="290"/>
                  </a:cubicBezTo>
                  <a:cubicBezTo>
                    <a:pt x="158" y="280"/>
                    <a:pt x="169" y="399"/>
                    <a:pt x="172" y="441"/>
                  </a:cubicBezTo>
                  <a:cubicBezTo>
                    <a:pt x="174" y="484"/>
                    <a:pt x="145" y="521"/>
                    <a:pt x="145" y="564"/>
                  </a:cubicBezTo>
                  <a:cubicBezTo>
                    <a:pt x="145" y="613"/>
                    <a:pt x="170" y="653"/>
                    <a:pt x="201" y="659"/>
                  </a:cubicBezTo>
                  <a:cubicBezTo>
                    <a:pt x="187" y="656"/>
                    <a:pt x="174" y="616"/>
                    <a:pt x="172" y="604"/>
                  </a:cubicBezTo>
                  <a:cubicBezTo>
                    <a:pt x="168" y="580"/>
                    <a:pt x="175" y="551"/>
                    <a:pt x="182" y="528"/>
                  </a:cubicBezTo>
                  <a:cubicBezTo>
                    <a:pt x="190" y="501"/>
                    <a:pt x="211" y="483"/>
                    <a:pt x="229" y="462"/>
                  </a:cubicBezTo>
                  <a:cubicBezTo>
                    <a:pt x="247" y="440"/>
                    <a:pt x="262" y="414"/>
                    <a:pt x="272" y="386"/>
                  </a:cubicBezTo>
                  <a:cubicBezTo>
                    <a:pt x="275" y="378"/>
                    <a:pt x="278" y="370"/>
                    <a:pt x="280" y="362"/>
                  </a:cubicBezTo>
                  <a:cubicBezTo>
                    <a:pt x="284" y="420"/>
                    <a:pt x="307" y="484"/>
                    <a:pt x="307" y="484"/>
                  </a:cubicBezTo>
                  <a:cubicBezTo>
                    <a:pt x="299" y="437"/>
                    <a:pt x="325" y="406"/>
                    <a:pt x="325" y="406"/>
                  </a:cubicBezTo>
                  <a:cubicBezTo>
                    <a:pt x="397" y="291"/>
                    <a:pt x="370" y="198"/>
                    <a:pt x="370" y="198"/>
                  </a:cubicBezTo>
                  <a:cubicBezTo>
                    <a:pt x="351" y="85"/>
                    <a:pt x="277" y="0"/>
                    <a:pt x="189" y="0"/>
                  </a:cubicBezTo>
                  <a:cubicBezTo>
                    <a:pt x="87" y="0"/>
                    <a:pt x="3" y="114"/>
                    <a:pt x="3" y="254"/>
                  </a:cubicBezTo>
                  <a:cubicBezTo>
                    <a:pt x="3" y="258"/>
                    <a:pt x="2" y="263"/>
                    <a:pt x="2" y="268"/>
                  </a:cubicBez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1" name="Freeform 134"/>
            <p:cNvSpPr/>
            <p:nvPr/>
          </p:nvSpPr>
          <p:spPr>
            <a:xfrm flipH="1" rot="2700000">
              <a:off x="886320" y="4781520"/>
              <a:ext cx="298440" cy="381960"/>
            </a:xfrm>
            <a:custGeom>
              <a:avLst/>
              <a:gdLst>
                <a:gd name="textAreaLeft" fmla="*/ -360 w 298440"/>
                <a:gd name="textAreaRight" fmla="*/ 298440 w 298440"/>
                <a:gd name="textAreaTop" fmla="*/ 0 h 381960"/>
                <a:gd name="textAreaBottom" fmla="*/ 382320 h 381960"/>
                <a:gd name="GluePoint1X" fmla="*/ 581760 w 324"/>
                <a:gd name="GluePoint1Y" fmla="*/ 0 h 415"/>
                <a:gd name="GluePoint2X" fmla="*/ 1148410 w 324"/>
                <a:gd name="GluePoint2Y" fmla="*/ 648083 h 415"/>
                <a:gd name="GluePoint3X" fmla="*/ 1152187 w 324"/>
                <a:gd name="GluePoint3Y" fmla="*/ 655619 h 415"/>
                <a:gd name="GluePoint4X" fmla="*/ 1152187 w 324"/>
                <a:gd name="GluePoint4Y" fmla="*/ 663154 h 415"/>
                <a:gd name="GluePoint5X" fmla="*/ 1042635 w 324"/>
                <a:gd name="GluePoint5Y" fmla="*/ 1273558 h 415"/>
                <a:gd name="GluePoint6X" fmla="*/ 963304 w 324"/>
                <a:gd name="GluePoint6Y" fmla="*/ 983428 h 415"/>
                <a:gd name="GluePoint7X" fmla="*/ 868863 w 324"/>
                <a:gd name="GluePoint7Y" fmla="*/ 1137913 h 415"/>
                <a:gd name="GluePoint8X" fmla="*/ 642203 w 324"/>
                <a:gd name="GluePoint8Y" fmla="*/ 1552384 h 415"/>
                <a:gd name="GluePoint9X" fmla="*/ 630870 w 324"/>
                <a:gd name="GluePoint9Y" fmla="*/ 1563688 h 415"/>
                <a:gd name="GluePoint10X" fmla="*/ 630870 w 324"/>
                <a:gd name="GluePoint10Y" fmla="*/ 1541080 h 415"/>
                <a:gd name="GluePoint11X" fmla="*/ 245548 w 324"/>
                <a:gd name="GluePoint11Y" fmla="*/ 859086 h 415"/>
                <a:gd name="GluePoint12X" fmla="*/ 196439 w 324"/>
                <a:gd name="GluePoint12Y" fmla="*/ 862854 h 415"/>
                <a:gd name="GluePoint13X" fmla="*/ 7555 w 324"/>
                <a:gd name="GluePoint13Y" fmla="*/ 964588 h 415"/>
                <a:gd name="GluePoint14X" fmla="*/ 3778 w 324"/>
                <a:gd name="GluePoint14Y" fmla="*/ 945749 h 415"/>
                <a:gd name="GluePoint15X" fmla="*/ 3778 w 324"/>
                <a:gd name="GluePoint15Y" fmla="*/ 938213 h 415"/>
                <a:gd name="GluePoint16X" fmla="*/ 0 w 324"/>
                <a:gd name="GluePoint16Y" fmla="*/ 900534 h 415"/>
                <a:gd name="GluePoint17X" fmla="*/ 0 w 324"/>
                <a:gd name="GluePoint17Y" fmla="*/ 889230 h 415"/>
                <a:gd name="GluePoint18X" fmla="*/ 0 w 324"/>
                <a:gd name="GluePoint18Y" fmla="*/ 840247 h 415"/>
                <a:gd name="GluePoint19X" fmla="*/ 581760 w 324"/>
                <a:gd name="GluePoint19Y" fmla="*/ 0 h 41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324" h="415">
                  <a:moveTo>
                    <a:pt x="154" y="0"/>
                  </a:moveTo>
                  <a:cubicBezTo>
                    <a:pt x="225" y="0"/>
                    <a:pt x="288" y="73"/>
                    <a:pt x="304" y="172"/>
                  </a:cubicBezTo>
                  <a:cubicBezTo>
                    <a:pt x="305" y="174"/>
                    <a:pt x="305" y="174"/>
                    <a:pt x="305" y="174"/>
                  </a:cubicBezTo>
                  <a:cubicBezTo>
                    <a:pt x="305" y="176"/>
                    <a:pt x="305" y="176"/>
                    <a:pt x="305" y="176"/>
                  </a:cubicBezTo>
                  <a:cubicBezTo>
                    <a:pt x="306" y="179"/>
                    <a:pt x="324" y="248"/>
                    <a:pt x="276" y="338"/>
                  </a:cubicBezTo>
                  <a:cubicBezTo>
                    <a:pt x="276" y="335"/>
                    <a:pt x="256" y="263"/>
                    <a:pt x="255" y="261"/>
                  </a:cubicBezTo>
                  <a:cubicBezTo>
                    <a:pt x="256" y="270"/>
                    <a:pt x="235" y="292"/>
                    <a:pt x="230" y="302"/>
                  </a:cubicBezTo>
                  <a:cubicBezTo>
                    <a:pt x="209" y="338"/>
                    <a:pt x="198" y="379"/>
                    <a:pt x="170" y="412"/>
                  </a:cubicBezTo>
                  <a:cubicBezTo>
                    <a:pt x="169" y="413"/>
                    <a:pt x="168" y="414"/>
                    <a:pt x="167" y="415"/>
                  </a:cubicBezTo>
                  <a:cubicBezTo>
                    <a:pt x="167" y="413"/>
                    <a:pt x="167" y="411"/>
                    <a:pt x="167" y="409"/>
                  </a:cubicBezTo>
                  <a:cubicBezTo>
                    <a:pt x="159" y="260"/>
                    <a:pt x="107" y="228"/>
                    <a:pt x="65" y="228"/>
                  </a:cubicBezTo>
                  <a:cubicBezTo>
                    <a:pt x="61" y="228"/>
                    <a:pt x="57" y="229"/>
                    <a:pt x="52" y="229"/>
                  </a:cubicBezTo>
                  <a:cubicBezTo>
                    <a:pt x="33" y="232"/>
                    <a:pt x="15" y="242"/>
                    <a:pt x="2" y="256"/>
                  </a:cubicBezTo>
                  <a:cubicBezTo>
                    <a:pt x="2" y="254"/>
                    <a:pt x="1" y="253"/>
                    <a:pt x="1" y="251"/>
                  </a:cubicBezTo>
                  <a:cubicBezTo>
                    <a:pt x="1" y="249"/>
                    <a:pt x="1" y="249"/>
                    <a:pt x="1" y="249"/>
                  </a:cubicBezTo>
                  <a:cubicBezTo>
                    <a:pt x="1" y="246"/>
                    <a:pt x="1" y="242"/>
                    <a:pt x="0" y="239"/>
                  </a:cubicBezTo>
                  <a:cubicBezTo>
                    <a:pt x="0" y="239"/>
                    <a:pt x="0" y="236"/>
                    <a:pt x="0" y="236"/>
                  </a:cubicBezTo>
                  <a:cubicBezTo>
                    <a:pt x="0" y="231"/>
                    <a:pt x="0" y="227"/>
                    <a:pt x="0" y="223"/>
                  </a:cubicBezTo>
                  <a:cubicBezTo>
                    <a:pt x="0" y="100"/>
                    <a:pt x="69" y="0"/>
                    <a:pt x="154" y="0"/>
                  </a:cubicBez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2" name="Freeform 135"/>
            <p:cNvSpPr/>
            <p:nvPr/>
          </p:nvSpPr>
          <p:spPr>
            <a:xfrm flipH="1" rot="2700000">
              <a:off x="963360" y="4804560"/>
              <a:ext cx="195480" cy="276120"/>
            </a:xfrm>
            <a:custGeom>
              <a:avLst/>
              <a:gdLst>
                <a:gd name="textAreaLeft" fmla="*/ -360 w 195480"/>
                <a:gd name="textAreaRight" fmla="*/ 195480 w 195480"/>
                <a:gd name="textAreaTop" fmla="*/ 0 h 276120"/>
                <a:gd name="textAreaBottom" fmla="*/ 276480 h 276120"/>
                <a:gd name="GluePoint1X" fmla="*/ 162607 w 212"/>
                <a:gd name="GluePoint1Y" fmla="*/ 535009 h 300"/>
                <a:gd name="GluePoint2X" fmla="*/ 128573 w 212"/>
                <a:gd name="GluePoint2Y" fmla="*/ 535009 h 300"/>
                <a:gd name="GluePoint3X" fmla="*/ 3782 w 212"/>
                <a:gd name="GluePoint3Y" fmla="*/ 599059 h 300"/>
                <a:gd name="GluePoint4X" fmla="*/ 3782 w 212"/>
                <a:gd name="GluePoint4Y" fmla="*/ 587756 h 300"/>
                <a:gd name="GluePoint5X" fmla="*/ 3782 w 212"/>
                <a:gd name="GluePoint5Y" fmla="*/ 583988 h 300"/>
                <a:gd name="GluePoint6X" fmla="*/ 0 w 212"/>
                <a:gd name="GluePoint6Y" fmla="*/ 557615 h 300"/>
                <a:gd name="GluePoint7X" fmla="*/ 0 w 212"/>
                <a:gd name="GluePoint7Y" fmla="*/ 550079 h 300"/>
                <a:gd name="GluePoint8X" fmla="*/ 0 w 212"/>
                <a:gd name="GluePoint8Y" fmla="*/ 523706 h 300"/>
                <a:gd name="GluePoint9X" fmla="*/ 381936 w 212"/>
                <a:gd name="GluePoint9Y" fmla="*/ 0 h 300"/>
                <a:gd name="GluePoint10X" fmla="*/ 752528 w 212"/>
                <a:gd name="GluePoint10Y" fmla="*/ 403140 h 300"/>
                <a:gd name="GluePoint11X" fmla="*/ 756309 w 212"/>
                <a:gd name="GluePoint11Y" fmla="*/ 406908 h 300"/>
                <a:gd name="GluePoint12X" fmla="*/ 756309 w 212"/>
                <a:gd name="GluePoint12Y" fmla="*/ 410676 h 300"/>
                <a:gd name="GluePoint13X" fmla="*/ 684460 w 212"/>
                <a:gd name="GluePoint13Y" fmla="*/ 791210 h 300"/>
                <a:gd name="GluePoint14X" fmla="*/ 631518 w 212"/>
                <a:gd name="GluePoint14Y" fmla="*/ 610362 h 300"/>
                <a:gd name="GluePoint15X" fmla="*/ 567232 w 212"/>
                <a:gd name="GluePoint15Y" fmla="*/ 704554 h 300"/>
                <a:gd name="GluePoint16X" fmla="*/ 457567 w 212"/>
                <a:gd name="GluePoint16Y" fmla="*/ 1130300 h 300"/>
                <a:gd name="GluePoint17X" fmla="*/ 162607 w 212"/>
                <a:gd name="GluePoint17Y" fmla="*/ 535009 h 3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11" h="300">
                  <a:moveTo>
                    <a:pt x="43" y="142"/>
                  </a:moveTo>
                  <a:cubicBezTo>
                    <a:pt x="40" y="142"/>
                    <a:pt x="37" y="142"/>
                    <a:pt x="34" y="142"/>
                  </a:cubicBezTo>
                  <a:cubicBezTo>
                    <a:pt x="21" y="144"/>
                    <a:pt x="10" y="150"/>
                    <a:pt x="1" y="159"/>
                  </a:cubicBezTo>
                  <a:cubicBezTo>
                    <a:pt x="1" y="158"/>
                    <a:pt x="1" y="157"/>
                    <a:pt x="1" y="156"/>
                  </a:cubicBezTo>
                  <a:cubicBezTo>
                    <a:pt x="1" y="155"/>
                    <a:pt x="1" y="155"/>
                    <a:pt x="1" y="155"/>
                  </a:cubicBezTo>
                  <a:cubicBezTo>
                    <a:pt x="0" y="152"/>
                    <a:pt x="0" y="150"/>
                    <a:pt x="0" y="148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43"/>
                    <a:pt x="0" y="141"/>
                    <a:pt x="0" y="139"/>
                  </a:cubicBezTo>
                  <a:cubicBezTo>
                    <a:pt x="0" y="62"/>
                    <a:pt x="45" y="0"/>
                    <a:pt x="101" y="0"/>
                  </a:cubicBezTo>
                  <a:cubicBezTo>
                    <a:pt x="147" y="0"/>
                    <a:pt x="189" y="45"/>
                    <a:pt x="199" y="107"/>
                  </a:cubicBezTo>
                  <a:cubicBezTo>
                    <a:pt x="200" y="108"/>
                    <a:pt x="200" y="108"/>
                    <a:pt x="200" y="108"/>
                  </a:cubicBezTo>
                  <a:cubicBezTo>
                    <a:pt x="200" y="109"/>
                    <a:pt x="200" y="109"/>
                    <a:pt x="200" y="109"/>
                  </a:cubicBezTo>
                  <a:cubicBezTo>
                    <a:pt x="201" y="111"/>
                    <a:pt x="212" y="154"/>
                    <a:pt x="181" y="210"/>
                  </a:cubicBezTo>
                  <a:cubicBezTo>
                    <a:pt x="181" y="208"/>
                    <a:pt x="167" y="164"/>
                    <a:pt x="167" y="162"/>
                  </a:cubicBezTo>
                  <a:cubicBezTo>
                    <a:pt x="168" y="168"/>
                    <a:pt x="154" y="181"/>
                    <a:pt x="150" y="187"/>
                  </a:cubicBezTo>
                  <a:cubicBezTo>
                    <a:pt x="137" y="210"/>
                    <a:pt x="126" y="275"/>
                    <a:pt x="121" y="300"/>
                  </a:cubicBezTo>
                  <a:cubicBezTo>
                    <a:pt x="121" y="300"/>
                    <a:pt x="94" y="134"/>
                    <a:pt x="43" y="142"/>
                  </a:cubicBez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3" name="Freeform 107"/>
            <p:cNvSpPr/>
            <p:nvPr/>
          </p:nvSpPr>
          <p:spPr>
            <a:xfrm flipH="1" rot="2700000">
              <a:off x="968760" y="4299480"/>
              <a:ext cx="354960" cy="568080"/>
            </a:xfrm>
            <a:custGeom>
              <a:avLst/>
              <a:gdLst>
                <a:gd name="textAreaLeft" fmla="*/ 360 w 354960"/>
                <a:gd name="textAreaRight" fmla="*/ 355680 w 354960"/>
                <a:gd name="textAreaTop" fmla="*/ 0 h 568080"/>
                <a:gd name="textAreaBottom" fmla="*/ 568440 h 568080"/>
                <a:gd name="GluePoint1X" fmla="*/ 5000 w 10000"/>
                <a:gd name="GluePoint1Y" fmla="*/ 0 h 10086"/>
                <a:gd name="GluePoint2X" fmla="*/ 10000 w 10000"/>
                <a:gd name="GluePoint2Y" fmla="*/ 3212 h 10086"/>
                <a:gd name="GluePoint3X" fmla="*/ 10000 w 10000"/>
                <a:gd name="GluePoint3Y" fmla="*/ 3293 h 10086"/>
                <a:gd name="GluePoint4X" fmla="*/ 10000 w 10000"/>
                <a:gd name="GluePoint4Y" fmla="*/ 3293 h 10086"/>
                <a:gd name="GluePoint5X" fmla="*/ 6795 w 10000"/>
                <a:gd name="GluePoint5Y" fmla="*/ 9697 h 10086"/>
                <a:gd name="GluePoint6X" fmla="*/ 6635 w 10000"/>
                <a:gd name="GluePoint6Y" fmla="*/ 9818 h 10086"/>
                <a:gd name="GluePoint7X" fmla="*/ 6635 w 10000"/>
                <a:gd name="GluePoint7Y" fmla="*/ 9818 h 10086"/>
                <a:gd name="GluePoint8X" fmla="*/ 6635 w 10000"/>
                <a:gd name="GluePoint8Y" fmla="*/ 9818 h 10086"/>
                <a:gd name="GluePoint9X" fmla="*/ 5897 w 10000"/>
                <a:gd name="GluePoint9Y" fmla="*/ 10000 h 10086"/>
                <a:gd name="GluePoint10X" fmla="*/ 5288 w 10000"/>
                <a:gd name="GluePoint10Y" fmla="*/ 8384 h 10086"/>
                <a:gd name="GluePoint11X" fmla="*/ 3910 w 10000"/>
                <a:gd name="GluePoint11Y" fmla="*/ 6283 h 10086"/>
                <a:gd name="GluePoint12X" fmla="*/ 3910 w 10000"/>
                <a:gd name="GluePoint12Y" fmla="*/ 6263 h 10086"/>
                <a:gd name="GluePoint13X" fmla="*/ 1346 w 10000"/>
                <a:gd name="GluePoint13Y" fmla="*/ 5333 h 10086"/>
                <a:gd name="GluePoint14X" fmla="*/ 0 w 10000"/>
                <a:gd name="GluePoint14Y" fmla="*/ 3172 h 10086"/>
                <a:gd name="GluePoint15X" fmla="*/ 5000 w 10000"/>
                <a:gd name="GluePoint15Y" fmla="*/ 0 h 100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000" h="10086">
                  <a:moveTo>
                    <a:pt x="5000" y="0"/>
                  </a:moveTo>
                  <a:cubicBezTo>
                    <a:pt x="7756" y="0"/>
                    <a:pt x="10000" y="1455"/>
                    <a:pt x="10000" y="3212"/>
                  </a:cubicBezTo>
                  <a:lnTo>
                    <a:pt x="10000" y="3293"/>
                  </a:lnTo>
                  <a:lnTo>
                    <a:pt x="10000" y="3293"/>
                  </a:lnTo>
                  <a:cubicBezTo>
                    <a:pt x="10000" y="5717"/>
                    <a:pt x="8814" y="7859"/>
                    <a:pt x="6795" y="9697"/>
                  </a:cubicBezTo>
                  <a:cubicBezTo>
                    <a:pt x="6731" y="9737"/>
                    <a:pt x="6699" y="9778"/>
                    <a:pt x="6635" y="9818"/>
                  </a:cubicBezTo>
                  <a:lnTo>
                    <a:pt x="6635" y="9818"/>
                  </a:lnTo>
                  <a:lnTo>
                    <a:pt x="6635" y="9818"/>
                  </a:lnTo>
                  <a:cubicBezTo>
                    <a:pt x="6442" y="9919"/>
                    <a:pt x="6121" y="10239"/>
                    <a:pt x="5897" y="10000"/>
                  </a:cubicBezTo>
                  <a:cubicBezTo>
                    <a:pt x="5673" y="9761"/>
                    <a:pt x="5619" y="9003"/>
                    <a:pt x="5288" y="8384"/>
                  </a:cubicBezTo>
                  <a:cubicBezTo>
                    <a:pt x="5064" y="7556"/>
                    <a:pt x="4744" y="6848"/>
                    <a:pt x="3910" y="6283"/>
                  </a:cubicBezTo>
                  <a:lnTo>
                    <a:pt x="3910" y="6263"/>
                  </a:lnTo>
                  <a:cubicBezTo>
                    <a:pt x="3237" y="5818"/>
                    <a:pt x="2340" y="5475"/>
                    <a:pt x="1346" y="5333"/>
                  </a:cubicBezTo>
                  <a:cubicBezTo>
                    <a:pt x="513" y="4768"/>
                    <a:pt x="0" y="4000"/>
                    <a:pt x="0" y="3172"/>
                  </a:cubicBezTo>
                  <a:cubicBezTo>
                    <a:pt x="0" y="1414"/>
                    <a:pt x="2244" y="0"/>
                    <a:pt x="5000" y="0"/>
                  </a:cubicBez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4" name="Freeform 107"/>
            <p:cNvSpPr/>
            <p:nvPr/>
          </p:nvSpPr>
          <p:spPr>
            <a:xfrm rot="2700000">
              <a:off x="1260720" y="4590720"/>
              <a:ext cx="354960" cy="568080"/>
            </a:xfrm>
            <a:custGeom>
              <a:avLst/>
              <a:gdLst>
                <a:gd name="textAreaLeft" fmla="*/ 0 w 354960"/>
                <a:gd name="textAreaRight" fmla="*/ 355320 w 354960"/>
                <a:gd name="textAreaTop" fmla="*/ 0 h 568080"/>
                <a:gd name="textAreaBottom" fmla="*/ 568440 h 568080"/>
                <a:gd name="GluePoint1X" fmla="*/ 5000 w 10000"/>
                <a:gd name="GluePoint1Y" fmla="*/ 0 h 10086"/>
                <a:gd name="GluePoint2X" fmla="*/ 10000 w 10000"/>
                <a:gd name="GluePoint2Y" fmla="*/ 3212 h 10086"/>
                <a:gd name="GluePoint3X" fmla="*/ 10000 w 10000"/>
                <a:gd name="GluePoint3Y" fmla="*/ 3293 h 10086"/>
                <a:gd name="GluePoint4X" fmla="*/ 10000 w 10000"/>
                <a:gd name="GluePoint4Y" fmla="*/ 3293 h 10086"/>
                <a:gd name="GluePoint5X" fmla="*/ 6795 w 10000"/>
                <a:gd name="GluePoint5Y" fmla="*/ 9697 h 10086"/>
                <a:gd name="GluePoint6X" fmla="*/ 6635 w 10000"/>
                <a:gd name="GluePoint6Y" fmla="*/ 9818 h 10086"/>
                <a:gd name="GluePoint7X" fmla="*/ 6635 w 10000"/>
                <a:gd name="GluePoint7Y" fmla="*/ 9818 h 10086"/>
                <a:gd name="GluePoint8X" fmla="*/ 6635 w 10000"/>
                <a:gd name="GluePoint8Y" fmla="*/ 9818 h 10086"/>
                <a:gd name="GluePoint9X" fmla="*/ 5897 w 10000"/>
                <a:gd name="GluePoint9Y" fmla="*/ 10000 h 10086"/>
                <a:gd name="GluePoint10X" fmla="*/ 5288 w 10000"/>
                <a:gd name="GluePoint10Y" fmla="*/ 8384 h 10086"/>
                <a:gd name="GluePoint11X" fmla="*/ 3910 w 10000"/>
                <a:gd name="GluePoint11Y" fmla="*/ 6283 h 10086"/>
                <a:gd name="GluePoint12X" fmla="*/ 3910 w 10000"/>
                <a:gd name="GluePoint12Y" fmla="*/ 6263 h 10086"/>
                <a:gd name="GluePoint13X" fmla="*/ 1346 w 10000"/>
                <a:gd name="GluePoint13Y" fmla="*/ 5333 h 10086"/>
                <a:gd name="GluePoint14X" fmla="*/ 0 w 10000"/>
                <a:gd name="GluePoint14Y" fmla="*/ 3172 h 10086"/>
                <a:gd name="GluePoint15X" fmla="*/ 5000 w 10000"/>
                <a:gd name="GluePoint15Y" fmla="*/ 0 h 1008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</a:cxnLst>
              <a:rect l="textAreaLeft" t="textAreaTop" r="textAreaRight" b="textAreaBottom"/>
              <a:pathLst>
                <a:path w="10000" h="10086">
                  <a:moveTo>
                    <a:pt x="5000" y="0"/>
                  </a:moveTo>
                  <a:cubicBezTo>
                    <a:pt x="7756" y="0"/>
                    <a:pt x="10000" y="1455"/>
                    <a:pt x="10000" y="3212"/>
                  </a:cubicBezTo>
                  <a:lnTo>
                    <a:pt x="10000" y="3293"/>
                  </a:lnTo>
                  <a:lnTo>
                    <a:pt x="10000" y="3293"/>
                  </a:lnTo>
                  <a:cubicBezTo>
                    <a:pt x="10000" y="5717"/>
                    <a:pt x="8814" y="7859"/>
                    <a:pt x="6795" y="9697"/>
                  </a:cubicBezTo>
                  <a:cubicBezTo>
                    <a:pt x="6731" y="9737"/>
                    <a:pt x="6699" y="9778"/>
                    <a:pt x="6635" y="9818"/>
                  </a:cubicBezTo>
                  <a:lnTo>
                    <a:pt x="6635" y="9818"/>
                  </a:lnTo>
                  <a:lnTo>
                    <a:pt x="6635" y="9818"/>
                  </a:lnTo>
                  <a:cubicBezTo>
                    <a:pt x="6442" y="9919"/>
                    <a:pt x="6121" y="10239"/>
                    <a:pt x="5897" y="10000"/>
                  </a:cubicBezTo>
                  <a:cubicBezTo>
                    <a:pt x="5673" y="9761"/>
                    <a:pt x="5619" y="9003"/>
                    <a:pt x="5288" y="8384"/>
                  </a:cubicBezTo>
                  <a:cubicBezTo>
                    <a:pt x="5064" y="7556"/>
                    <a:pt x="4744" y="6848"/>
                    <a:pt x="3910" y="6283"/>
                  </a:cubicBezTo>
                  <a:lnTo>
                    <a:pt x="3910" y="6263"/>
                  </a:lnTo>
                  <a:cubicBezTo>
                    <a:pt x="3237" y="5818"/>
                    <a:pt x="2340" y="5475"/>
                    <a:pt x="1346" y="5333"/>
                  </a:cubicBezTo>
                  <a:cubicBezTo>
                    <a:pt x="513" y="4768"/>
                    <a:pt x="0" y="4000"/>
                    <a:pt x="0" y="3172"/>
                  </a:cubicBezTo>
                  <a:cubicBezTo>
                    <a:pt x="0" y="1414"/>
                    <a:pt x="2244" y="0"/>
                    <a:pt x="5000" y="0"/>
                  </a:cubicBez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5" name="Freeform 108"/>
            <p:cNvSpPr/>
            <p:nvPr/>
          </p:nvSpPr>
          <p:spPr>
            <a:xfrm rot="2700000">
              <a:off x="1334520" y="3727800"/>
              <a:ext cx="678240" cy="1242720"/>
            </a:xfrm>
            <a:custGeom>
              <a:avLst/>
              <a:gdLst>
                <a:gd name="textAreaLeft" fmla="*/ 0 w 678240"/>
                <a:gd name="textAreaRight" fmla="*/ 678600 w 678240"/>
                <a:gd name="textAreaTop" fmla="*/ 0 h 1242720"/>
                <a:gd name="textAreaBottom" fmla="*/ 1243080 h 1242720"/>
                <a:gd name="GluePoint1X" fmla="*/ 1122363 w 596"/>
                <a:gd name="GluePoint1Y" fmla="*/ 4105275 h 1092"/>
                <a:gd name="GluePoint2X" fmla="*/ 598844 w 596"/>
                <a:gd name="GluePoint2Y" fmla="*/ 4105275 h 1092"/>
                <a:gd name="GluePoint3X" fmla="*/ 79093 w 596"/>
                <a:gd name="GluePoint3Y" fmla="*/ 1928577 h 1092"/>
                <a:gd name="GluePoint4X" fmla="*/ 1122363 w 596"/>
                <a:gd name="GluePoint4Y" fmla="*/ 0 h 1092"/>
                <a:gd name="GluePoint5X" fmla="*/ 1126129 w 596"/>
                <a:gd name="GluePoint5Y" fmla="*/ 0 h 1092"/>
                <a:gd name="GluePoint6X" fmla="*/ 2165632 w 596"/>
                <a:gd name="GluePoint6Y" fmla="*/ 1928577 h 1092"/>
                <a:gd name="GluePoint7X" fmla="*/ 1645881 w 596"/>
                <a:gd name="GluePoint7Y" fmla="*/ 4105275 h 1092"/>
                <a:gd name="GluePoint8X" fmla="*/ 1122363 w 596"/>
                <a:gd name="GluePoint8Y" fmla="*/ 4105275 h 10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596" h="1092">
                  <a:moveTo>
                    <a:pt x="298" y="1092"/>
                  </a:moveTo>
                  <a:cubicBezTo>
                    <a:pt x="159" y="1092"/>
                    <a:pt x="159" y="1092"/>
                    <a:pt x="159" y="1092"/>
                  </a:cubicBezTo>
                  <a:cubicBezTo>
                    <a:pt x="31" y="824"/>
                    <a:pt x="21" y="513"/>
                    <a:pt x="21" y="513"/>
                  </a:cubicBezTo>
                  <a:cubicBezTo>
                    <a:pt x="0" y="212"/>
                    <a:pt x="298" y="0"/>
                    <a:pt x="298" y="0"/>
                  </a:cubicBezTo>
                  <a:cubicBezTo>
                    <a:pt x="299" y="0"/>
                    <a:pt x="299" y="0"/>
                    <a:pt x="299" y="0"/>
                  </a:cubicBezTo>
                  <a:cubicBezTo>
                    <a:pt x="299" y="0"/>
                    <a:pt x="596" y="212"/>
                    <a:pt x="575" y="513"/>
                  </a:cubicBezTo>
                  <a:cubicBezTo>
                    <a:pt x="575" y="513"/>
                    <a:pt x="566" y="824"/>
                    <a:pt x="437" y="1092"/>
                  </a:cubicBezTo>
                  <a:lnTo>
                    <a:pt x="298" y="1092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6" name="Oval 113"/>
            <p:cNvSpPr/>
            <p:nvPr/>
          </p:nvSpPr>
          <p:spPr>
            <a:xfrm rot="2700000">
              <a:off x="1644840" y="4157280"/>
              <a:ext cx="226440" cy="220320"/>
            </a:xfrm>
            <a:prstGeom prst="ellipse">
              <a:avLst/>
            </a:pr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7" name="Oval 116"/>
            <p:cNvSpPr/>
            <p:nvPr/>
          </p:nvSpPr>
          <p:spPr>
            <a:xfrm rot="2700000">
              <a:off x="1513440" y="4374000"/>
              <a:ext cx="135720" cy="140400"/>
            </a:xfrm>
            <a:prstGeom prst="ellipse">
              <a:avLst/>
            </a:pr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8" name="Oval 119"/>
            <p:cNvSpPr/>
            <p:nvPr/>
          </p:nvSpPr>
          <p:spPr>
            <a:xfrm rot="2700000">
              <a:off x="1412280" y="4530600"/>
              <a:ext cx="83160" cy="81720"/>
            </a:xfrm>
            <a:prstGeom prst="ellipse">
              <a:avLst/>
            </a:pr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8800" bIns="288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59" name="Rectangle 13"/>
            <p:cNvSpPr/>
            <p:nvPr/>
          </p:nvSpPr>
          <p:spPr>
            <a:xfrm rot="2700000">
              <a:off x="1128960" y="4770720"/>
              <a:ext cx="138240" cy="84600"/>
            </a:xfrm>
            <a:prstGeom prst="rect">
              <a:avLst/>
            </a:pr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42480" bIns="4248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sp>
        <p:nvSpPr>
          <p:cNvPr id="660" name="Freeform 14"/>
          <p:cNvSpPr/>
          <p:nvPr/>
        </p:nvSpPr>
        <p:spPr>
          <a:xfrm>
            <a:off x="2157120" y="1935720"/>
            <a:ext cx="10485720" cy="1952640"/>
          </a:xfrm>
          <a:custGeom>
            <a:avLst/>
            <a:gdLst>
              <a:gd name="textAreaLeft" fmla="*/ 0 w 10485720"/>
              <a:gd name="textAreaRight" fmla="*/ 10486080 w 10485720"/>
              <a:gd name="textAreaTop" fmla="*/ 0 h 1952640"/>
              <a:gd name="textAreaBottom" fmla="*/ 1953000 h 1952640"/>
              <a:gd name="GluePoint1X" fmla="*/ 0 w 7473950"/>
              <a:gd name="GluePoint1Y" fmla="*/ 1390650 h 1392017"/>
              <a:gd name="GluePoint2X" fmla="*/ 2197100 w 7473950"/>
              <a:gd name="GluePoint2Y" fmla="*/ 279400 h 1392017"/>
              <a:gd name="GluePoint3X" fmla="*/ 4756150 w 7473950"/>
              <a:gd name="GluePoint3Y" fmla="*/ 1390650 h 1392017"/>
              <a:gd name="GluePoint4X" fmla="*/ 7473950 w 7473950"/>
              <a:gd name="GluePoint4Y" fmla="*/ 0 h 139201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7473950" h="1392017">
                <a:moveTo>
                  <a:pt x="0" y="1390650"/>
                </a:moveTo>
                <a:cubicBezTo>
                  <a:pt x="702204" y="835025"/>
                  <a:pt x="1404408" y="279400"/>
                  <a:pt x="2197100" y="279400"/>
                </a:cubicBezTo>
                <a:cubicBezTo>
                  <a:pt x="2989792" y="279400"/>
                  <a:pt x="3876675" y="1437217"/>
                  <a:pt x="4756150" y="1390650"/>
                </a:cubicBezTo>
                <a:cubicBezTo>
                  <a:pt x="5635625" y="1344083"/>
                  <a:pt x="6968067" y="250825"/>
                  <a:pt x="7473950" y="0"/>
                </a:cubicBezTo>
              </a:path>
            </a:pathLst>
          </a:custGeom>
          <a:noFill/>
          <a:ln w="12700">
            <a:solidFill>
              <a:srgbClr val="ffffff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661" name="Rounded Rectangle 16"/>
          <p:cNvSpPr/>
          <p:nvPr/>
        </p:nvSpPr>
        <p:spPr>
          <a:xfrm>
            <a:off x="3334680" y="2582640"/>
            <a:ext cx="562680" cy="562680"/>
          </a:xfrm>
          <a:prstGeom prst="roundRect">
            <a:avLst>
              <a:gd name="adj" fmla="val 50000"/>
            </a:avLst>
          </a:prstGeom>
          <a:solidFill>
            <a:srgbClr val="3099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662" name="Group 17"/>
          <p:cNvGrpSpPr/>
          <p:nvPr/>
        </p:nvGrpSpPr>
        <p:grpSpPr>
          <a:xfrm>
            <a:off x="3482280" y="2782080"/>
            <a:ext cx="274680" cy="240120"/>
            <a:chOff x="3482280" y="2782080"/>
            <a:chExt cx="274680" cy="240120"/>
          </a:xfrm>
        </p:grpSpPr>
        <p:sp>
          <p:nvSpPr>
            <p:cNvPr id="663" name="Freeform 150"/>
            <p:cNvSpPr/>
            <p:nvPr/>
          </p:nvSpPr>
          <p:spPr>
            <a:xfrm>
              <a:off x="3482280" y="2782080"/>
              <a:ext cx="274680" cy="197640"/>
            </a:xfrm>
            <a:custGeom>
              <a:avLst/>
              <a:gdLst>
                <a:gd name="textAreaLeft" fmla="*/ 0 w 274680"/>
                <a:gd name="textAreaRight" fmla="*/ 275040 w 274680"/>
                <a:gd name="textAreaTop" fmla="*/ 0 h 197640"/>
                <a:gd name="textAreaBottom" fmla="*/ 198000 h 197640"/>
                <a:gd name="GluePoint1X" fmla="*/ 128 w 128"/>
                <a:gd name="GluePoint1Y" fmla="*/ 24 h 92"/>
                <a:gd name="GluePoint2X" fmla="*/ 119 w 128"/>
                <a:gd name="GluePoint2Y" fmla="*/ 12 h 92"/>
                <a:gd name="GluePoint3X" fmla="*/ 67 w 128"/>
                <a:gd name="GluePoint3Y" fmla="*/ 0 h 92"/>
                <a:gd name="GluePoint4X" fmla="*/ 64 w 128"/>
                <a:gd name="GluePoint4Y" fmla="*/ 0 h 92"/>
                <a:gd name="GluePoint5X" fmla="*/ 61 w 128"/>
                <a:gd name="GluePoint5Y" fmla="*/ 0 h 92"/>
                <a:gd name="GluePoint6X" fmla="*/ 9 w 128"/>
                <a:gd name="GluePoint6Y" fmla="*/ 12 h 92"/>
                <a:gd name="GluePoint7X" fmla="*/ 0 w 128"/>
                <a:gd name="GluePoint7Y" fmla="*/ 24 h 92"/>
                <a:gd name="GluePoint8X" fmla="*/ 9 w 128"/>
                <a:gd name="GluePoint8Y" fmla="*/ 36 h 92"/>
                <a:gd name="GluePoint9X" fmla="*/ 20 w 128"/>
                <a:gd name="GluePoint9Y" fmla="*/ 38 h 92"/>
                <a:gd name="GluePoint10X" fmla="*/ 20 w 128"/>
                <a:gd name="GluePoint10Y" fmla="*/ 72 h 92"/>
                <a:gd name="GluePoint11X" fmla="*/ 64 w 128"/>
                <a:gd name="GluePoint11Y" fmla="*/ 92 h 92"/>
                <a:gd name="GluePoint12X" fmla="*/ 108 w 128"/>
                <a:gd name="GluePoint12Y" fmla="*/ 72 h 92"/>
                <a:gd name="GluePoint13X" fmla="*/ 108 w 128"/>
                <a:gd name="GluePoint13Y" fmla="*/ 38 h 92"/>
                <a:gd name="GluePoint14X" fmla="*/ 119 w 128"/>
                <a:gd name="GluePoint14Y" fmla="*/ 36 h 92"/>
                <a:gd name="GluePoint15X" fmla="*/ 128 w 128"/>
                <a:gd name="GluePoint15Y" fmla="*/ 24 h 92"/>
                <a:gd name="GluePoint16X" fmla="*/ 100 w 128"/>
                <a:gd name="GluePoint16Y" fmla="*/ 72 h 92"/>
                <a:gd name="GluePoint17X" fmla="*/ 64 w 128"/>
                <a:gd name="GluePoint17Y" fmla="*/ 84 h 92"/>
                <a:gd name="GluePoint18X" fmla="*/ 28 w 128"/>
                <a:gd name="GluePoint18Y" fmla="*/ 72 h 92"/>
                <a:gd name="GluePoint19X" fmla="*/ 28 w 128"/>
                <a:gd name="GluePoint19Y" fmla="*/ 40 h 92"/>
                <a:gd name="GluePoint20X" fmla="*/ 61 w 128"/>
                <a:gd name="GluePoint20Y" fmla="*/ 48 h 92"/>
                <a:gd name="GluePoint21X" fmla="*/ 64 w 128"/>
                <a:gd name="GluePoint21Y" fmla="*/ 48 h 92"/>
                <a:gd name="GluePoint22X" fmla="*/ 67 w 128"/>
                <a:gd name="GluePoint22Y" fmla="*/ 48 h 92"/>
                <a:gd name="GluePoint23X" fmla="*/ 100 w 128"/>
                <a:gd name="GluePoint23Y" fmla="*/ 40 h 92"/>
                <a:gd name="GluePoint24X" fmla="*/ 100 w 128"/>
                <a:gd name="GluePoint24Y" fmla="*/ 72 h 92"/>
                <a:gd name="GluePoint25X" fmla="*/ 65 w 128"/>
                <a:gd name="GluePoint25Y" fmla="*/ 40 h 92"/>
                <a:gd name="GluePoint26X" fmla="*/ 64 w 128"/>
                <a:gd name="GluePoint26Y" fmla="*/ 40 h 92"/>
                <a:gd name="GluePoint27X" fmla="*/ 63 w 128"/>
                <a:gd name="GluePoint27Y" fmla="*/ 40 h 92"/>
                <a:gd name="GluePoint28X" fmla="*/ 11 w 128"/>
                <a:gd name="GluePoint28Y" fmla="*/ 28 h 92"/>
                <a:gd name="GluePoint29X" fmla="*/ 8 w 128"/>
                <a:gd name="GluePoint29Y" fmla="*/ 24 h 92"/>
                <a:gd name="GluePoint30X" fmla="*/ 11 w 128"/>
                <a:gd name="GluePoint30Y" fmla="*/ 20 h 92"/>
                <a:gd name="GluePoint31X" fmla="*/ 63 w 128"/>
                <a:gd name="GluePoint31Y" fmla="*/ 8 h 92"/>
                <a:gd name="GluePoint32X" fmla="*/ 64 w 128"/>
                <a:gd name="GluePoint32Y" fmla="*/ 8 h 92"/>
                <a:gd name="GluePoint33X" fmla="*/ 65 w 128"/>
                <a:gd name="GluePoint33Y" fmla="*/ 8 h 92"/>
                <a:gd name="GluePoint34X" fmla="*/ 117 w 128"/>
                <a:gd name="GluePoint34Y" fmla="*/ 20 h 92"/>
                <a:gd name="GluePoint35X" fmla="*/ 120 w 128"/>
                <a:gd name="GluePoint35Y" fmla="*/ 24 h 92"/>
                <a:gd name="GluePoint36X" fmla="*/ 117 w 128"/>
                <a:gd name="GluePoint36Y" fmla="*/ 28 h 92"/>
                <a:gd name="GluePoint37X" fmla="*/ 65 w 128"/>
                <a:gd name="GluePoint37Y" fmla="*/ 40 h 9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128" h="92">
                  <a:moveTo>
                    <a:pt x="128" y="24"/>
                  </a:moveTo>
                  <a:cubicBezTo>
                    <a:pt x="128" y="18"/>
                    <a:pt x="124" y="14"/>
                    <a:pt x="119" y="1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6" y="0"/>
                    <a:pt x="65" y="0"/>
                    <a:pt x="64" y="0"/>
                  </a:cubicBezTo>
                  <a:cubicBezTo>
                    <a:pt x="63" y="0"/>
                    <a:pt x="62" y="0"/>
                    <a:pt x="61" y="0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4" y="14"/>
                    <a:pt x="0" y="18"/>
                    <a:pt x="0" y="24"/>
                  </a:cubicBezTo>
                  <a:cubicBezTo>
                    <a:pt x="0" y="30"/>
                    <a:pt x="4" y="34"/>
                    <a:pt x="9" y="36"/>
                  </a:cubicBezTo>
                  <a:cubicBezTo>
                    <a:pt x="20" y="38"/>
                    <a:pt x="20" y="38"/>
                    <a:pt x="20" y="38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83"/>
                    <a:pt x="32" y="92"/>
                    <a:pt x="64" y="92"/>
                  </a:cubicBezTo>
                  <a:cubicBezTo>
                    <a:pt x="96" y="92"/>
                    <a:pt x="108" y="83"/>
                    <a:pt x="108" y="72"/>
                  </a:cubicBezTo>
                  <a:cubicBezTo>
                    <a:pt x="108" y="38"/>
                    <a:pt x="108" y="38"/>
                    <a:pt x="108" y="38"/>
                  </a:cubicBezTo>
                  <a:cubicBezTo>
                    <a:pt x="119" y="36"/>
                    <a:pt x="119" y="36"/>
                    <a:pt x="119" y="36"/>
                  </a:cubicBezTo>
                  <a:cubicBezTo>
                    <a:pt x="124" y="34"/>
                    <a:pt x="128" y="30"/>
                    <a:pt x="128" y="24"/>
                  </a:cubicBezTo>
                  <a:close/>
                  <a:moveTo>
                    <a:pt x="100" y="72"/>
                  </a:moveTo>
                  <a:cubicBezTo>
                    <a:pt x="100" y="76"/>
                    <a:pt x="88" y="84"/>
                    <a:pt x="64" y="84"/>
                  </a:cubicBezTo>
                  <a:cubicBezTo>
                    <a:pt x="40" y="84"/>
                    <a:pt x="28" y="76"/>
                    <a:pt x="28" y="72"/>
                  </a:cubicBezTo>
                  <a:cubicBezTo>
                    <a:pt x="28" y="40"/>
                    <a:pt x="28" y="40"/>
                    <a:pt x="28" y="40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2" y="48"/>
                    <a:pt x="63" y="48"/>
                    <a:pt x="64" y="48"/>
                  </a:cubicBezTo>
                  <a:cubicBezTo>
                    <a:pt x="65" y="48"/>
                    <a:pt x="66" y="48"/>
                    <a:pt x="67" y="48"/>
                  </a:cubicBezTo>
                  <a:cubicBezTo>
                    <a:pt x="100" y="40"/>
                    <a:pt x="100" y="40"/>
                    <a:pt x="100" y="40"/>
                  </a:cubicBezTo>
                  <a:lnTo>
                    <a:pt x="100" y="72"/>
                  </a:lnTo>
                  <a:close/>
                  <a:moveTo>
                    <a:pt x="65" y="40"/>
                  </a:moveTo>
                  <a:cubicBezTo>
                    <a:pt x="65" y="40"/>
                    <a:pt x="64" y="40"/>
                    <a:pt x="64" y="40"/>
                  </a:cubicBezTo>
                  <a:cubicBezTo>
                    <a:pt x="64" y="40"/>
                    <a:pt x="63" y="40"/>
                    <a:pt x="63" y="40"/>
                  </a:cubicBezTo>
                  <a:cubicBezTo>
                    <a:pt x="11" y="28"/>
                    <a:pt x="11" y="28"/>
                    <a:pt x="11" y="28"/>
                  </a:cubicBezTo>
                  <a:cubicBezTo>
                    <a:pt x="9" y="27"/>
                    <a:pt x="8" y="26"/>
                    <a:pt x="8" y="24"/>
                  </a:cubicBezTo>
                  <a:cubicBezTo>
                    <a:pt x="8" y="22"/>
                    <a:pt x="9" y="21"/>
                    <a:pt x="11" y="20"/>
                  </a:cubicBezTo>
                  <a:cubicBezTo>
                    <a:pt x="63" y="8"/>
                    <a:pt x="63" y="8"/>
                    <a:pt x="63" y="8"/>
                  </a:cubicBezTo>
                  <a:cubicBezTo>
                    <a:pt x="63" y="8"/>
                    <a:pt x="64" y="8"/>
                    <a:pt x="64" y="8"/>
                  </a:cubicBezTo>
                  <a:cubicBezTo>
                    <a:pt x="64" y="8"/>
                    <a:pt x="65" y="8"/>
                    <a:pt x="65" y="8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19" y="21"/>
                    <a:pt x="120" y="22"/>
                    <a:pt x="120" y="24"/>
                  </a:cubicBezTo>
                  <a:cubicBezTo>
                    <a:pt x="120" y="26"/>
                    <a:pt x="119" y="27"/>
                    <a:pt x="117" y="28"/>
                  </a:cubicBezTo>
                  <a:lnTo>
                    <a:pt x="65" y="4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64" name="Freeform 151"/>
            <p:cNvSpPr/>
            <p:nvPr/>
          </p:nvSpPr>
          <p:spPr>
            <a:xfrm>
              <a:off x="3731760" y="2867040"/>
              <a:ext cx="16560" cy="94680"/>
            </a:xfrm>
            <a:custGeom>
              <a:avLst/>
              <a:gdLst>
                <a:gd name="textAreaLeft" fmla="*/ 0 w 16560"/>
                <a:gd name="textAreaRight" fmla="*/ 16920 w 16560"/>
                <a:gd name="textAreaTop" fmla="*/ 0 h 94680"/>
                <a:gd name="textAreaBottom" fmla="*/ 95040 h 94680"/>
                <a:gd name="GluePoint1X" fmla="*/ 0 w 8"/>
                <a:gd name="GluePoint1Y" fmla="*/ 4 h 44"/>
                <a:gd name="GluePoint2X" fmla="*/ 0 w 8"/>
                <a:gd name="GluePoint2Y" fmla="*/ 40 h 44"/>
                <a:gd name="GluePoint3X" fmla="*/ 4 w 8"/>
                <a:gd name="GluePoint3Y" fmla="*/ 44 h 44"/>
                <a:gd name="GluePoint4X" fmla="*/ 8 w 8"/>
                <a:gd name="GluePoint4Y" fmla="*/ 40 h 44"/>
                <a:gd name="GluePoint5X" fmla="*/ 8 w 8"/>
                <a:gd name="GluePoint5Y" fmla="*/ 4 h 44"/>
                <a:gd name="GluePoint6X" fmla="*/ 4 w 8"/>
                <a:gd name="GluePoint6Y" fmla="*/ 0 h 44"/>
                <a:gd name="GluePoint7X" fmla="*/ 0 w 8"/>
                <a:gd name="GluePoint7Y" fmla="*/ 4 h 4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8" h="44">
                  <a:moveTo>
                    <a:pt x="0" y="4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42"/>
                    <a:pt x="2" y="44"/>
                    <a:pt x="4" y="44"/>
                  </a:cubicBezTo>
                  <a:cubicBezTo>
                    <a:pt x="6" y="44"/>
                    <a:pt x="8" y="42"/>
                    <a:pt x="8" y="4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65" name="Oval 152"/>
            <p:cNvSpPr/>
            <p:nvPr/>
          </p:nvSpPr>
          <p:spPr>
            <a:xfrm>
              <a:off x="3722760" y="2971080"/>
              <a:ext cx="34200" cy="51120"/>
            </a:xfrm>
            <a:prstGeom prst="ellipse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8360" bIns="1836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grpSp>
        <p:nvGrpSpPr>
          <p:cNvPr id="666" name="Group 21"/>
          <p:cNvGrpSpPr/>
          <p:nvPr/>
        </p:nvGrpSpPr>
        <p:grpSpPr>
          <a:xfrm>
            <a:off x="3210120" y="3217680"/>
            <a:ext cx="1771560" cy="782640"/>
            <a:chOff x="3210120" y="3217680"/>
            <a:chExt cx="1771560" cy="782640"/>
          </a:xfrm>
        </p:grpSpPr>
        <p:sp>
          <p:nvSpPr>
            <p:cNvPr id="667" name="TextBox 22"/>
            <p:cNvSpPr/>
            <p:nvPr/>
          </p:nvSpPr>
          <p:spPr>
            <a:xfrm>
              <a:off x="3210120" y="3217680"/>
              <a:ext cx="1621800" cy="58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{{content_points[0]}}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8" name="텍스트 개체 틀 2"/>
            <p:cNvSpPr/>
            <p:nvPr/>
          </p:nvSpPr>
          <p:spPr>
            <a:xfrm>
              <a:off x="3210120" y="3688200"/>
              <a:ext cx="1771560" cy="31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457200">
                <a:lnSpc>
                  <a:spcPct val="12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{{detailed_content[0]}}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69" name="Group 24"/>
          <p:cNvGrpSpPr/>
          <p:nvPr/>
        </p:nvGrpSpPr>
        <p:grpSpPr>
          <a:xfrm>
            <a:off x="7491240" y="4080240"/>
            <a:ext cx="1771560" cy="801720"/>
            <a:chOff x="7491240" y="4080240"/>
            <a:chExt cx="1771560" cy="801720"/>
          </a:xfrm>
        </p:grpSpPr>
        <p:sp>
          <p:nvSpPr>
            <p:cNvPr id="670" name="TextBox 25"/>
            <p:cNvSpPr/>
            <p:nvPr/>
          </p:nvSpPr>
          <p:spPr>
            <a:xfrm>
              <a:off x="7491240" y="4080240"/>
              <a:ext cx="1621800" cy="58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{{content_points[2]}}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1" name="텍스트 개체 틀 2"/>
            <p:cNvSpPr/>
            <p:nvPr/>
          </p:nvSpPr>
          <p:spPr>
            <a:xfrm>
              <a:off x="7491240" y="4569840"/>
              <a:ext cx="1771560" cy="31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457200">
                <a:lnSpc>
                  <a:spcPct val="12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{{detailed_content[2]}}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2" name="Rounded Rectangle 28"/>
          <p:cNvSpPr/>
          <p:nvPr/>
        </p:nvSpPr>
        <p:spPr>
          <a:xfrm>
            <a:off x="7620120" y="3388680"/>
            <a:ext cx="562680" cy="562680"/>
          </a:xfrm>
          <a:prstGeom prst="roundRect">
            <a:avLst>
              <a:gd name="adj" fmla="val 50000"/>
            </a:avLst>
          </a:prstGeom>
          <a:solidFill>
            <a:srgbClr val="3099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673" name="Freeform 28"/>
          <p:cNvSpPr/>
          <p:nvPr/>
        </p:nvSpPr>
        <p:spPr>
          <a:xfrm>
            <a:off x="7790760" y="3545280"/>
            <a:ext cx="238680" cy="238680"/>
          </a:xfrm>
          <a:custGeom>
            <a:avLst/>
            <a:gdLst>
              <a:gd name="textAreaLeft" fmla="*/ 0 w 238680"/>
              <a:gd name="textAreaRight" fmla="*/ 239040 w 238680"/>
              <a:gd name="textAreaTop" fmla="*/ 0 h 238680"/>
              <a:gd name="textAreaBottom" fmla="*/ 239040 h 238680"/>
              <a:gd name="GluePoint1X" fmla="*/ 114 w 128"/>
              <a:gd name="GluePoint1Y" fmla="*/ 29 h 128"/>
              <a:gd name="GluePoint2X" fmla="*/ 112 w 128"/>
              <a:gd name="GluePoint2Y" fmla="*/ 8 h 128"/>
              <a:gd name="GluePoint3X" fmla="*/ 24 w 128"/>
              <a:gd name="GluePoint3Y" fmla="*/ 0 h 128"/>
              <a:gd name="GluePoint4X" fmla="*/ 16 w 128"/>
              <a:gd name="GluePoint4Y" fmla="*/ 27 h 128"/>
              <a:gd name="GluePoint5X" fmla="*/ 2 w 128"/>
              <a:gd name="GluePoint5Y" fmla="*/ 45 h 128"/>
              <a:gd name="GluePoint6X" fmla="*/ 0 w 128"/>
              <a:gd name="GluePoint6Y" fmla="*/ 56 h 128"/>
              <a:gd name="GluePoint7X" fmla="*/ 12 w 128"/>
              <a:gd name="GluePoint7Y" fmla="*/ 68 h 128"/>
              <a:gd name="GluePoint8X" fmla="*/ 20 w 128"/>
              <a:gd name="GluePoint8Y" fmla="*/ 128 h 128"/>
              <a:gd name="GluePoint9X" fmla="*/ 116 w 128"/>
              <a:gd name="GluePoint9Y" fmla="*/ 120 h 128"/>
              <a:gd name="GluePoint10X" fmla="*/ 116 w 128"/>
              <a:gd name="GluePoint10Y" fmla="*/ 68 h 128"/>
              <a:gd name="GluePoint11X" fmla="*/ 128 w 128"/>
              <a:gd name="GluePoint11Y" fmla="*/ 52 h 128"/>
              <a:gd name="GluePoint12X" fmla="*/ 104 w 128"/>
              <a:gd name="GluePoint12Y" fmla="*/ 8 h 128"/>
              <a:gd name="GluePoint13X" fmla="*/ 24 w 128"/>
              <a:gd name="GluePoint13Y" fmla="*/ 24 h 128"/>
              <a:gd name="GluePoint14X" fmla="*/ 24 w 128"/>
              <a:gd name="GluePoint14Y" fmla="*/ 8 h 128"/>
              <a:gd name="GluePoint15X" fmla="*/ 41 w 128"/>
              <a:gd name="GluePoint15Y" fmla="*/ 60 h 128"/>
              <a:gd name="GluePoint16X" fmla="*/ 40 w 128"/>
              <a:gd name="GluePoint16Y" fmla="*/ 32 h 128"/>
              <a:gd name="GluePoint17X" fmla="*/ 41 w 128"/>
              <a:gd name="GluePoint17Y" fmla="*/ 60 h 128"/>
              <a:gd name="GluePoint18X" fmla="*/ 62 w 128"/>
              <a:gd name="GluePoint18Y" fmla="*/ 32 h 128"/>
              <a:gd name="GluePoint19X" fmla="*/ 45 w 128"/>
              <a:gd name="GluePoint19Y" fmla="*/ 60 h 128"/>
              <a:gd name="GluePoint20X" fmla="*/ 66 w 128"/>
              <a:gd name="GluePoint20Y" fmla="*/ 32 h 128"/>
              <a:gd name="GluePoint21X" fmla="*/ 83 w 128"/>
              <a:gd name="GluePoint21Y" fmla="*/ 60 h 128"/>
              <a:gd name="GluePoint22X" fmla="*/ 66 w 128"/>
              <a:gd name="GluePoint22Y" fmla="*/ 32 h 128"/>
              <a:gd name="GluePoint23X" fmla="*/ 88 w 128"/>
              <a:gd name="GluePoint23Y" fmla="*/ 32 h 128"/>
              <a:gd name="GluePoint24X" fmla="*/ 87 w 128"/>
              <a:gd name="GluePoint24Y" fmla="*/ 60 h 128"/>
              <a:gd name="GluePoint25X" fmla="*/ 8 w 128"/>
              <a:gd name="GluePoint25Y" fmla="*/ 56 h 128"/>
              <a:gd name="GluePoint26X" fmla="*/ 9 w 128"/>
              <a:gd name="GluePoint26Y" fmla="*/ 50 h 128"/>
              <a:gd name="GluePoint27X" fmla="*/ 24 w 128"/>
              <a:gd name="GluePoint27Y" fmla="*/ 32 h 128"/>
              <a:gd name="GluePoint28X" fmla="*/ 19 w 128"/>
              <a:gd name="GluePoint28Y" fmla="*/ 60 h 128"/>
              <a:gd name="GluePoint29X" fmla="*/ 8 w 128"/>
              <a:gd name="GluePoint29Y" fmla="*/ 56 h 128"/>
              <a:gd name="GluePoint30X" fmla="*/ 50 w 128"/>
              <a:gd name="GluePoint30Y" fmla="*/ 120 h 128"/>
              <a:gd name="GluePoint31X" fmla="*/ 80 w 128"/>
              <a:gd name="GluePoint31Y" fmla="*/ 80 h 128"/>
              <a:gd name="GluePoint32X" fmla="*/ 108 w 128"/>
              <a:gd name="GluePoint32Y" fmla="*/ 120 h 128"/>
              <a:gd name="GluePoint33X" fmla="*/ 84 w 128"/>
              <a:gd name="GluePoint33Y" fmla="*/ 80 h 128"/>
              <a:gd name="GluePoint34X" fmla="*/ 50 w 128"/>
              <a:gd name="GluePoint34Y" fmla="*/ 76 h 128"/>
              <a:gd name="GluePoint35X" fmla="*/ 46 w 128"/>
              <a:gd name="GluePoint35Y" fmla="*/ 120 h 128"/>
              <a:gd name="GluePoint36X" fmla="*/ 20 w 128"/>
              <a:gd name="GluePoint36Y" fmla="*/ 68 h 128"/>
              <a:gd name="GluePoint37X" fmla="*/ 108 w 128"/>
              <a:gd name="GluePoint37Y" fmla="*/ 120 h 128"/>
              <a:gd name="GluePoint38X" fmla="*/ 116 w 128"/>
              <a:gd name="GluePoint38Y" fmla="*/ 60 h 128"/>
              <a:gd name="GluePoint39X" fmla="*/ 93 w 128"/>
              <a:gd name="GluePoint39Y" fmla="*/ 32 h 128"/>
              <a:gd name="GluePoint40X" fmla="*/ 104 w 128"/>
              <a:gd name="GluePoint40Y" fmla="*/ 32 h 128"/>
              <a:gd name="GluePoint41X" fmla="*/ 119 w 128"/>
              <a:gd name="GluePoint41Y" fmla="*/ 50 h 128"/>
              <a:gd name="GluePoint42X" fmla="*/ 120 w 128"/>
              <a:gd name="GluePoint42Y" fmla="*/ 56 h 1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</a:cxnLst>
            <a:rect l="textAreaLeft" t="textAreaTop" r="textAreaRight" b="textAreaBottom"/>
            <a:pathLst>
              <a:path w="128" h="128">
                <a:moveTo>
                  <a:pt x="126" y="45"/>
                </a:moveTo>
                <a:cubicBezTo>
                  <a:pt x="114" y="29"/>
                  <a:pt x="114" y="29"/>
                  <a:pt x="114" y="29"/>
                </a:cubicBezTo>
                <a:cubicBezTo>
                  <a:pt x="113" y="28"/>
                  <a:pt x="113" y="28"/>
                  <a:pt x="112" y="27"/>
                </a:cubicBezTo>
                <a:cubicBezTo>
                  <a:pt x="112" y="8"/>
                  <a:pt x="112" y="8"/>
                  <a:pt x="112" y="8"/>
                </a:cubicBezTo>
                <a:cubicBezTo>
                  <a:pt x="112" y="4"/>
                  <a:pt x="108" y="0"/>
                  <a:pt x="104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0" y="0"/>
                  <a:pt x="16" y="4"/>
                  <a:pt x="16" y="8"/>
                </a:cubicBezTo>
                <a:cubicBezTo>
                  <a:pt x="16" y="27"/>
                  <a:pt x="16" y="27"/>
                  <a:pt x="16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2" y="45"/>
                  <a:pt x="2" y="45"/>
                  <a:pt x="2" y="45"/>
                </a:cubicBezTo>
                <a:cubicBezTo>
                  <a:pt x="1" y="47"/>
                  <a:pt x="0" y="49"/>
                  <a:pt x="0" y="52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63"/>
                  <a:pt x="5" y="68"/>
                  <a:pt x="12" y="68"/>
                </a:cubicBezTo>
                <a:cubicBezTo>
                  <a:pt x="12" y="68"/>
                  <a:pt x="12" y="68"/>
                  <a:pt x="12" y="68"/>
                </a:cubicBezTo>
                <a:cubicBezTo>
                  <a:pt x="12" y="120"/>
                  <a:pt x="12" y="120"/>
                  <a:pt x="12" y="120"/>
                </a:cubicBezTo>
                <a:cubicBezTo>
                  <a:pt x="12" y="124"/>
                  <a:pt x="16" y="128"/>
                  <a:pt x="20" y="128"/>
                </a:cubicBezTo>
                <a:cubicBezTo>
                  <a:pt x="108" y="128"/>
                  <a:pt x="108" y="128"/>
                  <a:pt x="108" y="128"/>
                </a:cubicBezTo>
                <a:cubicBezTo>
                  <a:pt x="112" y="128"/>
                  <a:pt x="116" y="124"/>
                  <a:pt x="116" y="120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16" y="68"/>
                  <a:pt x="116" y="68"/>
                  <a:pt x="116" y="68"/>
                </a:cubicBezTo>
                <a:cubicBezTo>
                  <a:pt x="123" y="68"/>
                  <a:pt x="128" y="63"/>
                  <a:pt x="128" y="56"/>
                </a:cubicBezTo>
                <a:cubicBezTo>
                  <a:pt x="128" y="52"/>
                  <a:pt x="128" y="52"/>
                  <a:pt x="128" y="52"/>
                </a:cubicBezTo>
                <a:cubicBezTo>
                  <a:pt x="128" y="49"/>
                  <a:pt x="127" y="47"/>
                  <a:pt x="126" y="45"/>
                </a:cubicBezTo>
                <a:close/>
                <a:moveTo>
                  <a:pt x="104" y="8"/>
                </a:moveTo>
                <a:cubicBezTo>
                  <a:pt x="104" y="24"/>
                  <a:pt x="104" y="24"/>
                  <a:pt x="10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24"/>
                  <a:pt x="24" y="24"/>
                  <a:pt x="24" y="24"/>
                </a:cubicBezTo>
                <a:cubicBezTo>
                  <a:pt x="24" y="8"/>
                  <a:pt x="24" y="8"/>
                  <a:pt x="24" y="8"/>
                </a:cubicBezTo>
                <a:lnTo>
                  <a:pt x="104" y="8"/>
                </a:lnTo>
                <a:close/>
                <a:moveTo>
                  <a:pt x="41" y="60"/>
                </a:moveTo>
                <a:cubicBezTo>
                  <a:pt x="24" y="60"/>
                  <a:pt x="24" y="60"/>
                  <a:pt x="24" y="60"/>
                </a:cubicBezTo>
                <a:cubicBezTo>
                  <a:pt x="40" y="32"/>
                  <a:pt x="40" y="32"/>
                  <a:pt x="40" y="32"/>
                </a:cubicBezTo>
                <a:cubicBezTo>
                  <a:pt x="49" y="32"/>
                  <a:pt x="49" y="32"/>
                  <a:pt x="49" y="32"/>
                </a:cubicBezTo>
                <a:lnTo>
                  <a:pt x="41" y="60"/>
                </a:lnTo>
                <a:close/>
                <a:moveTo>
                  <a:pt x="53" y="32"/>
                </a:moveTo>
                <a:cubicBezTo>
                  <a:pt x="62" y="32"/>
                  <a:pt x="62" y="32"/>
                  <a:pt x="62" y="32"/>
                </a:cubicBezTo>
                <a:cubicBezTo>
                  <a:pt x="62" y="60"/>
                  <a:pt x="62" y="60"/>
                  <a:pt x="62" y="60"/>
                </a:cubicBezTo>
                <a:cubicBezTo>
                  <a:pt x="45" y="60"/>
                  <a:pt x="45" y="60"/>
                  <a:pt x="45" y="60"/>
                </a:cubicBezTo>
                <a:lnTo>
                  <a:pt x="53" y="32"/>
                </a:lnTo>
                <a:close/>
                <a:moveTo>
                  <a:pt x="66" y="32"/>
                </a:moveTo>
                <a:cubicBezTo>
                  <a:pt x="75" y="32"/>
                  <a:pt x="75" y="32"/>
                  <a:pt x="75" y="32"/>
                </a:cubicBezTo>
                <a:cubicBezTo>
                  <a:pt x="83" y="60"/>
                  <a:pt x="83" y="60"/>
                  <a:pt x="83" y="60"/>
                </a:cubicBezTo>
                <a:cubicBezTo>
                  <a:pt x="66" y="60"/>
                  <a:pt x="66" y="60"/>
                  <a:pt x="66" y="60"/>
                </a:cubicBezTo>
                <a:lnTo>
                  <a:pt x="66" y="32"/>
                </a:lnTo>
                <a:close/>
                <a:moveTo>
                  <a:pt x="79" y="32"/>
                </a:moveTo>
                <a:cubicBezTo>
                  <a:pt x="88" y="32"/>
                  <a:pt x="88" y="32"/>
                  <a:pt x="88" y="32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87" y="60"/>
                  <a:pt x="87" y="60"/>
                  <a:pt x="87" y="60"/>
                </a:cubicBezTo>
                <a:lnTo>
                  <a:pt x="79" y="32"/>
                </a:lnTo>
                <a:close/>
                <a:moveTo>
                  <a:pt x="8" y="56"/>
                </a:moveTo>
                <a:cubicBezTo>
                  <a:pt x="8" y="52"/>
                  <a:pt x="8" y="52"/>
                  <a:pt x="8" y="52"/>
                </a:cubicBezTo>
                <a:cubicBezTo>
                  <a:pt x="8" y="51"/>
                  <a:pt x="8" y="50"/>
                  <a:pt x="9" y="50"/>
                </a:cubicBezTo>
                <a:cubicBezTo>
                  <a:pt x="21" y="34"/>
                  <a:pt x="21" y="34"/>
                  <a:pt x="21" y="34"/>
                </a:cubicBezTo>
                <a:cubicBezTo>
                  <a:pt x="22" y="33"/>
                  <a:pt x="23" y="32"/>
                  <a:pt x="24" y="32"/>
                </a:cubicBezTo>
                <a:cubicBezTo>
                  <a:pt x="35" y="32"/>
                  <a:pt x="35" y="32"/>
                  <a:pt x="35" y="32"/>
                </a:cubicBezTo>
                <a:cubicBezTo>
                  <a:pt x="19" y="60"/>
                  <a:pt x="19" y="60"/>
                  <a:pt x="19" y="60"/>
                </a:cubicBezTo>
                <a:cubicBezTo>
                  <a:pt x="12" y="60"/>
                  <a:pt x="12" y="60"/>
                  <a:pt x="12" y="60"/>
                </a:cubicBezTo>
                <a:cubicBezTo>
                  <a:pt x="10" y="60"/>
                  <a:pt x="8" y="58"/>
                  <a:pt x="8" y="56"/>
                </a:cubicBezTo>
                <a:close/>
                <a:moveTo>
                  <a:pt x="80" y="120"/>
                </a:moveTo>
                <a:cubicBezTo>
                  <a:pt x="50" y="120"/>
                  <a:pt x="50" y="120"/>
                  <a:pt x="50" y="120"/>
                </a:cubicBezTo>
                <a:cubicBezTo>
                  <a:pt x="50" y="80"/>
                  <a:pt x="50" y="80"/>
                  <a:pt x="50" y="80"/>
                </a:cubicBezTo>
                <a:cubicBezTo>
                  <a:pt x="80" y="80"/>
                  <a:pt x="80" y="80"/>
                  <a:pt x="80" y="80"/>
                </a:cubicBezTo>
                <a:lnTo>
                  <a:pt x="80" y="120"/>
                </a:lnTo>
                <a:close/>
                <a:moveTo>
                  <a:pt x="108" y="120"/>
                </a:moveTo>
                <a:cubicBezTo>
                  <a:pt x="84" y="120"/>
                  <a:pt x="84" y="120"/>
                  <a:pt x="84" y="120"/>
                </a:cubicBezTo>
                <a:cubicBezTo>
                  <a:pt x="84" y="80"/>
                  <a:pt x="84" y="80"/>
                  <a:pt x="84" y="80"/>
                </a:cubicBezTo>
                <a:cubicBezTo>
                  <a:pt x="84" y="78"/>
                  <a:pt x="82" y="76"/>
                  <a:pt x="80" y="76"/>
                </a:cubicBezTo>
                <a:cubicBezTo>
                  <a:pt x="50" y="76"/>
                  <a:pt x="50" y="76"/>
                  <a:pt x="50" y="76"/>
                </a:cubicBezTo>
                <a:cubicBezTo>
                  <a:pt x="48" y="76"/>
                  <a:pt x="46" y="78"/>
                  <a:pt x="46" y="8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20" y="120"/>
                  <a:pt x="20" y="120"/>
                  <a:pt x="20" y="120"/>
                </a:cubicBezTo>
                <a:cubicBezTo>
                  <a:pt x="20" y="68"/>
                  <a:pt x="20" y="68"/>
                  <a:pt x="20" y="68"/>
                </a:cubicBezTo>
                <a:cubicBezTo>
                  <a:pt x="108" y="68"/>
                  <a:pt x="108" y="68"/>
                  <a:pt x="108" y="68"/>
                </a:cubicBezTo>
                <a:lnTo>
                  <a:pt x="108" y="120"/>
                </a:lnTo>
                <a:close/>
                <a:moveTo>
                  <a:pt x="120" y="56"/>
                </a:moveTo>
                <a:cubicBezTo>
                  <a:pt x="120" y="58"/>
                  <a:pt x="118" y="60"/>
                  <a:pt x="116" y="60"/>
                </a:cubicBezTo>
                <a:cubicBezTo>
                  <a:pt x="109" y="60"/>
                  <a:pt x="109" y="60"/>
                  <a:pt x="109" y="60"/>
                </a:cubicBezTo>
                <a:cubicBezTo>
                  <a:pt x="93" y="32"/>
                  <a:pt x="93" y="32"/>
                  <a:pt x="93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4" y="32"/>
                  <a:pt x="104" y="32"/>
                  <a:pt x="104" y="32"/>
                </a:cubicBezTo>
                <a:cubicBezTo>
                  <a:pt x="105" y="32"/>
                  <a:pt x="106" y="33"/>
                  <a:pt x="107" y="34"/>
                </a:cubicBezTo>
                <a:cubicBezTo>
                  <a:pt x="119" y="50"/>
                  <a:pt x="119" y="50"/>
                  <a:pt x="119" y="50"/>
                </a:cubicBezTo>
                <a:cubicBezTo>
                  <a:pt x="120" y="50"/>
                  <a:pt x="120" y="51"/>
                  <a:pt x="120" y="52"/>
                </a:cubicBezTo>
                <a:lnTo>
                  <a:pt x="120" y="56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id-ID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674" name="Group 30"/>
          <p:cNvGrpSpPr/>
          <p:nvPr/>
        </p:nvGrpSpPr>
        <p:grpSpPr>
          <a:xfrm>
            <a:off x="9990000" y="3725640"/>
            <a:ext cx="1771560" cy="792000"/>
            <a:chOff x="9990000" y="3725640"/>
            <a:chExt cx="1771560" cy="792000"/>
          </a:xfrm>
        </p:grpSpPr>
        <p:sp>
          <p:nvSpPr>
            <p:cNvPr id="675" name="TextBox 31"/>
            <p:cNvSpPr/>
            <p:nvPr/>
          </p:nvSpPr>
          <p:spPr>
            <a:xfrm>
              <a:off x="9990000" y="3725640"/>
              <a:ext cx="1621800" cy="58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{{content_points[3]}}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6" name="텍스트 개체 틀 2"/>
            <p:cNvSpPr/>
            <p:nvPr/>
          </p:nvSpPr>
          <p:spPr>
            <a:xfrm>
              <a:off x="9990000" y="4205520"/>
              <a:ext cx="1771560" cy="31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457200">
                <a:lnSpc>
                  <a:spcPct val="12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{{detailed_content[3]}}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77" name="Rounded Rectangle 34"/>
          <p:cNvSpPr/>
          <p:nvPr/>
        </p:nvSpPr>
        <p:spPr>
          <a:xfrm>
            <a:off x="10118880" y="3034080"/>
            <a:ext cx="562680" cy="562680"/>
          </a:xfrm>
          <a:prstGeom prst="roundRect">
            <a:avLst>
              <a:gd name="adj" fmla="val 50000"/>
            </a:avLst>
          </a:prstGeom>
          <a:solidFill>
            <a:srgbClr val="3099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678" name="Group 35"/>
          <p:cNvGrpSpPr/>
          <p:nvPr/>
        </p:nvGrpSpPr>
        <p:grpSpPr>
          <a:xfrm>
            <a:off x="10262520" y="3168000"/>
            <a:ext cx="276480" cy="274320"/>
            <a:chOff x="10262520" y="3168000"/>
            <a:chExt cx="276480" cy="274320"/>
          </a:xfrm>
        </p:grpSpPr>
        <p:sp>
          <p:nvSpPr>
            <p:cNvPr id="679" name="Freeform 166"/>
            <p:cNvSpPr/>
            <p:nvPr/>
          </p:nvSpPr>
          <p:spPr>
            <a:xfrm>
              <a:off x="10262520" y="3193920"/>
              <a:ext cx="252720" cy="248400"/>
            </a:xfrm>
            <a:custGeom>
              <a:avLst/>
              <a:gdLst>
                <a:gd name="textAreaLeft" fmla="*/ 0 w 252720"/>
                <a:gd name="textAreaRight" fmla="*/ 253080 w 252720"/>
                <a:gd name="textAreaTop" fmla="*/ 0 h 248400"/>
                <a:gd name="textAreaBottom" fmla="*/ 248760 h 248400"/>
                <a:gd name="GluePoint1X" fmla="*/ 84 w 118"/>
                <a:gd name="GluePoint1Y" fmla="*/ 3 h 116"/>
                <a:gd name="GluePoint2X" fmla="*/ 77 w 118"/>
                <a:gd name="GluePoint2Y" fmla="*/ 0 h 116"/>
                <a:gd name="GluePoint3X" fmla="*/ 70 w 118"/>
                <a:gd name="GluePoint3Y" fmla="*/ 3 h 116"/>
                <a:gd name="GluePoint4X" fmla="*/ 64 w 118"/>
                <a:gd name="GluePoint4Y" fmla="*/ 9 h 116"/>
                <a:gd name="GluePoint5X" fmla="*/ 61 w 118"/>
                <a:gd name="GluePoint5Y" fmla="*/ 16 h 116"/>
                <a:gd name="GluePoint6X" fmla="*/ 62 w 118"/>
                <a:gd name="GluePoint6Y" fmla="*/ 21 h 116"/>
                <a:gd name="GluePoint7X" fmla="*/ 8 w 118"/>
                <a:gd name="GluePoint7Y" fmla="*/ 43 h 116"/>
                <a:gd name="GluePoint8X" fmla="*/ 1 w 118"/>
                <a:gd name="GluePoint8Y" fmla="*/ 51 h 116"/>
                <a:gd name="GluePoint9X" fmla="*/ 5 w 118"/>
                <a:gd name="GluePoint9Y" fmla="*/ 62 h 116"/>
                <a:gd name="GluePoint10X" fmla="*/ 55 w 118"/>
                <a:gd name="GluePoint10Y" fmla="*/ 112 h 116"/>
                <a:gd name="GluePoint11X" fmla="*/ 64 w 118"/>
                <a:gd name="GluePoint11Y" fmla="*/ 116 h 116"/>
                <a:gd name="GluePoint12X" fmla="*/ 64 w 118"/>
                <a:gd name="GluePoint12Y" fmla="*/ 116 h 116"/>
                <a:gd name="GluePoint13X" fmla="*/ 66 w 118"/>
                <a:gd name="GluePoint13Y" fmla="*/ 116 h 116"/>
                <a:gd name="GluePoint14X" fmla="*/ 75 w 118"/>
                <a:gd name="GluePoint14Y" fmla="*/ 108 h 116"/>
                <a:gd name="GluePoint15X" fmla="*/ 96 w 118"/>
                <a:gd name="GluePoint15Y" fmla="*/ 55 h 116"/>
                <a:gd name="GluePoint16X" fmla="*/ 102 w 118"/>
                <a:gd name="GluePoint16Y" fmla="*/ 57 h 116"/>
                <a:gd name="GluePoint17X" fmla="*/ 109 w 118"/>
                <a:gd name="GluePoint17Y" fmla="*/ 54 h 116"/>
                <a:gd name="GluePoint18X" fmla="*/ 115 w 118"/>
                <a:gd name="GluePoint18Y" fmla="*/ 48 h 116"/>
                <a:gd name="GluePoint19X" fmla="*/ 118 w 118"/>
                <a:gd name="GluePoint19Y" fmla="*/ 41 h 116"/>
                <a:gd name="GluePoint20X" fmla="*/ 115 w 118"/>
                <a:gd name="GluePoint20Y" fmla="*/ 34 h 116"/>
                <a:gd name="GluePoint21X" fmla="*/ 84 w 118"/>
                <a:gd name="GluePoint21Y" fmla="*/ 3 h 116"/>
                <a:gd name="GluePoint22X" fmla="*/ 68 w 118"/>
                <a:gd name="GluePoint22Y" fmla="*/ 105 h 116"/>
                <a:gd name="GluePoint23X" fmla="*/ 65 w 118"/>
                <a:gd name="GluePoint23Y" fmla="*/ 108 h 116"/>
                <a:gd name="GluePoint24X" fmla="*/ 64 w 118"/>
                <a:gd name="GluePoint24Y" fmla="*/ 108 h 116"/>
                <a:gd name="GluePoint25X" fmla="*/ 61 w 118"/>
                <a:gd name="GluePoint25Y" fmla="*/ 107 h 116"/>
                <a:gd name="GluePoint26X" fmla="*/ 10 w 118"/>
                <a:gd name="GluePoint26Y" fmla="*/ 56 h 116"/>
                <a:gd name="GluePoint27X" fmla="*/ 9 w 118"/>
                <a:gd name="GluePoint27Y" fmla="*/ 53 h 116"/>
                <a:gd name="GluePoint28X" fmla="*/ 11 w 118"/>
                <a:gd name="GluePoint28Y" fmla="*/ 50 h 116"/>
                <a:gd name="GluePoint29X" fmla="*/ 36 w 118"/>
                <a:gd name="GluePoint29Y" fmla="*/ 40 h 116"/>
                <a:gd name="GluePoint30X" fmla="*/ 87 w 118"/>
                <a:gd name="GluePoint30Y" fmla="*/ 58 h 116"/>
                <a:gd name="GluePoint31X" fmla="*/ 68 w 118"/>
                <a:gd name="GluePoint31Y" fmla="*/ 105 h 116"/>
                <a:gd name="GluePoint32X" fmla="*/ 109 w 118"/>
                <a:gd name="GluePoint32Y" fmla="*/ 42 h 116"/>
                <a:gd name="GluePoint33X" fmla="*/ 103 w 118"/>
                <a:gd name="GluePoint33Y" fmla="*/ 48 h 116"/>
                <a:gd name="GluePoint34X" fmla="*/ 100 w 118"/>
                <a:gd name="GluePoint34Y" fmla="*/ 48 h 116"/>
                <a:gd name="GluePoint35X" fmla="*/ 93 w 118"/>
                <a:gd name="GluePoint35Y" fmla="*/ 41 h 116"/>
                <a:gd name="GluePoint36X" fmla="*/ 88 w 118"/>
                <a:gd name="GluePoint36Y" fmla="*/ 55 h 116"/>
                <a:gd name="GluePoint37X" fmla="*/ 88 w 118"/>
                <a:gd name="GluePoint37Y" fmla="*/ 54 h 116"/>
                <a:gd name="GluePoint38X" fmla="*/ 53 w 118"/>
                <a:gd name="GluePoint38Y" fmla="*/ 39 h 116"/>
                <a:gd name="GluePoint39X" fmla="*/ 42 w 118"/>
                <a:gd name="GluePoint39Y" fmla="*/ 38 h 116"/>
                <a:gd name="GluePoint40X" fmla="*/ 76 w 118"/>
                <a:gd name="GluePoint40Y" fmla="*/ 24 h 116"/>
                <a:gd name="GluePoint41X" fmla="*/ 70 w 118"/>
                <a:gd name="GluePoint41Y" fmla="*/ 17 h 116"/>
                <a:gd name="GluePoint42X" fmla="*/ 70 w 118"/>
                <a:gd name="GluePoint42Y" fmla="*/ 14 h 116"/>
                <a:gd name="GluePoint43X" fmla="*/ 75 w 118"/>
                <a:gd name="GluePoint43Y" fmla="*/ 9 h 116"/>
                <a:gd name="GluePoint44X" fmla="*/ 78 w 118"/>
                <a:gd name="GluePoint44Y" fmla="*/ 9 h 116"/>
                <a:gd name="GluePoint45X" fmla="*/ 109 w 118"/>
                <a:gd name="GluePoint45Y" fmla="*/ 39 h 116"/>
                <a:gd name="GluePoint46X" fmla="*/ 109 w 118"/>
                <a:gd name="GluePoint46Y" fmla="*/ 42 h 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</a:cxnLst>
              <a:rect l="textAreaLeft" t="textAreaTop" r="textAreaRight" b="textAreaBottom"/>
              <a:pathLst>
                <a:path w="118" h="115">
                  <a:moveTo>
                    <a:pt x="84" y="3"/>
                  </a:moveTo>
                  <a:cubicBezTo>
                    <a:pt x="82" y="1"/>
                    <a:pt x="79" y="0"/>
                    <a:pt x="77" y="0"/>
                  </a:cubicBezTo>
                  <a:cubicBezTo>
                    <a:pt x="74" y="0"/>
                    <a:pt x="71" y="1"/>
                    <a:pt x="70" y="3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2" y="10"/>
                    <a:pt x="61" y="13"/>
                    <a:pt x="61" y="16"/>
                  </a:cubicBezTo>
                  <a:cubicBezTo>
                    <a:pt x="61" y="18"/>
                    <a:pt x="62" y="19"/>
                    <a:pt x="62" y="21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5" y="44"/>
                    <a:pt x="2" y="48"/>
                    <a:pt x="1" y="51"/>
                  </a:cubicBezTo>
                  <a:cubicBezTo>
                    <a:pt x="0" y="55"/>
                    <a:pt x="2" y="59"/>
                    <a:pt x="5" y="62"/>
                  </a:cubicBezTo>
                  <a:cubicBezTo>
                    <a:pt x="55" y="112"/>
                    <a:pt x="55" y="112"/>
                    <a:pt x="55" y="112"/>
                  </a:cubicBezTo>
                  <a:cubicBezTo>
                    <a:pt x="58" y="115"/>
                    <a:pt x="61" y="116"/>
                    <a:pt x="64" y="116"/>
                  </a:cubicBezTo>
                  <a:cubicBezTo>
                    <a:pt x="64" y="116"/>
                    <a:pt x="64" y="116"/>
                    <a:pt x="64" y="116"/>
                  </a:cubicBezTo>
                  <a:cubicBezTo>
                    <a:pt x="65" y="116"/>
                    <a:pt x="66" y="116"/>
                    <a:pt x="66" y="116"/>
                  </a:cubicBezTo>
                  <a:cubicBezTo>
                    <a:pt x="70" y="115"/>
                    <a:pt x="74" y="112"/>
                    <a:pt x="75" y="108"/>
                  </a:cubicBezTo>
                  <a:cubicBezTo>
                    <a:pt x="96" y="55"/>
                    <a:pt x="96" y="55"/>
                    <a:pt x="96" y="55"/>
                  </a:cubicBezTo>
                  <a:cubicBezTo>
                    <a:pt x="98" y="56"/>
                    <a:pt x="100" y="57"/>
                    <a:pt x="102" y="57"/>
                  </a:cubicBezTo>
                  <a:cubicBezTo>
                    <a:pt x="105" y="57"/>
                    <a:pt x="107" y="56"/>
                    <a:pt x="109" y="54"/>
                  </a:cubicBezTo>
                  <a:cubicBezTo>
                    <a:pt x="115" y="48"/>
                    <a:pt x="115" y="48"/>
                    <a:pt x="115" y="48"/>
                  </a:cubicBezTo>
                  <a:cubicBezTo>
                    <a:pt x="117" y="46"/>
                    <a:pt x="118" y="44"/>
                    <a:pt x="118" y="41"/>
                  </a:cubicBezTo>
                  <a:cubicBezTo>
                    <a:pt x="118" y="38"/>
                    <a:pt x="117" y="36"/>
                    <a:pt x="115" y="34"/>
                  </a:cubicBezTo>
                  <a:lnTo>
                    <a:pt x="84" y="3"/>
                  </a:lnTo>
                  <a:close/>
                  <a:moveTo>
                    <a:pt x="68" y="105"/>
                  </a:moveTo>
                  <a:cubicBezTo>
                    <a:pt x="67" y="107"/>
                    <a:pt x="66" y="108"/>
                    <a:pt x="65" y="108"/>
                  </a:cubicBezTo>
                  <a:cubicBezTo>
                    <a:pt x="64" y="108"/>
                    <a:pt x="64" y="108"/>
                    <a:pt x="64" y="108"/>
                  </a:cubicBezTo>
                  <a:cubicBezTo>
                    <a:pt x="63" y="108"/>
                    <a:pt x="62" y="108"/>
                    <a:pt x="61" y="107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9" y="56"/>
                    <a:pt x="9" y="54"/>
                    <a:pt x="9" y="53"/>
                  </a:cubicBezTo>
                  <a:cubicBezTo>
                    <a:pt x="9" y="52"/>
                    <a:pt x="10" y="51"/>
                    <a:pt x="11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53" y="46"/>
                    <a:pt x="70" y="40"/>
                    <a:pt x="87" y="58"/>
                  </a:cubicBezTo>
                  <a:lnTo>
                    <a:pt x="68" y="105"/>
                  </a:lnTo>
                  <a:close/>
                  <a:moveTo>
                    <a:pt x="109" y="42"/>
                  </a:moveTo>
                  <a:cubicBezTo>
                    <a:pt x="103" y="48"/>
                    <a:pt x="103" y="48"/>
                    <a:pt x="103" y="48"/>
                  </a:cubicBezTo>
                  <a:cubicBezTo>
                    <a:pt x="103" y="49"/>
                    <a:pt x="101" y="49"/>
                    <a:pt x="100" y="48"/>
                  </a:cubicBezTo>
                  <a:cubicBezTo>
                    <a:pt x="93" y="41"/>
                    <a:pt x="93" y="41"/>
                    <a:pt x="93" y="41"/>
                  </a:cubicBezTo>
                  <a:cubicBezTo>
                    <a:pt x="88" y="55"/>
                    <a:pt x="88" y="55"/>
                    <a:pt x="88" y="55"/>
                  </a:cubicBezTo>
                  <a:cubicBezTo>
                    <a:pt x="88" y="54"/>
                    <a:pt x="88" y="54"/>
                    <a:pt x="88" y="54"/>
                  </a:cubicBezTo>
                  <a:cubicBezTo>
                    <a:pt x="76" y="42"/>
                    <a:pt x="64" y="41"/>
                    <a:pt x="53" y="39"/>
                  </a:cubicBezTo>
                  <a:cubicBezTo>
                    <a:pt x="49" y="39"/>
                    <a:pt x="46" y="38"/>
                    <a:pt x="42" y="38"/>
                  </a:cubicBezTo>
                  <a:cubicBezTo>
                    <a:pt x="76" y="24"/>
                    <a:pt x="76" y="24"/>
                    <a:pt x="76" y="24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9" y="16"/>
                    <a:pt x="69" y="15"/>
                    <a:pt x="70" y="14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76" y="8"/>
                    <a:pt x="77" y="8"/>
                    <a:pt x="78" y="9"/>
                  </a:cubicBezTo>
                  <a:cubicBezTo>
                    <a:pt x="109" y="39"/>
                    <a:pt x="109" y="39"/>
                    <a:pt x="109" y="39"/>
                  </a:cubicBezTo>
                  <a:cubicBezTo>
                    <a:pt x="110" y="40"/>
                    <a:pt x="110" y="42"/>
                    <a:pt x="109" y="42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80" name="Freeform 167"/>
            <p:cNvSpPr/>
            <p:nvPr/>
          </p:nvSpPr>
          <p:spPr>
            <a:xfrm>
              <a:off x="10384920" y="3304800"/>
              <a:ext cx="42120" cy="421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42120"/>
                <a:gd name="textAreaBottom" fmla="*/ 42480 h 42120"/>
                <a:gd name="GluePoint1X" fmla="*/ 10 w 20"/>
                <a:gd name="GluePoint1Y" fmla="*/ 20 h 20"/>
                <a:gd name="GluePoint2X" fmla="*/ 20 w 20"/>
                <a:gd name="GluePoint2Y" fmla="*/ 10 h 20"/>
                <a:gd name="GluePoint3X" fmla="*/ 10 w 20"/>
                <a:gd name="GluePoint3Y" fmla="*/ 0 h 20"/>
                <a:gd name="GluePoint4X" fmla="*/ 0 w 20"/>
                <a:gd name="GluePoint4Y" fmla="*/ 10 h 20"/>
                <a:gd name="GluePoint5X" fmla="*/ 10 w 20"/>
                <a:gd name="GluePoint5Y" fmla="*/ 20 h 20"/>
                <a:gd name="GluePoint6X" fmla="*/ 10 w 20"/>
                <a:gd name="GluePoint6Y" fmla="*/ 4 h 20"/>
                <a:gd name="GluePoint7X" fmla="*/ 16 w 20"/>
                <a:gd name="GluePoint7Y" fmla="*/ 10 h 20"/>
                <a:gd name="GluePoint8X" fmla="*/ 10 w 20"/>
                <a:gd name="GluePoint8Y" fmla="*/ 16 h 20"/>
                <a:gd name="GluePoint9X" fmla="*/ 4 w 20"/>
                <a:gd name="GluePoint9Y" fmla="*/ 10 h 20"/>
                <a:gd name="GluePoint10X" fmla="*/ 10 w 20"/>
                <a:gd name="GluePoint10Y" fmla="*/ 4 h 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0" h="20">
                  <a:moveTo>
                    <a:pt x="10" y="20"/>
                  </a:move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lose/>
                  <a:moveTo>
                    <a:pt x="10" y="4"/>
                  </a:move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240" bIns="212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81" name="Freeform 168"/>
            <p:cNvSpPr/>
            <p:nvPr/>
          </p:nvSpPr>
          <p:spPr>
            <a:xfrm>
              <a:off x="10496880" y="3168000"/>
              <a:ext cx="42120" cy="42120"/>
            </a:xfrm>
            <a:custGeom>
              <a:avLst/>
              <a:gdLst>
                <a:gd name="textAreaLeft" fmla="*/ 0 w 42120"/>
                <a:gd name="textAreaRight" fmla="*/ 42480 w 42120"/>
                <a:gd name="textAreaTop" fmla="*/ 0 h 42120"/>
                <a:gd name="textAreaBottom" fmla="*/ 42480 h 42120"/>
                <a:gd name="GluePoint1X" fmla="*/ 10 w 20"/>
                <a:gd name="GluePoint1Y" fmla="*/ 0 h 20"/>
                <a:gd name="GluePoint2X" fmla="*/ 0 w 20"/>
                <a:gd name="GluePoint2Y" fmla="*/ 10 h 20"/>
                <a:gd name="GluePoint3X" fmla="*/ 10 w 20"/>
                <a:gd name="GluePoint3Y" fmla="*/ 20 h 20"/>
                <a:gd name="GluePoint4X" fmla="*/ 20 w 20"/>
                <a:gd name="GluePoint4Y" fmla="*/ 10 h 20"/>
                <a:gd name="GluePoint5X" fmla="*/ 10 w 20"/>
                <a:gd name="GluePoint5Y" fmla="*/ 0 h 20"/>
                <a:gd name="GluePoint6X" fmla="*/ 10 w 20"/>
                <a:gd name="GluePoint6Y" fmla="*/ 16 h 20"/>
                <a:gd name="GluePoint7X" fmla="*/ 4 w 20"/>
                <a:gd name="GluePoint7Y" fmla="*/ 10 h 20"/>
                <a:gd name="GluePoint8X" fmla="*/ 10 w 20"/>
                <a:gd name="GluePoint8Y" fmla="*/ 4 h 20"/>
                <a:gd name="GluePoint9X" fmla="*/ 16 w 20"/>
                <a:gd name="GluePoint9Y" fmla="*/ 10 h 20"/>
                <a:gd name="GluePoint10X" fmla="*/ 10 w 20"/>
                <a:gd name="GluePoint10Y" fmla="*/ 16 h 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0" h="20">
                  <a:moveTo>
                    <a:pt x="10" y="0"/>
                  </a:moveTo>
                  <a:cubicBezTo>
                    <a:pt x="4" y="0"/>
                    <a:pt x="0" y="4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6" y="20"/>
                    <a:pt x="20" y="16"/>
                    <a:pt x="20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  <a:moveTo>
                    <a:pt x="10" y="16"/>
                  </a:moveTo>
                  <a:cubicBezTo>
                    <a:pt x="7" y="16"/>
                    <a:pt x="4" y="13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3" y="4"/>
                    <a:pt x="16" y="7"/>
                    <a:pt x="16" y="10"/>
                  </a:cubicBezTo>
                  <a:cubicBezTo>
                    <a:pt x="16" y="13"/>
                    <a:pt x="13" y="16"/>
                    <a:pt x="10" y="16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21240" bIns="2124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82" name="Freeform 169"/>
            <p:cNvSpPr/>
            <p:nvPr/>
          </p:nvSpPr>
          <p:spPr>
            <a:xfrm>
              <a:off x="10333440" y="3296880"/>
              <a:ext cx="34200" cy="33480"/>
            </a:xfrm>
            <a:custGeom>
              <a:avLst/>
              <a:gdLst>
                <a:gd name="textAreaLeft" fmla="*/ 0 w 34200"/>
                <a:gd name="textAreaRight" fmla="*/ 34560 w 34200"/>
                <a:gd name="textAreaTop" fmla="*/ 0 h 33480"/>
                <a:gd name="textAreaBottom" fmla="*/ 33840 h 33480"/>
                <a:gd name="GluePoint1X" fmla="*/ 0 w 16"/>
                <a:gd name="GluePoint1Y" fmla="*/ 8 h 16"/>
                <a:gd name="GluePoint2X" fmla="*/ 8 w 16"/>
                <a:gd name="GluePoint2Y" fmla="*/ 16 h 16"/>
                <a:gd name="GluePoint3X" fmla="*/ 16 w 16"/>
                <a:gd name="GluePoint3Y" fmla="*/ 8 h 16"/>
                <a:gd name="GluePoint4X" fmla="*/ 8 w 16"/>
                <a:gd name="GluePoint4Y" fmla="*/ 0 h 16"/>
                <a:gd name="GluePoint5X" fmla="*/ 0 w 16"/>
                <a:gd name="GluePoint5Y" fmla="*/ 8 h 16"/>
                <a:gd name="GluePoint6X" fmla="*/ 8 w 16"/>
                <a:gd name="GluePoint6Y" fmla="*/ 4 h 16"/>
                <a:gd name="GluePoint7X" fmla="*/ 12 w 16"/>
                <a:gd name="GluePoint7Y" fmla="*/ 8 h 16"/>
                <a:gd name="GluePoint8X" fmla="*/ 8 w 16"/>
                <a:gd name="GluePoint8Y" fmla="*/ 12 h 16"/>
                <a:gd name="GluePoint9X" fmla="*/ 4 w 16"/>
                <a:gd name="GluePoint9Y" fmla="*/ 8 h 16"/>
                <a:gd name="GluePoint10X" fmla="*/ 8 w 16"/>
                <a:gd name="GluePoint10Y" fmla="*/ 4 h 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6" h="16">
                  <a:moveTo>
                    <a:pt x="0" y="8"/>
                  </a:moveTo>
                  <a:cubicBezTo>
                    <a:pt x="0" y="12"/>
                    <a:pt x="4" y="16"/>
                    <a:pt x="8" y="16"/>
                  </a:cubicBezTo>
                  <a:cubicBezTo>
                    <a:pt x="12" y="16"/>
                    <a:pt x="16" y="12"/>
                    <a:pt x="16" y="8"/>
                  </a:cubicBezTo>
                  <a:cubicBezTo>
                    <a:pt x="16" y="4"/>
                    <a:pt x="12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lose/>
                  <a:moveTo>
                    <a:pt x="8" y="4"/>
                  </a:moveTo>
                  <a:cubicBezTo>
                    <a:pt x="10" y="4"/>
                    <a:pt x="12" y="6"/>
                    <a:pt x="12" y="8"/>
                  </a:cubicBezTo>
                  <a:cubicBezTo>
                    <a:pt x="12" y="10"/>
                    <a:pt x="10" y="12"/>
                    <a:pt x="8" y="12"/>
                  </a:cubicBezTo>
                  <a:cubicBezTo>
                    <a:pt x="6" y="12"/>
                    <a:pt x="4" y="10"/>
                    <a:pt x="4" y="8"/>
                  </a:cubicBezTo>
                  <a:cubicBezTo>
                    <a:pt x="4" y="6"/>
                    <a:pt x="6" y="4"/>
                    <a:pt x="8" y="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16920" bIns="169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83" name="Oval 170"/>
            <p:cNvSpPr/>
            <p:nvPr/>
          </p:nvSpPr>
          <p:spPr>
            <a:xfrm>
              <a:off x="10368000" y="3356280"/>
              <a:ext cx="16560" cy="16560"/>
            </a:xfrm>
            <a:prstGeom prst="ellipse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84" name="Oval 171"/>
            <p:cNvSpPr/>
            <p:nvPr/>
          </p:nvSpPr>
          <p:spPr>
            <a:xfrm>
              <a:off x="10504800" y="3227760"/>
              <a:ext cx="17280" cy="17280"/>
            </a:xfrm>
            <a:prstGeom prst="ellipse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tIns="6120" bIns="612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id-ID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</p:grpSp>
      <p:grpSp>
        <p:nvGrpSpPr>
          <p:cNvPr id="685" name="Group 42"/>
          <p:cNvGrpSpPr/>
          <p:nvPr/>
        </p:nvGrpSpPr>
        <p:grpSpPr>
          <a:xfrm>
            <a:off x="5401440" y="2849400"/>
            <a:ext cx="1771560" cy="801720"/>
            <a:chOff x="5401440" y="2849400"/>
            <a:chExt cx="1771560" cy="801720"/>
          </a:xfrm>
        </p:grpSpPr>
        <p:sp>
          <p:nvSpPr>
            <p:cNvPr id="686" name="TextBox 43"/>
            <p:cNvSpPr/>
            <p:nvPr/>
          </p:nvSpPr>
          <p:spPr>
            <a:xfrm>
              <a:off x="5401440" y="2849400"/>
              <a:ext cx="1621800" cy="58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6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{{content_points[1]}}</a:t>
              </a:r>
              <a:endParaRPr b="0" lang="en-US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7" name="텍스트 개체 틀 2"/>
            <p:cNvSpPr/>
            <p:nvPr/>
          </p:nvSpPr>
          <p:spPr>
            <a:xfrm>
              <a:off x="5401440" y="3339000"/>
              <a:ext cx="1771560" cy="31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spAutoFit/>
            </a:bodyPr>
            <a:p>
              <a:pPr defTabSz="457200">
                <a:lnSpc>
                  <a:spcPct val="120000"/>
                </a:lnSpc>
                <a:spcBef>
                  <a:spcPts val="241"/>
                </a:spcBef>
                <a:tabLst>
                  <a:tab algn="l" pos="0"/>
                </a:tabLst>
              </a:pPr>
              <a:r>
                <a:rPr b="0" lang="en-US" sz="1200" strike="noStrike" u="none">
                  <a:solidFill>
                    <a:schemeClr val="lt1"/>
                  </a:solidFill>
                  <a:effectLst/>
                  <a:uFillTx/>
                  <a:latin typeface="Roboto condensed"/>
                  <a:ea typeface="宋体"/>
                </a:rPr>
                <a:t>{{detailed_content[1]}}</a:t>
              </a:r>
              <a:endPara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88" name="Rounded Rectangle 46"/>
          <p:cNvSpPr/>
          <p:nvPr/>
        </p:nvSpPr>
        <p:spPr>
          <a:xfrm>
            <a:off x="5535360" y="2145960"/>
            <a:ext cx="562680" cy="562680"/>
          </a:xfrm>
          <a:prstGeom prst="roundRect">
            <a:avLst>
              <a:gd name="adj" fmla="val 50000"/>
            </a:avLst>
          </a:prstGeom>
          <a:solidFill>
            <a:srgbClr val="3099d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689" name="Freeform 39"/>
          <p:cNvSpPr/>
          <p:nvPr/>
        </p:nvSpPr>
        <p:spPr>
          <a:xfrm>
            <a:off x="5700240" y="2297880"/>
            <a:ext cx="253080" cy="252360"/>
          </a:xfrm>
          <a:custGeom>
            <a:avLst/>
            <a:gdLst>
              <a:gd name="textAreaLeft" fmla="*/ 0 w 253080"/>
              <a:gd name="textAreaRight" fmla="*/ 253440 w 253080"/>
              <a:gd name="textAreaTop" fmla="*/ 0 h 252360"/>
              <a:gd name="textAreaBottom" fmla="*/ 252720 h 252360"/>
              <a:gd name="GluePoint1X" fmla="*/ 176 w 0"/>
              <a:gd name="GluePoint1Y" fmla="*/ 48 h 0"/>
              <a:gd name="GluePoint2X" fmla="*/ 169 w 0"/>
              <a:gd name="GluePoint2Y" fmla="*/ 48 h 0"/>
              <a:gd name="GluePoint3X" fmla="*/ 169 w 0"/>
              <a:gd name="GluePoint3Y" fmla="*/ 54 h 0"/>
              <a:gd name="GluePoint4X" fmla="*/ 169 w 0"/>
              <a:gd name="GluePoint4Y" fmla="*/ 120 h 0"/>
              <a:gd name="GluePoint5X" fmla="*/ 169 w 0"/>
              <a:gd name="GluePoint5Y" fmla="*/ 127 h 0"/>
              <a:gd name="GluePoint6X" fmla="*/ 176 w 0"/>
              <a:gd name="GluePoint6Y" fmla="*/ 127 h 0"/>
              <a:gd name="GluePoint7X" fmla="*/ 176 w 0"/>
              <a:gd name="GluePoint7Y" fmla="*/ 48 h 0"/>
              <a:gd name="GluePoint8X" fmla="*/ 193 w 0"/>
              <a:gd name="GluePoint8Y" fmla="*/ 31 h 0"/>
              <a:gd name="GluePoint9X" fmla="*/ 80 w 0"/>
              <a:gd name="GluePoint9Y" fmla="*/ 31 h 0"/>
              <a:gd name="GluePoint10X" fmla="*/ 68 w 0"/>
              <a:gd name="GluePoint10Y" fmla="*/ 129 h 0"/>
              <a:gd name="GluePoint11X" fmla="*/ 10 w 0"/>
              <a:gd name="GluePoint11Y" fmla="*/ 188 h 0"/>
              <a:gd name="GluePoint12X" fmla="*/ 15 w 0"/>
              <a:gd name="GluePoint12Y" fmla="*/ 208 h 0"/>
              <a:gd name="GluePoint13X" fmla="*/ 35 w 0"/>
              <a:gd name="GluePoint13Y" fmla="*/ 214 h 0"/>
              <a:gd name="GluePoint14X" fmla="*/ 94 w 0"/>
              <a:gd name="GluePoint14Y" fmla="*/ 155 h 0"/>
              <a:gd name="GluePoint15X" fmla="*/ 193 w 0"/>
              <a:gd name="GluePoint15Y" fmla="*/ 144 h 0"/>
              <a:gd name="GluePoint16X" fmla="*/ 193 w 0"/>
              <a:gd name="GluePoint16Y" fmla="*/ 31 h 0"/>
              <a:gd name="GluePoint17X" fmla="*/ 183 w 0"/>
              <a:gd name="GluePoint17Y" fmla="*/ 134 h 0"/>
              <a:gd name="GluePoint18X" fmla="*/ 90 w 0"/>
              <a:gd name="GluePoint18Y" fmla="*/ 134 h 0"/>
              <a:gd name="GluePoint19X" fmla="*/ 90 w 0"/>
              <a:gd name="GluePoint19Y" fmla="*/ 41 h 0"/>
              <a:gd name="GluePoint20X" fmla="*/ 183 w 0"/>
              <a:gd name="GluePoint20Y" fmla="*/ 41 h 0"/>
              <a:gd name="GluePoint21X" fmla="*/ 183 w 0"/>
              <a:gd name="GluePoint21Y" fmla="*/ 134 h 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</a:cxnLst>
            <a:rect l="textAreaLeft" t="textAreaTop" r="textAreaRight" b="textAreaBottom"/>
            <a:pathLst>
              <a:path w="224" h="223">
                <a:moveTo>
                  <a:pt x="176" y="48"/>
                </a:moveTo>
                <a:cubicBezTo>
                  <a:pt x="174" y="46"/>
                  <a:pt x="171" y="46"/>
                  <a:pt x="169" y="48"/>
                </a:cubicBezTo>
                <a:cubicBezTo>
                  <a:pt x="167" y="50"/>
                  <a:pt x="167" y="53"/>
                  <a:pt x="169" y="54"/>
                </a:cubicBezTo>
                <a:cubicBezTo>
                  <a:pt x="187" y="73"/>
                  <a:pt x="187" y="102"/>
                  <a:pt x="169" y="120"/>
                </a:cubicBezTo>
                <a:cubicBezTo>
                  <a:pt x="167" y="122"/>
                  <a:pt x="167" y="125"/>
                  <a:pt x="169" y="127"/>
                </a:cubicBezTo>
                <a:cubicBezTo>
                  <a:pt x="171" y="129"/>
                  <a:pt x="174" y="129"/>
                  <a:pt x="176" y="127"/>
                </a:cubicBezTo>
                <a:cubicBezTo>
                  <a:pt x="197" y="105"/>
                  <a:pt x="197" y="70"/>
                  <a:pt x="176" y="48"/>
                </a:cubicBezTo>
                <a:close/>
                <a:moveTo>
                  <a:pt x="193" y="31"/>
                </a:moveTo>
                <a:cubicBezTo>
                  <a:pt x="161" y="0"/>
                  <a:pt x="111" y="0"/>
                  <a:pt x="80" y="31"/>
                </a:cubicBezTo>
                <a:cubicBezTo>
                  <a:pt x="53" y="58"/>
                  <a:pt x="49" y="98"/>
                  <a:pt x="68" y="129"/>
                </a:cubicBezTo>
                <a:cubicBezTo>
                  <a:pt x="10" y="188"/>
                  <a:pt x="10" y="188"/>
                  <a:pt x="10" y="188"/>
                </a:cubicBezTo>
                <a:cubicBezTo>
                  <a:pt x="10" y="188"/>
                  <a:pt x="0" y="194"/>
                  <a:pt x="15" y="208"/>
                </a:cubicBezTo>
                <a:cubicBezTo>
                  <a:pt x="30" y="223"/>
                  <a:pt x="35" y="214"/>
                  <a:pt x="35" y="214"/>
                </a:cubicBezTo>
                <a:cubicBezTo>
                  <a:pt x="94" y="155"/>
                  <a:pt x="94" y="155"/>
                  <a:pt x="94" y="155"/>
                </a:cubicBezTo>
                <a:cubicBezTo>
                  <a:pt x="125" y="174"/>
                  <a:pt x="166" y="170"/>
                  <a:pt x="193" y="144"/>
                </a:cubicBezTo>
                <a:cubicBezTo>
                  <a:pt x="224" y="113"/>
                  <a:pt x="224" y="62"/>
                  <a:pt x="193" y="31"/>
                </a:cubicBezTo>
                <a:close/>
                <a:moveTo>
                  <a:pt x="183" y="134"/>
                </a:moveTo>
                <a:cubicBezTo>
                  <a:pt x="157" y="160"/>
                  <a:pt x="115" y="160"/>
                  <a:pt x="90" y="134"/>
                </a:cubicBezTo>
                <a:cubicBezTo>
                  <a:pt x="64" y="108"/>
                  <a:pt x="64" y="67"/>
                  <a:pt x="90" y="41"/>
                </a:cubicBezTo>
                <a:cubicBezTo>
                  <a:pt x="115" y="15"/>
                  <a:pt x="157" y="15"/>
                  <a:pt x="183" y="41"/>
                </a:cubicBezTo>
                <a:cubicBezTo>
                  <a:pt x="208" y="67"/>
                  <a:pt x="208" y="108"/>
                  <a:pt x="183" y="134"/>
                </a:cubicBezTo>
                <a:close/>
              </a:path>
            </a:pathLst>
          </a:cu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grpSp>
        <p:nvGrpSpPr>
          <p:cNvPr id="690" name="组合 2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691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92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693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694" name="组合 6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695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96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97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98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699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0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1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2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3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4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5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6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7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8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09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0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1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2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3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4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5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6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7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8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19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20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21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22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23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24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25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726" name="文本框 38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文本框 119"/>
          <p:cNvSpPr/>
          <p:nvPr/>
        </p:nvSpPr>
        <p:spPr>
          <a:xfrm>
            <a:off x="1068840" y="1053000"/>
            <a:ext cx="929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8" name="Chart 12"/>
          <p:cNvGraphicFramePr/>
          <p:nvPr/>
        </p:nvGraphicFramePr>
        <p:xfrm>
          <a:off x="81720" y="2057040"/>
          <a:ext cx="3098520" cy="255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29" name="텍스트 개체 틀 2"/>
          <p:cNvSpPr/>
          <p:nvPr/>
        </p:nvSpPr>
        <p:spPr>
          <a:xfrm>
            <a:off x="425520" y="5472000"/>
            <a:ext cx="245700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00000"/>
              </a:lnSpc>
              <a:spcBef>
                <a:spcPts val="210"/>
              </a:spcBef>
              <a:tabLst>
                <a:tab algn="l" pos="0"/>
              </a:tabLst>
            </a:pPr>
            <a:r>
              <a:rPr b="0" lang="en-US" sz="105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{{detailed_content[0]}}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텍스트 개체 틀 2"/>
          <p:cNvSpPr/>
          <p:nvPr/>
        </p:nvSpPr>
        <p:spPr>
          <a:xfrm>
            <a:off x="753120" y="2998800"/>
            <a:ext cx="17557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20000"/>
              </a:lnSpc>
              <a:spcBef>
                <a:spcPts val="961"/>
              </a:spcBef>
              <a:tabLst>
                <a:tab algn="l" pos="0"/>
              </a:tabLst>
            </a:pPr>
            <a:r>
              <a:rPr b="1" lang="en-US" sz="4800" strike="noStrike" u="none">
                <a:solidFill>
                  <a:srgbClr val="3099d6"/>
                </a:solidFill>
                <a:effectLst/>
                <a:uFillTx/>
                <a:latin typeface="Roboto condensed"/>
                <a:ea typeface="宋体"/>
              </a:rPr>
              <a:t>70%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텍스트 개체 틀 2"/>
          <p:cNvSpPr/>
          <p:nvPr/>
        </p:nvSpPr>
        <p:spPr>
          <a:xfrm>
            <a:off x="426240" y="4611240"/>
            <a:ext cx="245628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2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{{content_points[0]}}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2" name="Chart 19"/>
          <p:cNvGraphicFramePr/>
          <p:nvPr/>
        </p:nvGraphicFramePr>
        <p:xfrm>
          <a:off x="3058200" y="2057040"/>
          <a:ext cx="3098520" cy="255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33" name="텍스트 개체 틀 2"/>
          <p:cNvSpPr/>
          <p:nvPr/>
        </p:nvSpPr>
        <p:spPr>
          <a:xfrm>
            <a:off x="3729600" y="2998800"/>
            <a:ext cx="17557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20000"/>
              </a:lnSpc>
              <a:spcBef>
                <a:spcPts val="961"/>
              </a:spcBef>
              <a:tabLst>
                <a:tab algn="l" pos="0"/>
              </a:tabLst>
            </a:pPr>
            <a:r>
              <a:rPr b="1" lang="en-US" sz="4800" strike="noStrike" u="none">
                <a:solidFill>
                  <a:srgbClr val="3099d6"/>
                </a:solidFill>
                <a:effectLst/>
                <a:uFillTx/>
                <a:latin typeface="Roboto condensed"/>
                <a:ea typeface="宋体"/>
              </a:rPr>
              <a:t>38%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4" name="Chart 26"/>
          <p:cNvGraphicFramePr/>
          <p:nvPr/>
        </p:nvGraphicFramePr>
        <p:xfrm>
          <a:off x="6035040" y="2057040"/>
          <a:ext cx="3098520" cy="255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35" name="텍스트 개체 틀 2"/>
          <p:cNvSpPr/>
          <p:nvPr/>
        </p:nvSpPr>
        <p:spPr>
          <a:xfrm>
            <a:off x="6706080" y="2998800"/>
            <a:ext cx="17557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20000"/>
              </a:lnSpc>
              <a:spcBef>
                <a:spcPts val="961"/>
              </a:spcBef>
              <a:tabLst>
                <a:tab algn="l" pos="0"/>
              </a:tabLst>
            </a:pPr>
            <a:r>
              <a:rPr b="1" lang="en-US" sz="4800" strike="noStrike" u="none">
                <a:solidFill>
                  <a:srgbClr val="3099d6"/>
                </a:solidFill>
                <a:effectLst/>
                <a:uFillTx/>
                <a:latin typeface="Roboto condensed"/>
                <a:ea typeface="宋体"/>
              </a:rPr>
              <a:t>60%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6" name="Chart 33"/>
          <p:cNvGraphicFramePr/>
          <p:nvPr/>
        </p:nvGraphicFramePr>
        <p:xfrm>
          <a:off x="9011520" y="2057040"/>
          <a:ext cx="3098520" cy="255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37" name="텍스트 개체 틀 2"/>
          <p:cNvSpPr/>
          <p:nvPr/>
        </p:nvSpPr>
        <p:spPr>
          <a:xfrm>
            <a:off x="9682920" y="2998800"/>
            <a:ext cx="17557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 defTabSz="457200">
              <a:lnSpc>
                <a:spcPct val="120000"/>
              </a:lnSpc>
              <a:spcBef>
                <a:spcPts val="961"/>
              </a:spcBef>
              <a:tabLst>
                <a:tab algn="l" pos="0"/>
              </a:tabLst>
            </a:pPr>
            <a:r>
              <a:rPr b="1" lang="en-US" sz="4800" strike="noStrike" u="none">
                <a:solidFill>
                  <a:srgbClr val="3099d6"/>
                </a:solidFill>
                <a:effectLst/>
                <a:uFillTx/>
                <a:latin typeface="Roboto condensed"/>
                <a:ea typeface="宋体"/>
              </a:rPr>
              <a:t>88%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텍스트 개체 틀 2"/>
          <p:cNvSpPr/>
          <p:nvPr/>
        </p:nvSpPr>
        <p:spPr>
          <a:xfrm>
            <a:off x="3378240" y="5472000"/>
            <a:ext cx="245700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00000"/>
              </a:lnSpc>
              <a:spcBef>
                <a:spcPts val="210"/>
              </a:spcBef>
              <a:tabLst>
                <a:tab algn="l" pos="0"/>
              </a:tabLst>
            </a:pPr>
            <a:r>
              <a:rPr b="0" lang="en-US" sz="105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{{detailed_content[1]}}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텍스트 개체 틀 2"/>
          <p:cNvSpPr/>
          <p:nvPr/>
        </p:nvSpPr>
        <p:spPr>
          <a:xfrm>
            <a:off x="3378960" y="4611240"/>
            <a:ext cx="245628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2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{{content_points[1]}}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텍스트 개체 틀 2"/>
          <p:cNvSpPr/>
          <p:nvPr/>
        </p:nvSpPr>
        <p:spPr>
          <a:xfrm>
            <a:off x="6355800" y="5472000"/>
            <a:ext cx="245700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00000"/>
              </a:lnSpc>
              <a:spcBef>
                <a:spcPts val="210"/>
              </a:spcBef>
              <a:tabLst>
                <a:tab algn="l" pos="0"/>
              </a:tabLst>
            </a:pPr>
            <a:r>
              <a:rPr b="0" lang="en-US" sz="105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{{detailed_content[2]}}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텍스트 개체 틀 2"/>
          <p:cNvSpPr/>
          <p:nvPr/>
        </p:nvSpPr>
        <p:spPr>
          <a:xfrm>
            <a:off x="6356520" y="4611240"/>
            <a:ext cx="245628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2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{{content_points[2]}}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텍스트 개체 틀 2"/>
          <p:cNvSpPr/>
          <p:nvPr/>
        </p:nvSpPr>
        <p:spPr>
          <a:xfrm>
            <a:off x="9331920" y="5472000"/>
            <a:ext cx="2457000" cy="25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00000"/>
              </a:lnSpc>
              <a:spcBef>
                <a:spcPts val="210"/>
              </a:spcBef>
              <a:tabLst>
                <a:tab algn="l" pos="0"/>
              </a:tabLst>
            </a:pPr>
            <a:r>
              <a:rPr b="0" lang="en-US" sz="105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{{detailed_content[3]}}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텍스트 개체 틀 2"/>
          <p:cNvSpPr/>
          <p:nvPr/>
        </p:nvSpPr>
        <p:spPr>
          <a:xfrm>
            <a:off x="9332640" y="4611240"/>
            <a:ext cx="2456280" cy="4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 defTabSz="457200">
              <a:lnSpc>
                <a:spcPct val="120000"/>
              </a:lnSpc>
              <a:spcBef>
                <a:spcPts val="561"/>
              </a:spcBef>
              <a:tabLst>
                <a:tab algn="l" pos="0"/>
              </a:tabLst>
            </a:pPr>
            <a:r>
              <a:rPr b="0" lang="en-US" sz="2200" strike="noStrike" u="none">
                <a:solidFill>
                  <a:schemeClr val="lt1"/>
                </a:solidFill>
                <a:effectLst/>
                <a:uFillTx/>
                <a:latin typeface="Roboto condensed"/>
                <a:ea typeface="宋体"/>
              </a:rPr>
              <a:t>{{content_points[3]}}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4" name="组合 2"/>
          <p:cNvGrpSpPr/>
          <p:nvPr/>
        </p:nvGrpSpPr>
        <p:grpSpPr>
          <a:xfrm>
            <a:off x="255240" y="384480"/>
            <a:ext cx="734760" cy="652680"/>
            <a:chOff x="255240" y="384480"/>
            <a:chExt cx="734760" cy="652680"/>
          </a:xfrm>
        </p:grpSpPr>
        <p:sp>
          <p:nvSpPr>
            <p:cNvPr id="745" name="Freeform 5"/>
            <p:cNvSpPr/>
            <p:nvPr/>
          </p:nvSpPr>
          <p:spPr>
            <a:xfrm rot="19721400">
              <a:off x="384120" y="459000"/>
              <a:ext cx="383400" cy="34020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746" name="Freeform 5"/>
            <p:cNvSpPr/>
            <p:nvPr/>
          </p:nvSpPr>
          <p:spPr>
            <a:xfrm rot="1976400">
              <a:off x="521280" y="459000"/>
              <a:ext cx="321840" cy="340200"/>
            </a:xfrm>
            <a:custGeom>
              <a:avLst/>
              <a:gdLst>
                <a:gd name="textAreaLeft" fmla="*/ 0 w 321840"/>
                <a:gd name="textAreaRight" fmla="*/ 322200 w 321840"/>
                <a:gd name="textAreaTop" fmla="*/ 0 h 340200"/>
                <a:gd name="textAreaBottom" fmla="*/ 340560 h 34020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sp>
          <p:nvSpPr>
            <p:cNvPr id="747" name="Freeform 5"/>
            <p:cNvSpPr/>
            <p:nvPr/>
          </p:nvSpPr>
          <p:spPr>
            <a:xfrm rot="3250200">
              <a:off x="573840" y="459360"/>
              <a:ext cx="322200" cy="33984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339840"/>
                <a:gd name="textAreaBottom" fmla="*/ 340200 h 339840"/>
                <a:gd name="GluePoint1X" fmla="*/ 407 w 1375"/>
                <a:gd name="GluePoint1Y" fmla="*/ 1218 h 1218"/>
                <a:gd name="GluePoint2X" fmla="*/ 299 w 1375"/>
                <a:gd name="GluePoint2Y" fmla="*/ 1156 h 1218"/>
                <a:gd name="GluePoint3X" fmla="*/ 19 w 1375"/>
                <a:gd name="GluePoint3Y" fmla="*/ 671 h 1218"/>
                <a:gd name="GluePoint4X" fmla="*/ 19 w 1375"/>
                <a:gd name="GluePoint4Y" fmla="*/ 547 h 1218"/>
                <a:gd name="GluePoint5X" fmla="*/ 299 w 1375"/>
                <a:gd name="GluePoint5Y" fmla="*/ 62 h 1218"/>
                <a:gd name="GluePoint6X" fmla="*/ 407 w 1375"/>
                <a:gd name="GluePoint6Y" fmla="*/ 0 h 1218"/>
                <a:gd name="GluePoint7X" fmla="*/ 967 w 1375"/>
                <a:gd name="GluePoint7Y" fmla="*/ 0 h 1218"/>
                <a:gd name="GluePoint8X" fmla="*/ 1075 w 1375"/>
                <a:gd name="GluePoint8Y" fmla="*/ 62 h 1218"/>
                <a:gd name="GluePoint9X" fmla="*/ 1355 w 1375"/>
                <a:gd name="GluePoint9Y" fmla="*/ 547 h 1218"/>
                <a:gd name="GluePoint10X" fmla="*/ 1355 w 1375"/>
                <a:gd name="GluePoint10Y" fmla="*/ 671 h 1218"/>
                <a:gd name="GluePoint11X" fmla="*/ 1075 w 1375"/>
                <a:gd name="GluePoint11Y" fmla="*/ 1156 h 1218"/>
                <a:gd name="GluePoint12X" fmla="*/ 967 w 1375"/>
                <a:gd name="GluePoint12Y" fmla="*/ 1218 h 1218"/>
                <a:gd name="GluePoint13X" fmla="*/ 407 w 1375"/>
                <a:gd name="GluePoint13Y" fmla="*/ 1218 h 121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chemeClr val="lt1">
                <a:alpha val="3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800" strike="noStrike" u="none">
                <a:solidFill>
                  <a:schemeClr val="dk1"/>
                </a:solidFill>
                <a:effectLst/>
                <a:uFillTx/>
                <a:latin typeface="Calibri"/>
                <a:ea typeface="宋体"/>
              </a:endParaRPr>
            </a:p>
          </p:txBody>
        </p:sp>
        <p:grpSp>
          <p:nvGrpSpPr>
            <p:cNvPr id="748" name="组合 6"/>
            <p:cNvGrpSpPr/>
            <p:nvPr/>
          </p:nvGrpSpPr>
          <p:grpSpPr>
            <a:xfrm>
              <a:off x="255240" y="417960"/>
              <a:ext cx="734760" cy="619200"/>
              <a:chOff x="255240" y="417960"/>
              <a:chExt cx="734760" cy="619200"/>
            </a:xfrm>
          </p:grpSpPr>
          <p:sp>
            <p:nvSpPr>
              <p:cNvPr id="749" name="Freeform 5"/>
              <p:cNvSpPr/>
              <p:nvPr/>
            </p:nvSpPr>
            <p:spPr>
              <a:xfrm rot="20533200">
                <a:off x="437040" y="486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0" name="Freeform 5"/>
              <p:cNvSpPr/>
              <p:nvPr/>
            </p:nvSpPr>
            <p:spPr>
              <a:xfrm rot="20388000">
                <a:off x="384480" y="4784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1" name="Freeform 5"/>
              <p:cNvSpPr/>
              <p:nvPr/>
            </p:nvSpPr>
            <p:spPr>
              <a:xfrm rot="20533200">
                <a:off x="437040" y="505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2" name="Freeform 5"/>
              <p:cNvSpPr/>
              <p:nvPr/>
            </p:nvSpPr>
            <p:spPr>
              <a:xfrm rot="1976400">
                <a:off x="521280" y="4780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3" name="Freeform 5"/>
              <p:cNvSpPr/>
              <p:nvPr/>
            </p:nvSpPr>
            <p:spPr>
              <a:xfrm rot="3757800">
                <a:off x="574200" y="4784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4" name="Freeform 5"/>
              <p:cNvSpPr/>
              <p:nvPr/>
            </p:nvSpPr>
            <p:spPr>
              <a:xfrm rot="21090000">
                <a:off x="384120" y="52452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5" name="Freeform 5"/>
              <p:cNvSpPr/>
              <p:nvPr/>
            </p:nvSpPr>
            <p:spPr>
              <a:xfrm rot="20533200">
                <a:off x="437040" y="5248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6" name="Freeform 5"/>
              <p:cNvSpPr/>
              <p:nvPr/>
            </p:nvSpPr>
            <p:spPr>
              <a:xfrm rot="1976400">
                <a:off x="521280" y="4975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7" name="Freeform 5"/>
              <p:cNvSpPr/>
              <p:nvPr/>
            </p:nvSpPr>
            <p:spPr>
              <a:xfrm rot="2876400">
                <a:off x="573840" y="49752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8" name="Freeform 5"/>
              <p:cNvSpPr/>
              <p:nvPr/>
            </p:nvSpPr>
            <p:spPr>
              <a:xfrm rot="20388000">
                <a:off x="384480" y="5166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59" name="Freeform 5"/>
              <p:cNvSpPr/>
              <p:nvPr/>
            </p:nvSpPr>
            <p:spPr>
              <a:xfrm rot="20533200">
                <a:off x="437040" y="5439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0" name="Freeform 5"/>
              <p:cNvSpPr/>
              <p:nvPr/>
            </p:nvSpPr>
            <p:spPr>
              <a:xfrm rot="20388000">
                <a:off x="369360" y="578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1" name="Freeform 5"/>
              <p:cNvSpPr/>
              <p:nvPr/>
            </p:nvSpPr>
            <p:spPr>
              <a:xfrm rot="3757800">
                <a:off x="604080" y="5400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2" name="Freeform 5"/>
              <p:cNvSpPr/>
              <p:nvPr/>
            </p:nvSpPr>
            <p:spPr>
              <a:xfrm rot="20388000">
                <a:off x="384480" y="5360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3" name="Freeform 5"/>
              <p:cNvSpPr/>
              <p:nvPr/>
            </p:nvSpPr>
            <p:spPr>
              <a:xfrm rot="20533200">
                <a:off x="437040" y="5630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4" name="Freeform 5"/>
              <p:cNvSpPr/>
              <p:nvPr/>
            </p:nvSpPr>
            <p:spPr>
              <a:xfrm rot="1976400">
                <a:off x="521280" y="53568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5" name="Freeform 5"/>
              <p:cNvSpPr/>
              <p:nvPr/>
            </p:nvSpPr>
            <p:spPr>
              <a:xfrm rot="3757800">
                <a:off x="574200" y="53604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6" name="Freeform 5"/>
              <p:cNvSpPr/>
              <p:nvPr/>
            </p:nvSpPr>
            <p:spPr>
              <a:xfrm rot="20388000">
                <a:off x="384480" y="5551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7" name="Freeform 5"/>
              <p:cNvSpPr/>
              <p:nvPr/>
            </p:nvSpPr>
            <p:spPr>
              <a:xfrm rot="20533200">
                <a:off x="437040" y="58248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8" name="Freeform 5"/>
              <p:cNvSpPr/>
              <p:nvPr/>
            </p:nvSpPr>
            <p:spPr>
              <a:xfrm rot="1976400">
                <a:off x="521280" y="55512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69" name="Freeform 5"/>
              <p:cNvSpPr/>
              <p:nvPr/>
            </p:nvSpPr>
            <p:spPr>
              <a:xfrm rot="3757800">
                <a:off x="585720" y="62640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0" name="Freeform 5"/>
              <p:cNvSpPr/>
              <p:nvPr/>
            </p:nvSpPr>
            <p:spPr>
              <a:xfrm rot="20388000">
                <a:off x="384480" y="57420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1" name="Freeform 5"/>
              <p:cNvSpPr/>
              <p:nvPr/>
            </p:nvSpPr>
            <p:spPr>
              <a:xfrm rot="20533200">
                <a:off x="437040" y="6015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2" name="Freeform 5"/>
              <p:cNvSpPr/>
              <p:nvPr/>
            </p:nvSpPr>
            <p:spPr>
              <a:xfrm rot="4993800">
                <a:off x="570240" y="574560"/>
                <a:ext cx="322200" cy="33984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339840"/>
                  <a:gd name="textAreaBottom" fmla="*/ 340200 h 33984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3" name="Freeform 5"/>
              <p:cNvSpPr/>
              <p:nvPr/>
            </p:nvSpPr>
            <p:spPr>
              <a:xfrm rot="20388000">
                <a:off x="339120" y="53388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4" name="Freeform 5"/>
              <p:cNvSpPr/>
              <p:nvPr/>
            </p:nvSpPr>
            <p:spPr>
              <a:xfrm rot="20388000">
                <a:off x="384480" y="59364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5" name="Freeform 5"/>
              <p:cNvSpPr/>
              <p:nvPr/>
            </p:nvSpPr>
            <p:spPr>
              <a:xfrm rot="20533200">
                <a:off x="448560" y="620640"/>
                <a:ext cx="361080" cy="28548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6" name="Freeform 5"/>
              <p:cNvSpPr/>
              <p:nvPr/>
            </p:nvSpPr>
            <p:spPr>
              <a:xfrm rot="1976400">
                <a:off x="509040" y="636840"/>
                <a:ext cx="321840" cy="340200"/>
              </a:xfrm>
              <a:custGeom>
                <a:avLst/>
                <a:gdLst>
                  <a:gd name="textAreaLeft" fmla="*/ 0 w 321840"/>
                  <a:gd name="textAreaRight" fmla="*/ 322200 w 32184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7" name="Freeform 5"/>
              <p:cNvSpPr/>
              <p:nvPr/>
            </p:nvSpPr>
            <p:spPr>
              <a:xfrm>
                <a:off x="418320" y="64836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8" name="Freeform 5"/>
              <p:cNvSpPr/>
              <p:nvPr/>
            </p:nvSpPr>
            <p:spPr>
              <a:xfrm rot="1976400">
                <a:off x="316800" y="533520"/>
                <a:ext cx="383400" cy="34020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340200"/>
                  <a:gd name="textAreaBottom" fmla="*/ 340560 h 34020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  <p:sp>
            <p:nvSpPr>
              <p:cNvPr id="779" name="Freeform 5"/>
              <p:cNvSpPr/>
              <p:nvPr/>
            </p:nvSpPr>
            <p:spPr>
              <a:xfrm rot="19703400">
                <a:off x="338400" y="622440"/>
                <a:ext cx="383400" cy="285480"/>
              </a:xfrm>
              <a:custGeom>
                <a:avLst/>
                <a:gdLst>
                  <a:gd name="textAreaLeft" fmla="*/ 0 w 383400"/>
                  <a:gd name="textAreaRight" fmla="*/ 383760 w 383400"/>
                  <a:gd name="textAreaTop" fmla="*/ 0 h 285480"/>
                  <a:gd name="textAreaBottom" fmla="*/ 285840 h 285480"/>
                  <a:gd name="GluePoint1X" fmla="*/ 407 w 1375"/>
                  <a:gd name="GluePoint1Y" fmla="*/ 1218 h 1218"/>
                  <a:gd name="GluePoint2X" fmla="*/ 299 w 1375"/>
                  <a:gd name="GluePoint2Y" fmla="*/ 1156 h 1218"/>
                  <a:gd name="GluePoint3X" fmla="*/ 19 w 1375"/>
                  <a:gd name="GluePoint3Y" fmla="*/ 671 h 1218"/>
                  <a:gd name="GluePoint4X" fmla="*/ 19 w 1375"/>
                  <a:gd name="GluePoint4Y" fmla="*/ 547 h 1218"/>
                  <a:gd name="GluePoint5X" fmla="*/ 299 w 1375"/>
                  <a:gd name="GluePoint5Y" fmla="*/ 62 h 1218"/>
                  <a:gd name="GluePoint6X" fmla="*/ 407 w 1375"/>
                  <a:gd name="GluePoint6Y" fmla="*/ 0 h 1218"/>
                  <a:gd name="GluePoint7X" fmla="*/ 967 w 1375"/>
                  <a:gd name="GluePoint7Y" fmla="*/ 0 h 1218"/>
                  <a:gd name="GluePoint8X" fmla="*/ 1075 w 1375"/>
                  <a:gd name="GluePoint8Y" fmla="*/ 62 h 1218"/>
                  <a:gd name="GluePoint9X" fmla="*/ 1355 w 1375"/>
                  <a:gd name="GluePoint9Y" fmla="*/ 547 h 1218"/>
                  <a:gd name="GluePoint10X" fmla="*/ 1355 w 1375"/>
                  <a:gd name="GluePoint10Y" fmla="*/ 671 h 1218"/>
                  <a:gd name="GluePoint11X" fmla="*/ 1075 w 1375"/>
                  <a:gd name="GluePoint11Y" fmla="*/ 1156 h 1218"/>
                  <a:gd name="GluePoint12X" fmla="*/ 967 w 1375"/>
                  <a:gd name="GluePoint12Y" fmla="*/ 1218 h 1218"/>
                  <a:gd name="GluePoint13X" fmla="*/ 407 w 1375"/>
                  <a:gd name="GluePoint13Y" fmla="*/ 1218 h 1218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375" h="1218">
                    <a:moveTo>
                      <a:pt x="407" y="1218"/>
                    </a:moveTo>
                    <a:cubicBezTo>
                      <a:pt x="368" y="1218"/>
                      <a:pt x="319" y="1190"/>
                      <a:pt x="299" y="1156"/>
                    </a:cubicBezTo>
                    <a:cubicBezTo>
                      <a:pt x="19" y="671"/>
                      <a:pt x="19" y="671"/>
                      <a:pt x="19" y="671"/>
                    </a:cubicBezTo>
                    <a:cubicBezTo>
                      <a:pt x="0" y="637"/>
                      <a:pt x="0" y="581"/>
                      <a:pt x="19" y="547"/>
                    </a:cubicBezTo>
                    <a:cubicBezTo>
                      <a:pt x="299" y="62"/>
                      <a:pt x="299" y="62"/>
                      <a:pt x="299" y="62"/>
                    </a:cubicBezTo>
                    <a:cubicBezTo>
                      <a:pt x="319" y="28"/>
                      <a:pt x="368" y="0"/>
                      <a:pt x="407" y="0"/>
                    </a:cubicBezTo>
                    <a:cubicBezTo>
                      <a:pt x="967" y="0"/>
                      <a:pt x="967" y="0"/>
                      <a:pt x="967" y="0"/>
                    </a:cubicBezTo>
                    <a:cubicBezTo>
                      <a:pt x="1007" y="0"/>
                      <a:pt x="1055" y="28"/>
                      <a:pt x="1075" y="62"/>
                    </a:cubicBezTo>
                    <a:cubicBezTo>
                      <a:pt x="1355" y="547"/>
                      <a:pt x="1355" y="547"/>
                      <a:pt x="1355" y="547"/>
                    </a:cubicBezTo>
                    <a:cubicBezTo>
                      <a:pt x="1375" y="581"/>
                      <a:pt x="1375" y="637"/>
                      <a:pt x="1355" y="671"/>
                    </a:cubicBezTo>
                    <a:cubicBezTo>
                      <a:pt x="1075" y="1156"/>
                      <a:pt x="1075" y="1156"/>
                      <a:pt x="1075" y="1156"/>
                    </a:cubicBezTo>
                    <a:cubicBezTo>
                      <a:pt x="1055" y="1190"/>
                      <a:pt x="1007" y="1218"/>
                      <a:pt x="967" y="1218"/>
                    </a:cubicBezTo>
                    <a:lnTo>
                      <a:pt x="407" y="1218"/>
                    </a:lnTo>
                    <a:close/>
                  </a:path>
                </a:pathLst>
              </a:custGeom>
              <a:solidFill>
                <a:schemeClr val="lt1">
                  <a:alpha val="3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US" sz="800" strike="noStrike" u="none">
                  <a:solidFill>
                    <a:schemeClr val="dk1"/>
                  </a:solidFill>
                  <a:effectLst/>
                  <a:uFillTx/>
                  <a:latin typeface="Calibri"/>
                  <a:ea typeface="宋体"/>
                </a:endParaRPr>
              </a:p>
            </p:txBody>
          </p:sp>
        </p:grpSp>
      </p:grpSp>
      <p:sp>
        <p:nvSpPr>
          <p:cNvPr id="780" name="文本框 38"/>
          <p:cNvSpPr/>
          <p:nvPr/>
        </p:nvSpPr>
        <p:spPr>
          <a:xfrm>
            <a:off x="1068120" y="426600"/>
            <a:ext cx="9301680" cy="5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8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{{section_title}}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文本框 94"/>
          <p:cNvSpPr/>
          <p:nvPr/>
        </p:nvSpPr>
        <p:spPr>
          <a:xfrm>
            <a:off x="1068840" y="1053000"/>
            <a:ext cx="92998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trike="noStrike" u="non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{{title}}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组合 37"/>
          <p:cNvGrpSpPr/>
          <p:nvPr/>
        </p:nvGrpSpPr>
        <p:grpSpPr>
          <a:xfrm>
            <a:off x="1947960" y="870480"/>
            <a:ext cx="137160" cy="137160"/>
            <a:chOff x="1947960" y="870480"/>
            <a:chExt cx="137160" cy="137160"/>
          </a:xfrm>
        </p:grpSpPr>
        <p:cxnSp>
          <p:nvCxnSpPr>
            <p:cNvPr id="783" name="直接连接符 35"/>
            <p:cNvCxnSpPr/>
            <p:nvPr/>
          </p:nvCxnSpPr>
          <p:spPr>
            <a:xfrm flipH="1">
              <a:off x="1947960" y="87048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784" name="直接连接符 36"/>
            <p:cNvCxnSpPr/>
            <p:nvPr/>
          </p:nvCxnSpPr>
          <p:spPr>
            <a:xfrm>
              <a:off x="1947960" y="87048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785" name="组合 38"/>
          <p:cNvGrpSpPr/>
          <p:nvPr/>
        </p:nvGrpSpPr>
        <p:grpSpPr>
          <a:xfrm>
            <a:off x="2298600" y="2196360"/>
            <a:ext cx="137160" cy="137160"/>
            <a:chOff x="2298600" y="2196360"/>
            <a:chExt cx="137160" cy="137160"/>
          </a:xfrm>
        </p:grpSpPr>
        <p:cxnSp>
          <p:nvCxnSpPr>
            <p:cNvPr id="786" name="直接连接符 39"/>
            <p:cNvCxnSpPr/>
            <p:nvPr/>
          </p:nvCxnSpPr>
          <p:spPr>
            <a:xfrm flipH="1">
              <a:off x="2298600" y="21963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787" name="直接连接符 40"/>
            <p:cNvCxnSpPr/>
            <p:nvPr/>
          </p:nvCxnSpPr>
          <p:spPr>
            <a:xfrm>
              <a:off x="2298600" y="21963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788" name="组合 41"/>
          <p:cNvGrpSpPr/>
          <p:nvPr/>
        </p:nvGrpSpPr>
        <p:grpSpPr>
          <a:xfrm>
            <a:off x="1153080" y="2135160"/>
            <a:ext cx="137160" cy="137160"/>
            <a:chOff x="1153080" y="2135160"/>
            <a:chExt cx="137160" cy="137160"/>
          </a:xfrm>
        </p:grpSpPr>
        <p:cxnSp>
          <p:nvCxnSpPr>
            <p:cNvPr id="789" name="直接连接符 42"/>
            <p:cNvCxnSpPr/>
            <p:nvPr/>
          </p:nvCxnSpPr>
          <p:spPr>
            <a:xfrm flipH="1">
              <a:off x="1153080" y="21351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790" name="直接连接符 43"/>
            <p:cNvCxnSpPr/>
            <p:nvPr/>
          </p:nvCxnSpPr>
          <p:spPr>
            <a:xfrm>
              <a:off x="1153080" y="2135160"/>
              <a:ext cx="137520" cy="1375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grpSp>
        <p:nvGrpSpPr>
          <p:cNvPr id="791" name="组合 44"/>
          <p:cNvGrpSpPr/>
          <p:nvPr/>
        </p:nvGrpSpPr>
        <p:grpSpPr>
          <a:xfrm>
            <a:off x="2229840" y="3811680"/>
            <a:ext cx="68760" cy="68760"/>
            <a:chOff x="2229840" y="3811680"/>
            <a:chExt cx="68760" cy="68760"/>
          </a:xfrm>
        </p:grpSpPr>
        <p:cxnSp>
          <p:nvCxnSpPr>
            <p:cNvPr id="792" name="直接连接符 45"/>
            <p:cNvCxnSpPr/>
            <p:nvPr/>
          </p:nvCxnSpPr>
          <p:spPr>
            <a:xfrm flipH="1">
              <a:off x="2229840" y="3811680"/>
              <a:ext cx="69120" cy="691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  <p:cxnSp>
          <p:nvCxnSpPr>
            <p:cNvPr id="793" name="直接连接符 46"/>
            <p:cNvCxnSpPr/>
            <p:nvPr/>
          </p:nvCxnSpPr>
          <p:spPr>
            <a:xfrm>
              <a:off x="2229840" y="3811680"/>
              <a:ext cx="69120" cy="69120"/>
            </a:xfrm>
            <a:prstGeom prst="straightConnector1">
              <a:avLst/>
            </a:prstGeom>
            <a:ln w="12700">
              <a:solidFill>
                <a:srgbClr val="ffffff"/>
              </a:solidFill>
            </a:ln>
          </p:spPr>
        </p:cxnSp>
      </p:grpSp>
      <p:sp>
        <p:nvSpPr>
          <p:cNvPr id="794" name="Freeform 5"/>
          <p:cNvSpPr/>
          <p:nvPr/>
        </p:nvSpPr>
        <p:spPr>
          <a:xfrm>
            <a:off x="6510600" y="-143820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795" name="Freeform 5"/>
          <p:cNvSpPr/>
          <p:nvPr/>
        </p:nvSpPr>
        <p:spPr>
          <a:xfrm>
            <a:off x="7341480" y="-12988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796" name="Freeform 5"/>
          <p:cNvSpPr/>
          <p:nvPr/>
        </p:nvSpPr>
        <p:spPr>
          <a:xfrm>
            <a:off x="8152200" y="-8859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797" name="Freeform 5"/>
          <p:cNvSpPr/>
          <p:nvPr/>
        </p:nvSpPr>
        <p:spPr>
          <a:xfrm>
            <a:off x="8795880" y="-24264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798" name="Freeform 5"/>
          <p:cNvSpPr/>
          <p:nvPr/>
        </p:nvSpPr>
        <p:spPr>
          <a:xfrm>
            <a:off x="9208800" y="5680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799" name="Freeform 5"/>
          <p:cNvSpPr/>
          <p:nvPr/>
        </p:nvSpPr>
        <p:spPr>
          <a:xfrm>
            <a:off x="9351360" y="146700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0" name="Freeform 5"/>
          <p:cNvSpPr/>
          <p:nvPr/>
        </p:nvSpPr>
        <p:spPr>
          <a:xfrm>
            <a:off x="9073440" y="21358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1" name="Freeform 5"/>
          <p:cNvSpPr/>
          <p:nvPr/>
        </p:nvSpPr>
        <p:spPr>
          <a:xfrm>
            <a:off x="8795880" y="31762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2" name="Freeform 5"/>
          <p:cNvSpPr/>
          <p:nvPr/>
        </p:nvSpPr>
        <p:spPr>
          <a:xfrm>
            <a:off x="3760200" y="21153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3" name="Freeform 5"/>
          <p:cNvSpPr/>
          <p:nvPr/>
        </p:nvSpPr>
        <p:spPr>
          <a:xfrm>
            <a:off x="7341480" y="42328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4" name="Freeform 5"/>
          <p:cNvSpPr/>
          <p:nvPr/>
        </p:nvSpPr>
        <p:spPr>
          <a:xfrm>
            <a:off x="6281280" y="45363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5" name="Freeform 5"/>
          <p:cNvSpPr/>
          <p:nvPr/>
        </p:nvSpPr>
        <p:spPr>
          <a:xfrm>
            <a:off x="5544000" y="42328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6" name="Freeform 5"/>
          <p:cNvSpPr/>
          <p:nvPr/>
        </p:nvSpPr>
        <p:spPr>
          <a:xfrm>
            <a:off x="4733280" y="38199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7" name="Freeform 5"/>
          <p:cNvSpPr/>
          <p:nvPr/>
        </p:nvSpPr>
        <p:spPr>
          <a:xfrm>
            <a:off x="3515400" y="322056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8" name="Freeform 5"/>
          <p:cNvSpPr/>
          <p:nvPr/>
        </p:nvSpPr>
        <p:spPr>
          <a:xfrm>
            <a:off x="4316760" y="22726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09" name="Freeform 5"/>
          <p:cNvSpPr/>
          <p:nvPr/>
        </p:nvSpPr>
        <p:spPr>
          <a:xfrm>
            <a:off x="3515400" y="11674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10" name="Freeform 5"/>
          <p:cNvSpPr/>
          <p:nvPr/>
        </p:nvSpPr>
        <p:spPr>
          <a:xfrm>
            <a:off x="2967120" y="56808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11" name="Freeform 5"/>
          <p:cNvSpPr/>
          <p:nvPr/>
        </p:nvSpPr>
        <p:spPr>
          <a:xfrm>
            <a:off x="4100040" y="-5904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12" name="Freeform 5"/>
          <p:cNvSpPr/>
          <p:nvPr/>
        </p:nvSpPr>
        <p:spPr>
          <a:xfrm>
            <a:off x="4354920" y="-108612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13" name="Freeform 5"/>
          <p:cNvSpPr/>
          <p:nvPr/>
        </p:nvSpPr>
        <p:spPr>
          <a:xfrm>
            <a:off x="3563280" y="-1922400"/>
            <a:ext cx="6951240" cy="6158880"/>
          </a:xfrm>
          <a:custGeom>
            <a:avLst/>
            <a:gdLst>
              <a:gd name="textAreaLeft" fmla="*/ 0 w 6951240"/>
              <a:gd name="textAreaRight" fmla="*/ 6951600 w 6951240"/>
              <a:gd name="textAreaTop" fmla="*/ 0 h 6158880"/>
              <a:gd name="textAreaBottom" fmla="*/ 6159240 h 6158880"/>
              <a:gd name="GluePoint1X" fmla="*/ 407 w 1375"/>
              <a:gd name="GluePoint1Y" fmla="*/ 1218 h 1218"/>
              <a:gd name="GluePoint2X" fmla="*/ 299 w 1375"/>
              <a:gd name="GluePoint2Y" fmla="*/ 1156 h 1218"/>
              <a:gd name="GluePoint3X" fmla="*/ 19 w 1375"/>
              <a:gd name="GluePoint3Y" fmla="*/ 671 h 1218"/>
              <a:gd name="GluePoint4X" fmla="*/ 19 w 1375"/>
              <a:gd name="GluePoint4Y" fmla="*/ 547 h 1218"/>
              <a:gd name="GluePoint5X" fmla="*/ 299 w 1375"/>
              <a:gd name="GluePoint5Y" fmla="*/ 62 h 1218"/>
              <a:gd name="GluePoint6X" fmla="*/ 407 w 1375"/>
              <a:gd name="GluePoint6Y" fmla="*/ 0 h 1218"/>
              <a:gd name="GluePoint7X" fmla="*/ 967 w 1375"/>
              <a:gd name="GluePoint7Y" fmla="*/ 0 h 1218"/>
              <a:gd name="GluePoint8X" fmla="*/ 1075 w 1375"/>
              <a:gd name="GluePoint8Y" fmla="*/ 62 h 1218"/>
              <a:gd name="GluePoint9X" fmla="*/ 1355 w 1375"/>
              <a:gd name="GluePoint9Y" fmla="*/ 547 h 1218"/>
              <a:gd name="GluePoint10X" fmla="*/ 1355 w 1375"/>
              <a:gd name="GluePoint10Y" fmla="*/ 671 h 1218"/>
              <a:gd name="GluePoint11X" fmla="*/ 1075 w 1375"/>
              <a:gd name="GluePoint11Y" fmla="*/ 1156 h 1218"/>
              <a:gd name="GluePoint12X" fmla="*/ 967 w 1375"/>
              <a:gd name="GluePoint12Y" fmla="*/ 1218 h 1218"/>
              <a:gd name="GluePoint13X" fmla="*/ 407 w 1375"/>
              <a:gd name="GluePoint13Y" fmla="*/ 1218 h 121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lt1">
              <a:alpha val="35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  <a:ea typeface="宋体"/>
            </a:endParaRPr>
          </a:p>
        </p:txBody>
      </p:sp>
      <p:sp>
        <p:nvSpPr>
          <p:cNvPr id="814" name="椭圆 72"/>
          <p:cNvSpPr/>
          <p:nvPr/>
        </p:nvSpPr>
        <p:spPr>
          <a:xfrm>
            <a:off x="1004400" y="-915840"/>
            <a:ext cx="672840" cy="672840"/>
          </a:xfrm>
          <a:prstGeom prst="ellipse">
            <a:avLst/>
          </a:prstGeom>
          <a:solidFill>
            <a:srgbClr val="3099d6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宋体"/>
            </a:endParaRPr>
          </a:p>
        </p:txBody>
      </p:sp>
      <p:cxnSp>
        <p:nvCxnSpPr>
          <p:cNvPr id="815" name="直接连接符 3"/>
          <p:cNvCxnSpPr/>
          <p:nvPr/>
        </p:nvCxnSpPr>
        <p:spPr>
          <a:xfrm>
            <a:off x="6003720" y="2362680"/>
            <a:ext cx="4337280" cy="360"/>
          </a:xfrm>
          <a:prstGeom prst="straightConnector1">
            <a:avLst/>
          </a:prstGeom>
          <a:ln>
            <a:solidFill>
              <a:srgbClr val="3099d6"/>
            </a:solidFill>
          </a:ln>
        </p:spPr>
      </p:cxnSp>
      <p:sp>
        <p:nvSpPr>
          <p:cNvPr id="816" name="文本框 4"/>
          <p:cNvSpPr/>
          <p:nvPr/>
        </p:nvSpPr>
        <p:spPr>
          <a:xfrm>
            <a:off x="6004080" y="2671560"/>
            <a:ext cx="6030720" cy="11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6600" strike="noStrike" u="none">
                <a:solidFill>
                  <a:srgbClr val="3099d6"/>
                </a:solidFill>
                <a:effectLst/>
                <a:uFillTx/>
                <a:latin typeface="HarmonyOS Sans SC Black"/>
                <a:ea typeface="HarmonyOS Sans SC Black"/>
              </a:rPr>
              <a:t>Thank you</a:t>
            </a:r>
            <a:endParaRPr b="0" lang="en-US" sz="6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文本框 5"/>
          <p:cNvSpPr/>
          <p:nvPr/>
        </p:nvSpPr>
        <p:spPr>
          <a:xfrm>
            <a:off x="6004080" y="3837960"/>
            <a:ext cx="356328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3600" strike="noStrike" u="none">
                <a:solidFill>
                  <a:srgbClr val="3099d6"/>
                </a:solidFill>
                <a:effectLst/>
                <a:uFillTx/>
                <a:latin typeface="HarmonyOS Sans SC Light"/>
                <a:ea typeface="HarmonyOS Sans SC Light"/>
              </a:rPr>
              <a:t>感谢观看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8" name="直接连接符 6"/>
          <p:cNvCxnSpPr/>
          <p:nvPr/>
        </p:nvCxnSpPr>
        <p:spPr>
          <a:xfrm>
            <a:off x="6003720" y="4690080"/>
            <a:ext cx="4337280" cy="360"/>
          </a:xfrm>
          <a:prstGeom prst="straightConnector1">
            <a:avLst/>
          </a:prstGeom>
          <a:ln w="50800">
            <a:solidFill>
              <a:srgbClr val="3099d6"/>
            </a:solidFill>
          </a:ln>
        </p:spPr>
      </p:cxnSp>
      <p:sp>
        <p:nvSpPr>
          <p:cNvPr id="819" name="文本框 1"/>
          <p:cNvSpPr/>
          <p:nvPr/>
        </p:nvSpPr>
        <p:spPr>
          <a:xfrm>
            <a:off x="6004080" y="5143680"/>
            <a:ext cx="40636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3099d6"/>
                </a:solidFill>
                <a:effectLst/>
                <a:uFillTx/>
                <a:latin typeface="微软雅黑"/>
                <a:ea typeface="微软雅黑"/>
              </a:rPr>
              <a:t>{{author}}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文本框 2"/>
          <p:cNvSpPr/>
          <p:nvPr/>
        </p:nvSpPr>
        <p:spPr>
          <a:xfrm>
            <a:off x="6004080" y="5673600"/>
            <a:ext cx="406368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trike="noStrike" u="none">
                <a:solidFill>
                  <a:srgbClr val="3099d6"/>
                </a:solidFill>
                <a:effectLst/>
                <a:uFillTx/>
                <a:latin typeface="微软雅黑"/>
                <a:ea typeface="微软雅黑"/>
              </a:rPr>
              <a:t>{{contact_info}}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Calibri" pitchFamily="0" charset="1"/>
        <a:cs typeface="Arial" pitchFamily="0" charset="1"/>
      </a:majorFont>
      <a:minorFont>
        <a:latin typeface="Calibri" pitchFamily="0" charset="1"/>
        <a:ea typeface="Calibri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  <a:solidFill>
          <a:schemeClr val="phClr"/>
        </a:soli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95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LibreOffice/25.2.4.2$Windows_X86_64 LibreOffice_project/508ff62361999404a9d3590fe47df713b5888744</Application>
  <AppVersion>15.0000</AppVersion>
  <Words>1898</Words>
  <Paragraphs>211</Paragraphs>
  <Company>MOMODASUCAI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2014-12-02T14:52:00Z</dcterms:created>
  <dc:creator>MOMODA</dc:creator>
  <dc:description/>
  <dc:language>zh-CN</dc:language>
  <cp:lastModifiedBy/>
  <dcterms:modified xsi:type="dcterms:W3CDTF">2025-08-22T16:38:58Z</dcterms:modified>
  <cp:revision>116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AB472FD851A34B9ABA921A147FDE0FB6_13</vt:lpwstr>
  </property>
  <property fmtid="{D5CDD505-2E9C-101B-9397-08002B2CF9AE}" pid="3" name="KSOProductBuildVer">
    <vt:lpwstr>2052-12.1.0.21915</vt:lpwstr>
  </property>
  <property fmtid="{D5CDD505-2E9C-101B-9397-08002B2CF9AE}" pid="4" name="Notes">
    <vt:i4>4</vt:i4>
  </property>
  <property fmtid="{D5CDD505-2E9C-101B-9397-08002B2CF9AE}" pid="5" name="PresentationFormat">
    <vt:lpwstr>自定义</vt:lpwstr>
  </property>
  <property fmtid="{D5CDD505-2E9C-101B-9397-08002B2CF9AE}" pid="6" name="Slides">
    <vt:i4>13</vt:i4>
  </property>
</Properties>
</file>