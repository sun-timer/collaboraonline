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theme/_rels/theme1.xml.rels" ContentType="application/vnd.openxmlformats-package.relationships+xml"/>
  <Override PartName="/ppt/media/image28.png" ContentType="image/png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jpeg" ContentType="image/jpeg"/>
  <Override PartName="/ppt/media/image31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9.png" ContentType="image/png"/>
  <Override PartName="/ppt/media/image30.png" ContentType="image/png"/>
  <Override PartName="/ppt/media/image32.png" ContentType="image/png"/>
  <Override PartName="/ppt/media/image33.png" ContentType="image/png"/>
  <Override PartName="/ppt/media/image34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image" Target="../media/image8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image" Target="../media/image8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9" descr="C:/Users/scc10/Desktop/新建文件夹/新建文件夹/1.png1"/>
          <p:cNvPicPr/>
          <p:nvPr/>
        </p:nvPicPr>
        <p:blipFill>
          <a:blip r:embed="rId3">
            <a:alphaModFix amt="50000"/>
          </a:blip>
          <a:srcRect l="13" t="0" r="13" b="0"/>
          <a:stretch/>
        </p:blipFill>
        <p:spPr>
          <a:xfrm>
            <a:off x="0" y="3429000"/>
            <a:ext cx="5247360" cy="221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图片 12" descr="C:/Users/scc10/Desktop/新建文件夹/新建文件夹/3.png3"/>
          <p:cNvPicPr/>
          <p:nvPr/>
        </p:nvPicPr>
        <p:blipFill>
          <a:blip r:embed="rId4">
            <a:alphaModFix amt="80000"/>
          </a:blip>
          <a:srcRect l="19" t="0" r="19" b="0"/>
          <a:stretch/>
        </p:blipFill>
        <p:spPr>
          <a:xfrm>
            <a:off x="3161520" y="219240"/>
            <a:ext cx="9029880" cy="534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图片 8" descr="C:/Users/scc10/Desktop/新建文件夹/新建文件夹/2.png2"/>
          <p:cNvPicPr/>
          <p:nvPr/>
        </p:nvPicPr>
        <p:blipFill>
          <a:blip r:embed="rId5">
            <a:alphaModFix amt="80000"/>
          </a:blip>
          <a:srcRect l="18" t="0" r="18" b="0"/>
          <a:stretch/>
        </p:blipFill>
        <p:spPr>
          <a:xfrm>
            <a:off x="7099920" y="853560"/>
            <a:ext cx="3419640" cy="162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图片 13" descr="C:/Users/scc10/Desktop/新建文件夹/新建文件夹/f69437c965d7cadb7e4ce3c57cd5c565de11476812c7b-jNs1wG_fw1200.pngf69437c965d7cadb7e4ce3c57cd5c565de11476812c7b-jNs1wG_fw1200"/>
          <p:cNvPicPr/>
          <p:nvPr/>
        </p:nvPicPr>
        <p:blipFill>
          <a:blip r:embed="rId6">
            <a:alphaModFix amt="50000"/>
          </a:blip>
          <a:srcRect l="0" t="5" r="0" b="5"/>
          <a:stretch/>
        </p:blipFill>
        <p:spPr>
          <a:xfrm>
            <a:off x="3786480" y="3898440"/>
            <a:ext cx="1619640" cy="10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第二提纲级别</a:t>
            </a:r>
            <a:endParaRPr b="0" lang="en-US" sz="14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9" descr="C:/Users/scc10/Desktop/新建文件夹/新建文件夹/1.png1"/>
          <p:cNvPicPr/>
          <p:nvPr/>
        </p:nvPicPr>
        <p:blipFill>
          <a:blip r:embed="rId3">
            <a:alphaModFix amt="50000"/>
          </a:blip>
          <a:srcRect l="19" t="0" r="19" b="0"/>
          <a:stretch/>
        </p:blipFill>
        <p:spPr>
          <a:xfrm>
            <a:off x="-54000" y="4810680"/>
            <a:ext cx="4282200" cy="180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图片 12" descr="C:/Users/scc10/Desktop/新建文件夹/新建文件夹/3.png3"/>
          <p:cNvPicPr/>
          <p:nvPr/>
        </p:nvPicPr>
        <p:blipFill>
          <a:blip r:embed="rId4">
            <a:alphaModFix amt="80000"/>
          </a:blip>
          <a:srcRect l="0" t="14045" r="0" b="14045"/>
          <a:stretch/>
        </p:blipFill>
        <p:spPr>
          <a:xfrm>
            <a:off x="5605200" y="0"/>
            <a:ext cx="6586560" cy="280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圆角矩形 34"/>
          <p:cNvSpPr/>
          <p:nvPr/>
        </p:nvSpPr>
        <p:spPr>
          <a:xfrm>
            <a:off x="3744720" y="271080"/>
            <a:ext cx="7192800" cy="63489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ffffff">
                  <a:alpha val="50000"/>
                </a:srgbClr>
              </a:gs>
              <a:gs pos="100000">
                <a:srgbClr val="f6eedf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隶书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0240" y="1500120"/>
            <a:ext cx="283608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algn="r" defTabSz="914400">
              <a:lnSpc>
                <a:spcPct val="100000"/>
              </a:lnSpc>
              <a:buNone/>
            </a:pPr>
            <a:r>
              <a:rPr b="1" lang="zh-CN" sz="66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目录</a:t>
            </a:r>
            <a:endParaRPr b="0" lang="en-US" sz="6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组合 30"/>
          <p:cNvGrpSpPr/>
          <p:nvPr/>
        </p:nvGrpSpPr>
        <p:grpSpPr>
          <a:xfrm>
            <a:off x="3745080" y="271080"/>
            <a:ext cx="352800" cy="6348960"/>
            <a:chOff x="3745080" y="271080"/>
            <a:chExt cx="352800" cy="6348960"/>
          </a:xfrm>
        </p:grpSpPr>
        <p:pic>
          <p:nvPicPr>
            <p:cNvPr id="11" name="图片 28" descr="C:/Users/scc10/Desktop/新建文件夹/新建文件夹/e869410cff43b0a2e8e2fa35158edb3b3205a2a640d3-VtdPi0_fw1200.pnge869410cff43b0a2e8e2fa35158edb3b3205a2a640d3-VtdPi0_fw1200"/>
            <p:cNvPicPr/>
            <p:nvPr/>
          </p:nvPicPr>
          <p:blipFill>
            <a:blip r:embed="rId5"/>
            <a:srcRect l="-93" t="91" r="93" b="91"/>
            <a:stretch/>
          </p:blipFill>
          <p:spPr>
            <a:xfrm>
              <a:off x="3745080" y="271080"/>
              <a:ext cx="352800" cy="35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" name="图片 29" descr="C:/Users/scc10/Desktop/新建文件夹/新建文件夹/e869410cff43b0a2e8e2fa35158edb3b3205a2a640d3-VtdPi0_fw1200.pnge869410cff43b0a2e8e2fa35158edb3b3205a2a640d3-VtdPi0_fw1200"/>
            <p:cNvPicPr/>
            <p:nvPr/>
          </p:nvPicPr>
          <p:blipFill>
            <a:blip r:embed="rId6"/>
            <a:srcRect l="-93" t="91" r="93" b="91"/>
            <a:stretch/>
          </p:blipFill>
          <p:spPr>
            <a:xfrm flipH="1" rot="10800000">
              <a:off x="3745080" y="6260400"/>
              <a:ext cx="352800" cy="359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" name="组合 31"/>
          <p:cNvGrpSpPr/>
          <p:nvPr/>
        </p:nvGrpSpPr>
        <p:grpSpPr>
          <a:xfrm>
            <a:off x="10585080" y="271080"/>
            <a:ext cx="352800" cy="6348960"/>
            <a:chOff x="10585080" y="271080"/>
            <a:chExt cx="352800" cy="6348960"/>
          </a:xfrm>
        </p:grpSpPr>
        <p:pic>
          <p:nvPicPr>
            <p:cNvPr id="14" name="图片 32" descr="C:/Users/scc10/Desktop/新建文件夹/新建文件夹/e869410cff43b0a2e8e2fa35158edb3b3205a2a640d3-VtdPi0_fw1200.pnge869410cff43b0a2e8e2fa35158edb3b3205a2a640d3-VtdPi0_fw1200"/>
            <p:cNvPicPr/>
            <p:nvPr/>
          </p:nvPicPr>
          <p:blipFill>
            <a:blip r:embed="rId7"/>
            <a:srcRect l="93" t="91" r="-93" b="91"/>
            <a:stretch/>
          </p:blipFill>
          <p:spPr>
            <a:xfrm flipH="1">
              <a:off x="10585080" y="271080"/>
              <a:ext cx="352800" cy="35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" name="图片 33" descr="C:/Users/scc10/Desktop/新建文件夹/新建文件夹/e869410cff43b0a2e8e2fa35158edb3b3205a2a640d3-VtdPi0_fw1200.pnge869410cff43b0a2e8e2fa35158edb3b3205a2a640d3-VtdPi0_fw1200"/>
            <p:cNvPicPr/>
            <p:nvPr/>
          </p:nvPicPr>
          <p:blipFill>
            <a:blip r:embed="rId8"/>
            <a:srcRect l="93" t="91" r="-93" b="91"/>
            <a:stretch/>
          </p:blipFill>
          <p:spPr>
            <a:xfrm rot="10800000">
              <a:off x="10585080" y="6260400"/>
              <a:ext cx="352800" cy="359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第二提纲级别</a:t>
            </a:r>
            <a:endParaRPr b="0" lang="en-US" sz="14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4" descr="C:/Users/scc10/Desktop/新建文件夹/新建文件夹/千库网_国风卷轴字画_元素编号13124603.png千库网_国风卷轴字画_元素编号13124603"/>
          <p:cNvPicPr/>
          <p:nvPr/>
        </p:nvPicPr>
        <p:blipFill>
          <a:blip r:embed="rId3"/>
          <a:srcRect l="8" t="0" r="8" b="0"/>
          <a:stretch/>
        </p:blipFill>
        <p:spPr>
          <a:xfrm>
            <a:off x="10080" y="536040"/>
            <a:ext cx="6046920" cy="431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图片 9" descr="C:/Users/scc10/Desktop/新建文件夹/新建文件夹/1.png1"/>
          <p:cNvPicPr/>
          <p:nvPr/>
        </p:nvPicPr>
        <p:blipFill>
          <a:blip r:embed="rId4">
            <a:alphaModFix amt="50000"/>
          </a:blip>
          <a:srcRect l="26" t="0" r="26" b="0"/>
          <a:stretch/>
        </p:blipFill>
        <p:spPr>
          <a:xfrm>
            <a:off x="0" y="4452480"/>
            <a:ext cx="5691240" cy="240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图片 12" descr="C:/Users/scc10/Desktop/新建文件夹/新建文件夹/3.png3"/>
          <p:cNvPicPr/>
          <p:nvPr/>
        </p:nvPicPr>
        <p:blipFill>
          <a:blip r:embed="rId5">
            <a:alphaModFix amt="80000"/>
          </a:blip>
          <a:srcRect l="0" t="14045" r="0" b="14045"/>
          <a:stretch/>
        </p:blipFill>
        <p:spPr>
          <a:xfrm>
            <a:off x="5605200" y="0"/>
            <a:ext cx="6586560" cy="280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图片 13" descr="C:/Users/scc10/Desktop/新建文件夹/新建文件夹/f69437c965d7cadb7e4ce3c57cd5c565de11476812c7b-jNs1wG_fw1200.pngf69437c965d7cadb7e4ce3c57cd5c565de11476812c7b-jNs1wG_fw1200"/>
          <p:cNvPicPr/>
          <p:nvPr/>
        </p:nvPicPr>
        <p:blipFill>
          <a:blip r:embed="rId6">
            <a:alphaModFix amt="50000"/>
          </a:blip>
          <a:srcRect l="38" t="0" r="38" b="0"/>
          <a:stretch/>
        </p:blipFill>
        <p:spPr>
          <a:xfrm>
            <a:off x="7074360" y="3429000"/>
            <a:ext cx="2488320" cy="165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第二提纲级别</a:t>
            </a:r>
            <a:endParaRPr b="0" lang="en-US" sz="14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35"/>
          <p:cNvGrpSpPr/>
          <p:nvPr/>
        </p:nvGrpSpPr>
        <p:grpSpPr>
          <a:xfrm>
            <a:off x="402120" y="271080"/>
            <a:ext cx="11396880" cy="6349320"/>
            <a:chOff x="402120" y="271080"/>
            <a:chExt cx="11396880" cy="6349320"/>
          </a:xfrm>
        </p:grpSpPr>
        <p:sp>
          <p:nvSpPr>
            <p:cNvPr id="24" name="圆角矩形 34"/>
            <p:cNvSpPr/>
            <p:nvPr/>
          </p:nvSpPr>
          <p:spPr>
            <a:xfrm>
              <a:off x="402480" y="271080"/>
              <a:ext cx="11395440" cy="6348960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ffffff">
                    <a:alpha val="50000"/>
                  </a:srgbClr>
                </a:gs>
                <a:gs pos="100000">
                  <a:srgbClr val="f6eedf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隶书"/>
              </a:endParaRPr>
            </a:p>
          </p:txBody>
        </p:sp>
        <p:grpSp>
          <p:nvGrpSpPr>
            <p:cNvPr id="25" name="组合 30"/>
            <p:cNvGrpSpPr/>
            <p:nvPr/>
          </p:nvGrpSpPr>
          <p:grpSpPr>
            <a:xfrm>
              <a:off x="402120" y="271080"/>
              <a:ext cx="352800" cy="6348960"/>
              <a:chOff x="402120" y="271080"/>
              <a:chExt cx="352800" cy="6348960"/>
            </a:xfrm>
          </p:grpSpPr>
          <p:pic>
            <p:nvPicPr>
              <p:cNvPr id="26" name="图片 28" descr="C:/Users/scc10/Desktop/新建文件夹/新建文件夹/e869410cff43b0a2e8e2fa35158edb3b3205a2a640d3-VtdPi0_fw1200.pnge869410cff43b0a2e8e2fa35158edb3b3205a2a640d3-VtdPi0_fw1200"/>
              <p:cNvPicPr/>
              <p:nvPr/>
            </p:nvPicPr>
            <p:blipFill>
              <a:blip r:embed="rId3"/>
              <a:srcRect l="-93" t="91" r="93" b="91"/>
              <a:stretch/>
            </p:blipFill>
            <p:spPr>
              <a:xfrm>
                <a:off x="402120" y="271080"/>
                <a:ext cx="352800" cy="35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" name="图片 29" descr="C:/Users/scc10/Desktop/新建文件夹/新建文件夹/e869410cff43b0a2e8e2fa35158edb3b3205a2a640d3-VtdPi0_fw1200.pnge869410cff43b0a2e8e2fa35158edb3b3205a2a640d3-VtdPi0_fw1200"/>
              <p:cNvPicPr/>
              <p:nvPr/>
            </p:nvPicPr>
            <p:blipFill>
              <a:blip r:embed="rId4"/>
              <a:srcRect l="-93" t="91" r="93" b="91"/>
              <a:stretch/>
            </p:blipFill>
            <p:spPr>
              <a:xfrm flipH="1" rot="10800000">
                <a:off x="402120" y="6260400"/>
                <a:ext cx="352800" cy="3596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8" name="组合 31"/>
            <p:cNvGrpSpPr/>
            <p:nvPr/>
          </p:nvGrpSpPr>
          <p:grpSpPr>
            <a:xfrm>
              <a:off x="11446200" y="271080"/>
              <a:ext cx="352800" cy="6349320"/>
              <a:chOff x="11446200" y="271080"/>
              <a:chExt cx="352800" cy="6349320"/>
            </a:xfrm>
          </p:grpSpPr>
          <p:pic>
            <p:nvPicPr>
              <p:cNvPr id="29" name="图片 32" descr="C:/Users/scc10/Desktop/新建文件夹/新建文件夹/e869410cff43b0a2e8e2fa35158edb3b3205a2a640d3-VtdPi0_fw1200.pnge869410cff43b0a2e8e2fa35158edb3b3205a2a640d3-VtdPi0_fw1200"/>
              <p:cNvPicPr/>
              <p:nvPr/>
            </p:nvPicPr>
            <p:blipFill>
              <a:blip r:embed="rId5"/>
              <a:srcRect l="93" t="91" r="-93" b="91"/>
              <a:stretch/>
            </p:blipFill>
            <p:spPr>
              <a:xfrm flipH="1">
                <a:off x="11446200" y="271080"/>
                <a:ext cx="352800" cy="35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" name="图片 33" descr="C:/Users/scc10/Desktop/新建文件夹/新建文件夹/e869410cff43b0a2e8e2fa35158edb3b3205a2a640d3-VtdPi0_fw1200.pnge869410cff43b0a2e8e2fa35158edb3b3205a2a640d3-VtdPi0_fw1200"/>
              <p:cNvPicPr/>
              <p:nvPr/>
            </p:nvPicPr>
            <p:blipFill>
              <a:blip r:embed="rId6"/>
              <a:srcRect l="93" t="258" r="-93" b="-83"/>
              <a:stretch/>
            </p:blipFill>
            <p:spPr>
              <a:xfrm rot="10800000">
                <a:off x="11446200" y="6260760"/>
                <a:ext cx="352800" cy="3596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第二提纲级别</a:t>
            </a:r>
            <a:endParaRPr b="0" lang="en-US" sz="14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5e403b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9" descr="C:/Users/scc10/Desktop/新建文件夹/新建文件夹/1.png1"/>
          <p:cNvPicPr/>
          <p:nvPr/>
        </p:nvPicPr>
        <p:blipFill>
          <a:blip r:embed="rId3">
            <a:alphaModFix amt="50000"/>
          </a:blip>
          <a:srcRect l="13" t="0" r="13" b="0"/>
          <a:stretch/>
        </p:blipFill>
        <p:spPr>
          <a:xfrm>
            <a:off x="0" y="3429000"/>
            <a:ext cx="5247360" cy="221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图片 12" descr="C:/Users/scc10/Desktop/新建文件夹/新建文件夹/3.png3"/>
          <p:cNvPicPr/>
          <p:nvPr/>
        </p:nvPicPr>
        <p:blipFill>
          <a:blip r:embed="rId4">
            <a:alphaModFix amt="80000"/>
          </a:blip>
          <a:srcRect l="19" t="0" r="19" b="0"/>
          <a:stretch/>
        </p:blipFill>
        <p:spPr>
          <a:xfrm>
            <a:off x="3161520" y="219240"/>
            <a:ext cx="9029880" cy="534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图片 8" descr="C:/Users/scc10/Desktop/新建文件夹/新建文件夹/2.png2"/>
          <p:cNvPicPr/>
          <p:nvPr/>
        </p:nvPicPr>
        <p:blipFill>
          <a:blip r:embed="rId5">
            <a:alphaModFix amt="80000"/>
          </a:blip>
          <a:srcRect l="18" t="0" r="18" b="0"/>
          <a:stretch/>
        </p:blipFill>
        <p:spPr>
          <a:xfrm>
            <a:off x="7099920" y="853560"/>
            <a:ext cx="3419640" cy="162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图片 13" descr="C:/Users/scc10/Desktop/新建文件夹/新建文件夹/f69437c965d7cadb7e4ce3c57cd5c565de11476812c7b-jNs1wG_fw1200.pngf69437c965d7cadb7e4ce3c57cd5c565de11476812c7b-jNs1wG_fw1200"/>
          <p:cNvPicPr/>
          <p:nvPr/>
        </p:nvPicPr>
        <p:blipFill>
          <a:blip r:embed="rId6">
            <a:alphaModFix amt="50000"/>
          </a:blip>
          <a:srcRect l="0" t="5" r="0" b="5"/>
          <a:stretch/>
        </p:blipFill>
        <p:spPr>
          <a:xfrm>
            <a:off x="3786480" y="3898440"/>
            <a:ext cx="1619640" cy="10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60240" y="2763720"/>
            <a:ext cx="810216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zh-CN" sz="6000" strike="noStrike" u="none">
                <a:solidFill>
                  <a:srgbClr val="a98b7f"/>
                </a:solidFill>
                <a:effectLst/>
                <a:uFillTx/>
                <a:latin typeface="隶书"/>
                <a:ea typeface="隶书"/>
              </a:rPr>
              <a:t>谢谢聆听</a:t>
            </a:r>
            <a:endParaRPr b="0" lang="en-US" sz="6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60240" y="1420560"/>
            <a:ext cx="10858320" cy="107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6400" strike="noStrike" u="none">
                <a:solidFill>
                  <a:srgbClr val="a98b7f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6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60240" y="5409360"/>
            <a:ext cx="3657240" cy="41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{{author}}</a:t>
            </a:r>
            <a:endParaRPr b="0" lang="en-US" sz="14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</p:txBody>
      </p:sp>
      <p:sp>
        <p:nvSpPr>
          <p:cNvPr id="40" name="文本占位符 4" descr="7f3cf146-46c0-45eb-b9f5-e151bafca2e1"/>
          <p:cNvSpPr/>
          <p:nvPr/>
        </p:nvSpPr>
        <p:spPr>
          <a:xfrm>
            <a:off x="660240" y="5843520"/>
            <a:ext cx="36572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{{date}}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文本框 2"/>
          <p:cNvSpPr/>
          <p:nvPr/>
        </p:nvSpPr>
        <p:spPr>
          <a:xfrm>
            <a:off x="660240" y="2635920"/>
            <a:ext cx="85370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{{subtitle}}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39920" y="1500120"/>
            <a:ext cx="2836080" cy="110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algn="r" defTabSz="914400">
              <a:lnSpc>
                <a:spcPct val="100000"/>
              </a:lnSpc>
              <a:buNone/>
            </a:pPr>
            <a:r>
              <a:rPr b="1" lang="zh-CN" sz="66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目录</a:t>
            </a:r>
            <a:endParaRPr b="0" lang="en-US" sz="6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" name="内容占位符 2" descr="c3a219d7-de21-430b-8d8e-356791d1fa2a"/>
          <p:cNvSpPr/>
          <p:nvPr/>
        </p:nvSpPr>
        <p:spPr>
          <a:xfrm>
            <a:off x="4021920" y="1131480"/>
            <a:ext cx="6777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5"/>
                </a:solidFill>
                <a:effectLst/>
                <a:uFillTx/>
                <a:latin typeface="Arial"/>
                <a:ea typeface="隶书"/>
              </a:rPr>
              <a:t>{{toc_content}}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 descr="18f3b840-2b23-4a94-be1b-6b450a7a62c8"/>
          <p:cNvSpPr/>
          <p:nvPr/>
        </p:nvSpPr>
        <p:spPr>
          <a:xfrm>
            <a:off x="977760" y="2345760"/>
            <a:ext cx="412956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文本框 2"/>
          <p:cNvSpPr/>
          <p:nvPr/>
        </p:nvSpPr>
        <p:spPr>
          <a:xfrm>
            <a:off x="977760" y="1946880"/>
            <a:ext cx="41295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第</a:t>
            </a:r>
            <a:r>
              <a:rPr b="1" lang="en-US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{{section_number}}</a:t>
            </a:r>
            <a:r>
              <a:rPr b="1" lang="zh-CN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afterEffect" fill="hold" presetClass="entr" presetID="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3" descr="C:/Users/scc10/Desktop/新建文件夹/新建文件夹/686cb43be67490965a2cc45ad89d04ddec6878f613fe32-GRWFoP.png686cb43be67490965a2cc45ad89d04ddec6878f613fe32-GRWFoP"/>
          <p:cNvPicPr/>
          <p:nvPr/>
        </p:nvPicPr>
        <p:blipFill>
          <a:blip r:embed="rId1"/>
          <a:srcRect l="6" t="0" r="6" b="0"/>
          <a:stretch/>
        </p:blipFill>
        <p:spPr>
          <a:xfrm>
            <a:off x="660240" y="2037240"/>
            <a:ext cx="3561480" cy="448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文本框 1"/>
          <p:cNvSpPr/>
          <p:nvPr/>
        </p:nvSpPr>
        <p:spPr>
          <a:xfrm>
            <a:off x="3420720" y="2267640"/>
            <a:ext cx="39225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5e403b"/>
              </a:buClr>
              <a:buFont typeface="Arial"/>
              <a:buChar char="•"/>
            </a:pPr>
            <a:r>
              <a:rPr b="1" lang="en-US" sz="16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文本框 4"/>
          <p:cNvSpPr/>
          <p:nvPr/>
        </p:nvSpPr>
        <p:spPr>
          <a:xfrm>
            <a:off x="3420720" y="2968560"/>
            <a:ext cx="3660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文本框 7"/>
          <p:cNvSpPr/>
          <p:nvPr/>
        </p:nvSpPr>
        <p:spPr>
          <a:xfrm>
            <a:off x="7745760" y="2280960"/>
            <a:ext cx="39880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5e403b"/>
              </a:buClr>
              <a:buFont typeface="Arial"/>
              <a:buChar char="•"/>
            </a:pPr>
            <a:r>
              <a:rPr b="1" lang="en-US" sz="16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文本框 8"/>
          <p:cNvSpPr/>
          <p:nvPr/>
        </p:nvSpPr>
        <p:spPr>
          <a:xfrm>
            <a:off x="7745760" y="2981880"/>
            <a:ext cx="37735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" name="文本框 11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after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3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6"/>
          <p:cNvGrpSpPr/>
          <p:nvPr/>
        </p:nvGrpSpPr>
        <p:grpSpPr>
          <a:xfrm>
            <a:off x="793800" y="4971240"/>
            <a:ext cx="7648560" cy="1502640"/>
            <a:chOff x="793800" y="4971240"/>
            <a:chExt cx="7648560" cy="1502640"/>
          </a:xfrm>
        </p:grpSpPr>
        <p:sp>
          <p:nvSpPr>
            <p:cNvPr id="54" name="标题 1"/>
            <p:cNvSpPr/>
            <p:nvPr/>
          </p:nvSpPr>
          <p:spPr>
            <a:xfrm>
              <a:off x="2193840" y="5436720"/>
              <a:ext cx="6248520" cy="103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defTabSz="914400">
                <a:lnSpc>
                  <a:spcPct val="120000"/>
                </a:lnSpc>
              </a:pPr>
              <a:r>
                <a:rPr b="0" lang="en-US" sz="14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{{detailed_content[2]}}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标题 1"/>
            <p:cNvSpPr/>
            <p:nvPr/>
          </p:nvSpPr>
          <p:spPr>
            <a:xfrm>
              <a:off x="2179800" y="5009400"/>
              <a:ext cx="626148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{{content_points[2]}}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椭圆 50"/>
            <p:cNvSpPr/>
            <p:nvPr/>
          </p:nvSpPr>
          <p:spPr>
            <a:xfrm>
              <a:off x="793800" y="4971240"/>
              <a:ext cx="899280" cy="899280"/>
            </a:xfrm>
            <a:prstGeom prst="ellipse">
              <a:avLst/>
            </a:prstGeom>
            <a:blipFill rotWithShape="0">
              <a:blip r:embed="rId1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pic>
          <p:nvPicPr>
            <p:cNvPr id="57" name="图片 2" descr=""/>
            <p:cNvPicPr/>
            <p:nvPr/>
          </p:nvPicPr>
          <p:blipFill>
            <a:blip r:embed="rId2"/>
            <a:stretch/>
          </p:blipFill>
          <p:spPr>
            <a:xfrm>
              <a:off x="1063800" y="5241240"/>
              <a:ext cx="359640" cy="359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8" name="组合 5"/>
          <p:cNvGrpSpPr/>
          <p:nvPr/>
        </p:nvGrpSpPr>
        <p:grpSpPr>
          <a:xfrm>
            <a:off x="793800" y="3261240"/>
            <a:ext cx="7346160" cy="1406880"/>
            <a:chOff x="793800" y="3261240"/>
            <a:chExt cx="7346160" cy="1406880"/>
          </a:xfrm>
        </p:grpSpPr>
        <p:sp>
          <p:nvSpPr>
            <p:cNvPr id="59" name="标题 1"/>
            <p:cNvSpPr/>
            <p:nvPr/>
          </p:nvSpPr>
          <p:spPr>
            <a:xfrm>
              <a:off x="2179800" y="3695760"/>
              <a:ext cx="5959800" cy="97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defTabSz="914400">
                <a:lnSpc>
                  <a:spcPct val="150000"/>
                </a:lnSpc>
              </a:pPr>
              <a:r>
                <a:rPr b="0" lang="en-US" sz="14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{{detailed_content[1]}}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标题 1"/>
            <p:cNvSpPr/>
            <p:nvPr/>
          </p:nvSpPr>
          <p:spPr>
            <a:xfrm>
              <a:off x="2166120" y="3282480"/>
              <a:ext cx="597384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{{content_points[1]}}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椭圆 53"/>
            <p:cNvSpPr/>
            <p:nvPr/>
          </p:nvSpPr>
          <p:spPr>
            <a:xfrm>
              <a:off x="793800" y="3261240"/>
              <a:ext cx="899280" cy="89928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pic>
          <p:nvPicPr>
            <p:cNvPr id="62" name="图片 3" descr=""/>
            <p:cNvPicPr/>
            <p:nvPr/>
          </p:nvPicPr>
          <p:blipFill>
            <a:blip r:embed="rId4"/>
            <a:stretch/>
          </p:blipFill>
          <p:spPr>
            <a:xfrm>
              <a:off x="1063800" y="3531240"/>
              <a:ext cx="359640" cy="359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3" name="组合 1"/>
          <p:cNvGrpSpPr/>
          <p:nvPr/>
        </p:nvGrpSpPr>
        <p:grpSpPr>
          <a:xfrm>
            <a:off x="793800" y="1631160"/>
            <a:ext cx="7346160" cy="1336320"/>
            <a:chOff x="793800" y="1631160"/>
            <a:chExt cx="7346160" cy="1336320"/>
          </a:xfrm>
        </p:grpSpPr>
        <p:sp>
          <p:nvSpPr>
            <p:cNvPr id="64" name="标题 1"/>
            <p:cNvSpPr/>
            <p:nvPr/>
          </p:nvSpPr>
          <p:spPr>
            <a:xfrm>
              <a:off x="2166480" y="2101680"/>
              <a:ext cx="5973120" cy="86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defTabSz="914400">
                <a:lnSpc>
                  <a:spcPct val="150000"/>
                </a:lnSpc>
              </a:pPr>
              <a:r>
                <a:rPr b="0" lang="en-US" sz="14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{{detailed_content[0]}}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标题 1"/>
            <p:cNvSpPr/>
            <p:nvPr/>
          </p:nvSpPr>
          <p:spPr>
            <a:xfrm>
              <a:off x="2152800" y="1631160"/>
              <a:ext cx="598716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{{content_points[0]}}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椭圆 49"/>
            <p:cNvSpPr/>
            <p:nvPr/>
          </p:nvSpPr>
          <p:spPr>
            <a:xfrm>
              <a:off x="793800" y="1706400"/>
              <a:ext cx="899280" cy="899280"/>
            </a:xfrm>
            <a:prstGeom prst="ellipse">
              <a:avLst/>
            </a:prstGeom>
            <a:blipFill rotWithShape="0">
              <a:blip r:embed="rId5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pic>
          <p:nvPicPr>
            <p:cNvPr id="67" name="图片 4" descr=""/>
            <p:cNvPicPr/>
            <p:nvPr/>
          </p:nvPicPr>
          <p:blipFill>
            <a:blip r:embed="rId6"/>
            <a:stretch/>
          </p:blipFill>
          <p:spPr>
            <a:xfrm>
              <a:off x="1063800" y="1976040"/>
              <a:ext cx="359640" cy="359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8" name="图片 8" descr="C:/Users/scc10/Desktop/新建文件夹/新建文件夹/350c61aba16f26f8e35be6f7f21296c7ac4acf9d453ac-ytFMZ3.png350c61aba16f26f8e35be6f7f21296c7ac4acf9d453ac-ytFMZ3"/>
          <p:cNvPicPr/>
          <p:nvPr/>
        </p:nvPicPr>
        <p:blipFill>
          <a:blip r:embed="rId7"/>
          <a:srcRect l="2407" t="0" r="2407" b="0"/>
          <a:stretch/>
        </p:blipFill>
        <p:spPr>
          <a:xfrm flipH="1">
            <a:off x="7706520" y="1267920"/>
            <a:ext cx="4080240" cy="60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" name="文本框 11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60" dur="indefinite" restart="never" nodeType="tmRoot">
          <p:childTnLst>
            <p:seq>
              <p:cTn id="61" dur="indefinite" nodeType="mainSeq"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"/>
          <p:cNvSpPr/>
          <p:nvPr/>
        </p:nvSpPr>
        <p:spPr>
          <a:xfrm>
            <a:off x="1048320" y="1913760"/>
            <a:ext cx="2754000" cy="3941280"/>
          </a:xfrm>
          <a:prstGeom prst="rect">
            <a:avLst/>
          </a:prstGeom>
          <a:solidFill>
            <a:srgbClr val="f6f0ef"/>
          </a:solidFill>
          <a:ln>
            <a:noFill/>
          </a:ln>
          <a:effectLst>
            <a:outerShdw algn="ctr" blurRad="343080" rotWithShape="0" sx="102000" sy="10200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72" name="矩形 8"/>
          <p:cNvSpPr/>
          <p:nvPr/>
        </p:nvSpPr>
        <p:spPr>
          <a:xfrm>
            <a:off x="4251960" y="1913760"/>
            <a:ext cx="2754000" cy="3941280"/>
          </a:xfrm>
          <a:prstGeom prst="rect">
            <a:avLst/>
          </a:prstGeom>
          <a:solidFill>
            <a:srgbClr val="f6f0ef"/>
          </a:solidFill>
          <a:ln>
            <a:noFill/>
          </a:ln>
          <a:effectLst>
            <a:outerShdw algn="ctr" blurRad="343080" rotWithShape="0" sx="102000" sy="10200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73" name="文本框 36"/>
          <p:cNvSpPr/>
          <p:nvPr/>
        </p:nvSpPr>
        <p:spPr>
          <a:xfrm>
            <a:off x="1199520" y="2161440"/>
            <a:ext cx="26024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{{content_points[0]}}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文本框 39"/>
          <p:cNvSpPr/>
          <p:nvPr/>
        </p:nvSpPr>
        <p:spPr>
          <a:xfrm>
            <a:off x="4399560" y="2161800"/>
            <a:ext cx="2469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{{content_points[1]}}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54" descr="C:/Users/scc10/Desktop/新建文件夹/新建文件夹/e1ddfa0f5346ae4b32951e66eabfb506e39ae80be93a-wsAJXv_fw1200.pnge1ddfa0f5346ae4b32951e66eabfb506e39ae80be93a-wsAJXv_fw1200"/>
          <p:cNvPicPr/>
          <p:nvPr/>
        </p:nvPicPr>
        <p:blipFill>
          <a:blip r:embed="rId1"/>
          <a:srcRect l="0" t="24991" r="0" b="24991"/>
          <a:stretch/>
        </p:blipFill>
        <p:spPr>
          <a:xfrm>
            <a:off x="4251960" y="4021200"/>
            <a:ext cx="2753640" cy="183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47" descr="C:/Users/scc10/Desktop/新建文件夹/新建文件夹/22 0.png22 0"/>
          <p:cNvPicPr/>
          <p:nvPr/>
        </p:nvPicPr>
        <p:blipFill>
          <a:blip r:embed="rId2"/>
          <a:srcRect l="0" t="24970" r="0" b="24970"/>
          <a:stretch/>
        </p:blipFill>
        <p:spPr>
          <a:xfrm>
            <a:off x="1048680" y="4018320"/>
            <a:ext cx="2753640" cy="183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矩形 68"/>
          <p:cNvSpPr/>
          <p:nvPr/>
        </p:nvSpPr>
        <p:spPr>
          <a:xfrm>
            <a:off x="1048320" y="5672880"/>
            <a:ext cx="2754000" cy="204120"/>
          </a:xfrm>
          <a:prstGeom prst="rect">
            <a:avLst/>
          </a:prstGeom>
          <a:solidFill>
            <a:srgbClr val="855c57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5"/>
              </a:solidFill>
              <a:effectLst/>
              <a:uFillTx/>
              <a:latin typeface="Arial"/>
              <a:ea typeface="思源黑体 CN Medium"/>
            </a:endParaRPr>
          </a:p>
        </p:txBody>
      </p:sp>
      <p:sp>
        <p:nvSpPr>
          <p:cNvPr id="78" name="矩形 69"/>
          <p:cNvSpPr/>
          <p:nvPr/>
        </p:nvSpPr>
        <p:spPr>
          <a:xfrm>
            <a:off x="4252320" y="5672520"/>
            <a:ext cx="2754000" cy="203760"/>
          </a:xfrm>
          <a:prstGeom prst="rect">
            <a:avLst/>
          </a:prstGeom>
          <a:solidFill>
            <a:srgbClr val="855c5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dk1">
                  <a:lumMod val="95000"/>
                </a:schemeClr>
              </a:solidFill>
              <a:effectLst/>
              <a:uFillTx/>
              <a:latin typeface="思源黑体 CN Medium"/>
              <a:ea typeface="思源黑体 CN Medium"/>
            </a:endParaRPr>
          </a:p>
        </p:txBody>
      </p:sp>
      <p:sp>
        <p:nvSpPr>
          <p:cNvPr id="79" name="矩形 71"/>
          <p:cNvSpPr/>
          <p:nvPr/>
        </p:nvSpPr>
        <p:spPr>
          <a:xfrm rot="16200000">
            <a:off x="1952280" y="3114720"/>
            <a:ext cx="945720" cy="2754000"/>
          </a:xfrm>
          <a:prstGeom prst="rect">
            <a:avLst/>
          </a:prstGeom>
          <a:gradFill rotWithShape="0">
            <a:gsLst>
              <a:gs pos="0">
                <a:srgbClr val="f6f0ef"/>
              </a:gs>
              <a:gs pos="100000">
                <a:srgbClr val="f6f0e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80" name="矩形 72"/>
          <p:cNvSpPr/>
          <p:nvPr/>
        </p:nvSpPr>
        <p:spPr>
          <a:xfrm rot="16200000">
            <a:off x="5155920" y="3114720"/>
            <a:ext cx="945720" cy="2754000"/>
          </a:xfrm>
          <a:prstGeom prst="rect">
            <a:avLst/>
          </a:prstGeom>
          <a:gradFill rotWithShape="0">
            <a:gsLst>
              <a:gs pos="0">
                <a:srgbClr val="f6f0ef"/>
              </a:gs>
              <a:gs pos="100000">
                <a:srgbClr val="f6f0e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81" name="文本框 74"/>
          <p:cNvSpPr/>
          <p:nvPr/>
        </p:nvSpPr>
        <p:spPr>
          <a:xfrm>
            <a:off x="1199160" y="2920320"/>
            <a:ext cx="2490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buClr>
                <a:srgbClr val="5e403b"/>
              </a:buClr>
              <a:buFont typeface="Wingdings" charset="2"/>
              <a:buChar char=""/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组合 75"/>
          <p:cNvGrpSpPr/>
          <p:nvPr/>
        </p:nvGrpSpPr>
        <p:grpSpPr>
          <a:xfrm>
            <a:off x="1290600" y="2882520"/>
            <a:ext cx="2257560" cy="0"/>
            <a:chOff x="1290600" y="2882520"/>
            <a:chExt cx="2257560" cy="0"/>
          </a:xfrm>
        </p:grpSpPr>
        <p:cxnSp>
          <p:nvCxnSpPr>
            <p:cNvPr id="83" name="直接连接符 76"/>
            <p:cNvCxnSpPr/>
            <p:nvPr/>
          </p:nvCxnSpPr>
          <p:spPr>
            <a:xfrm>
              <a:off x="1290600" y="2882520"/>
              <a:ext cx="2257920" cy="360"/>
            </a:xfrm>
            <a:prstGeom prst="straightConnector1">
              <a:avLst/>
            </a:prstGeom>
            <a:ln w="9525">
              <a:solidFill>
                <a:srgbClr val="855c57"/>
              </a:solidFill>
              <a:round/>
            </a:ln>
          </p:spPr>
        </p:cxnSp>
        <p:cxnSp>
          <p:nvCxnSpPr>
            <p:cNvPr id="84" name="直接连接符 77"/>
            <p:cNvCxnSpPr/>
            <p:nvPr/>
          </p:nvCxnSpPr>
          <p:spPr>
            <a:xfrm>
              <a:off x="1290600" y="2882520"/>
              <a:ext cx="431280" cy="360"/>
            </a:xfrm>
            <a:prstGeom prst="straightConnector1">
              <a:avLst/>
            </a:prstGeom>
            <a:ln w="28575">
              <a:solidFill>
                <a:srgbClr val="855c57"/>
              </a:solidFill>
              <a:round/>
            </a:ln>
          </p:spPr>
        </p:cxnSp>
      </p:grpSp>
      <p:grpSp>
        <p:nvGrpSpPr>
          <p:cNvPr id="85" name="组合 78"/>
          <p:cNvGrpSpPr/>
          <p:nvPr/>
        </p:nvGrpSpPr>
        <p:grpSpPr>
          <a:xfrm>
            <a:off x="4486680" y="2882520"/>
            <a:ext cx="2257560" cy="0"/>
            <a:chOff x="4486680" y="2882520"/>
            <a:chExt cx="2257560" cy="0"/>
          </a:xfrm>
        </p:grpSpPr>
        <p:cxnSp>
          <p:nvCxnSpPr>
            <p:cNvPr id="86" name="直接连接符 79"/>
            <p:cNvCxnSpPr/>
            <p:nvPr/>
          </p:nvCxnSpPr>
          <p:spPr>
            <a:xfrm>
              <a:off x="4486680" y="2882520"/>
              <a:ext cx="2257920" cy="360"/>
            </a:xfrm>
            <a:prstGeom prst="straightConnector1">
              <a:avLst/>
            </a:prstGeom>
            <a:ln w="9525">
              <a:solidFill>
                <a:srgbClr val="855c57"/>
              </a:solidFill>
              <a:round/>
            </a:ln>
          </p:spPr>
        </p:cxnSp>
        <p:cxnSp>
          <p:nvCxnSpPr>
            <p:cNvPr id="87" name="直接连接符 80"/>
            <p:cNvCxnSpPr/>
            <p:nvPr/>
          </p:nvCxnSpPr>
          <p:spPr>
            <a:xfrm>
              <a:off x="4486680" y="2882520"/>
              <a:ext cx="431280" cy="360"/>
            </a:xfrm>
            <a:prstGeom prst="straightConnector1">
              <a:avLst/>
            </a:prstGeom>
            <a:ln w="28575">
              <a:solidFill>
                <a:srgbClr val="855c57"/>
              </a:solidFill>
              <a:round/>
            </a:ln>
          </p:spPr>
        </p:cxnSp>
      </p:grpSp>
      <p:sp>
        <p:nvSpPr>
          <p:cNvPr id="88" name="文本框 84"/>
          <p:cNvSpPr/>
          <p:nvPr/>
        </p:nvSpPr>
        <p:spPr>
          <a:xfrm>
            <a:off x="4379040" y="2920320"/>
            <a:ext cx="2490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buClr>
                <a:srgbClr val="5e403b"/>
              </a:buClr>
              <a:buFont typeface="Wingdings" charset="2"/>
              <a:buChar char=""/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图片 10" descr="C:/Users/scc10/Desktop/新建文件夹/新建文件夹/ea71cdc217cbf7eabe69c8d0fa0788ec86a28cbd167eba-Wgwu6i_fw1200.pngea71cdc217cbf7eabe69c8d0fa0788ec86a28cbd167eba-Wgwu6i_fw1200"/>
          <p:cNvPicPr/>
          <p:nvPr/>
        </p:nvPicPr>
        <p:blipFill>
          <a:blip r:embed="rId3"/>
          <a:srcRect l="5" t="0" r="5" b="0"/>
          <a:stretch/>
        </p:blipFill>
        <p:spPr>
          <a:xfrm>
            <a:off x="8630280" y="295920"/>
            <a:ext cx="3164400" cy="635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1" name="文本框 3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after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9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16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3"/>
          <p:cNvGrpSpPr/>
          <p:nvPr/>
        </p:nvGrpSpPr>
        <p:grpSpPr>
          <a:xfrm>
            <a:off x="5582160" y="4641120"/>
            <a:ext cx="5619600" cy="1660320"/>
            <a:chOff x="5582160" y="4641120"/>
            <a:chExt cx="5619600" cy="1660320"/>
          </a:xfrm>
        </p:grpSpPr>
        <p:sp>
          <p:nvSpPr>
            <p:cNvPr id="93" name="矩形 43"/>
            <p:cNvSpPr/>
            <p:nvPr/>
          </p:nvSpPr>
          <p:spPr>
            <a:xfrm>
              <a:off x="6937920" y="4650840"/>
              <a:ext cx="390096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{{content_points[2]}}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椭圆 37"/>
            <p:cNvSpPr/>
            <p:nvPr/>
          </p:nvSpPr>
          <p:spPr>
            <a:xfrm>
              <a:off x="5582160" y="4641120"/>
              <a:ext cx="1440000" cy="1440000"/>
            </a:xfrm>
            <a:prstGeom prst="ellipse">
              <a:avLst/>
            </a:prstGeom>
            <a:blipFill rotWithShape="0">
              <a:blip r:embed="rId1"/>
              <a:srcRect/>
              <a:stretch/>
            </a:blip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6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pic>
          <p:nvPicPr>
            <p:cNvPr id="95" name="图片 48" descr=""/>
            <p:cNvPicPr/>
            <p:nvPr/>
          </p:nvPicPr>
          <p:blipFill>
            <a:blip r:embed="rId2"/>
            <a:stretch/>
          </p:blipFill>
          <p:spPr>
            <a:xfrm>
              <a:off x="6141600" y="5181480"/>
              <a:ext cx="359640" cy="35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6" name="文本框 9"/>
            <p:cNvSpPr/>
            <p:nvPr/>
          </p:nvSpPr>
          <p:spPr>
            <a:xfrm>
              <a:off x="6937920" y="5157360"/>
              <a:ext cx="4263840" cy="11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{{detailed_content[2]}}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7" name="组合 2"/>
          <p:cNvGrpSpPr/>
          <p:nvPr/>
        </p:nvGrpSpPr>
        <p:grpSpPr>
          <a:xfrm>
            <a:off x="5582160" y="2850480"/>
            <a:ext cx="5624280" cy="1679400"/>
            <a:chOff x="5582160" y="2850480"/>
            <a:chExt cx="5624280" cy="1679400"/>
          </a:xfrm>
        </p:grpSpPr>
        <p:sp>
          <p:nvSpPr>
            <p:cNvPr id="98" name="矩形 44"/>
            <p:cNvSpPr/>
            <p:nvPr/>
          </p:nvSpPr>
          <p:spPr>
            <a:xfrm>
              <a:off x="6942600" y="2878920"/>
              <a:ext cx="390096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{{content_points[1]}}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椭圆 33"/>
            <p:cNvSpPr/>
            <p:nvPr/>
          </p:nvSpPr>
          <p:spPr>
            <a:xfrm>
              <a:off x="5582160" y="2850480"/>
              <a:ext cx="1440000" cy="144000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  <a:effectLst>
              <a:outerShdw algn="t" blurRad="203040" dir="5400000" dist="101520" rotWithShape="0" sx="88000" sy="88000">
                <a:schemeClr val="accent2"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pic>
          <p:nvPicPr>
            <p:cNvPr id="100" name="图片 46" descr=""/>
            <p:cNvPicPr/>
            <p:nvPr/>
          </p:nvPicPr>
          <p:blipFill>
            <a:blip r:embed="rId4"/>
            <a:stretch/>
          </p:blipFill>
          <p:spPr>
            <a:xfrm>
              <a:off x="6141600" y="3371760"/>
              <a:ext cx="359640" cy="35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1" name="文本框 10"/>
            <p:cNvSpPr/>
            <p:nvPr/>
          </p:nvSpPr>
          <p:spPr>
            <a:xfrm>
              <a:off x="6942600" y="3385800"/>
              <a:ext cx="4263840" cy="11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{{detailed_content[1]}}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组合 1"/>
          <p:cNvGrpSpPr/>
          <p:nvPr/>
        </p:nvGrpSpPr>
        <p:grpSpPr>
          <a:xfrm>
            <a:off x="5582160" y="1059840"/>
            <a:ext cx="5619600" cy="1669680"/>
            <a:chOff x="5582160" y="1059840"/>
            <a:chExt cx="5619600" cy="1669680"/>
          </a:xfrm>
        </p:grpSpPr>
        <p:sp>
          <p:nvSpPr>
            <p:cNvPr id="103" name="矩形 42"/>
            <p:cNvSpPr/>
            <p:nvPr/>
          </p:nvSpPr>
          <p:spPr>
            <a:xfrm>
              <a:off x="6937920" y="1078920"/>
              <a:ext cx="394380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{{content_points[0]}}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椭圆 36"/>
            <p:cNvSpPr/>
            <p:nvPr/>
          </p:nvSpPr>
          <p:spPr>
            <a:xfrm>
              <a:off x="5582160" y="1059840"/>
              <a:ext cx="1440000" cy="1440000"/>
            </a:xfrm>
            <a:prstGeom prst="ellipse">
              <a:avLst/>
            </a:prstGeom>
            <a:blipFill rotWithShape="0">
              <a:blip r:embed="rId5"/>
              <a:srcRect/>
              <a:stretch/>
            </a:blip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6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pic>
          <p:nvPicPr>
            <p:cNvPr id="105" name="图片 47" descr=""/>
            <p:cNvPicPr/>
            <p:nvPr/>
          </p:nvPicPr>
          <p:blipFill>
            <a:blip r:embed="rId6"/>
            <a:stretch/>
          </p:blipFill>
          <p:spPr>
            <a:xfrm>
              <a:off x="6141600" y="1590840"/>
              <a:ext cx="359640" cy="35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6" name="文本框 11"/>
            <p:cNvSpPr/>
            <p:nvPr/>
          </p:nvSpPr>
          <p:spPr>
            <a:xfrm>
              <a:off x="6937920" y="1585440"/>
              <a:ext cx="4263840" cy="11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{{detailed_content[0]}}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7" name="图片 4" descr="C:/Users/scc10/Desktop/新建文件夹/新建文件夹/22 0.png22 0"/>
          <p:cNvPicPr/>
          <p:nvPr/>
        </p:nvPicPr>
        <p:blipFill>
          <a:blip r:embed="rId7"/>
          <a:srcRect l="35" t="0" r="35" b="0"/>
          <a:stretch/>
        </p:blipFill>
        <p:spPr>
          <a:xfrm>
            <a:off x="909360" y="1950120"/>
            <a:ext cx="3523320" cy="4172400"/>
          </a:xfrm>
          <a:prstGeom prst="rect">
            <a:avLst/>
          </a:prstGeom>
          <a:noFill/>
          <a:ln w="76200">
            <a:solidFill>
              <a:srgbClr val="855c57"/>
            </a:solidFill>
            <a:round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9" name="文本框 7"/>
          <p:cNvSpPr/>
          <p:nvPr/>
        </p:nvSpPr>
        <p:spPr>
          <a:xfrm>
            <a:off x="808920" y="1024200"/>
            <a:ext cx="4619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0" dur="indefinite" restart="never" nodeType="tmRoot">
          <p:childTnLst>
            <p:seq>
              <p:cTn id="171" dur="indefinite" nodeType="mainSeq"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afterEffect" fill="hold" presetClass="entr" presetID="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176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000"/>
                            </p:stCondLst>
                            <p:childTnLst>
                              <p:par>
                                <p:cTn id="17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500"/>
                            </p:stCondLst>
                            <p:childTnLst>
                              <p:par>
                                <p:cTn id="18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4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19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片 2" descr="C:/Users/scc10/Desktop/新建文件夹/新建文件夹/fbe6138c5052341571c66742a6579896421377203494c-VbngRg.pngfbe6138c5052341571c66742a6579896421377203494c-VbngRg"/>
          <p:cNvPicPr/>
          <p:nvPr/>
        </p:nvPicPr>
        <p:blipFill>
          <a:blip r:embed="rId1">
            <a:alphaModFix amt="21000"/>
          </a:blip>
          <a:srcRect l="25" t="0" r="25" b="0"/>
          <a:stretch/>
        </p:blipFill>
        <p:spPr>
          <a:xfrm>
            <a:off x="395640" y="4020120"/>
            <a:ext cx="2364840" cy="2544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1" name="组合 4"/>
          <p:cNvGrpSpPr/>
          <p:nvPr/>
        </p:nvGrpSpPr>
        <p:grpSpPr>
          <a:xfrm>
            <a:off x="824400" y="1979280"/>
            <a:ext cx="7359840" cy="1003680"/>
            <a:chOff x="824400" y="1979280"/>
            <a:chExt cx="7359840" cy="1003680"/>
          </a:xfrm>
        </p:grpSpPr>
        <p:sp>
          <p:nvSpPr>
            <p:cNvPr id="112" name="任意多边形 7"/>
            <p:cNvSpPr/>
            <p:nvPr/>
          </p:nvSpPr>
          <p:spPr>
            <a:xfrm>
              <a:off x="824400" y="2239560"/>
              <a:ext cx="285480" cy="1839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183960"/>
                <a:gd name="textAreaBottom" fmla="*/ 184320 h 183960"/>
                <a:gd name="GluePoint1X" fmla="*/ 0 w 214313"/>
                <a:gd name="GluePoint1Y" fmla="*/ 61913 h 138113"/>
                <a:gd name="GluePoint2X" fmla="*/ 76200 w 214313"/>
                <a:gd name="GluePoint2Y" fmla="*/ 138113 h 138113"/>
                <a:gd name="GluePoint3X" fmla="*/ 214313 w 214313"/>
                <a:gd name="GluePoint3Y" fmla="*/ 0 h 138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4313" h="138113">
                  <a:moveTo>
                    <a:pt x="0" y="61913"/>
                  </a:moveTo>
                  <a:lnTo>
                    <a:pt x="76200" y="138113"/>
                  </a:lnTo>
                  <a:lnTo>
                    <a:pt x="214313" y="0"/>
                  </a:lnTo>
                </a:path>
              </a:pathLst>
            </a:custGeom>
            <a:noFill/>
            <a:ln cap="rnd">
              <a:solidFill>
                <a:srgbClr val="a24a4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22040" rIns="122040" tIns="60840" bIns="608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113" name="文本框 5"/>
            <p:cNvSpPr/>
            <p:nvPr/>
          </p:nvSpPr>
          <p:spPr>
            <a:xfrm>
              <a:off x="1218600" y="2615040"/>
              <a:ext cx="696564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{{detailed_content[0]}}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文本框 13"/>
            <p:cNvSpPr/>
            <p:nvPr/>
          </p:nvSpPr>
          <p:spPr>
            <a:xfrm>
              <a:off x="1218600" y="1979280"/>
              <a:ext cx="6095520" cy="55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1" lang="en-US" sz="20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{{content_points[0]}}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5" name="图片 1" descr="C:/Users/scc10/Desktop/新建文件夹/新建文件夹/e1ddfa0f5346ae4b32951e66eabfb506e39ae80be93a-wsAJXv_fw1200.pnge1ddfa0f5346ae4b32951e66eabfb506e39ae80be93a-wsAJXv_fw1200"/>
          <p:cNvPicPr/>
          <p:nvPr/>
        </p:nvPicPr>
        <p:blipFill>
          <a:blip r:embed="rId2"/>
          <a:srcRect l="47" t="0" r="47" b="0"/>
          <a:stretch/>
        </p:blipFill>
        <p:spPr>
          <a:xfrm>
            <a:off x="8601120" y="1752480"/>
            <a:ext cx="2699280" cy="3599640"/>
          </a:xfrm>
          <a:prstGeom prst="rect">
            <a:avLst/>
          </a:prstGeom>
          <a:noFill/>
          <a:ln w="76200">
            <a:solidFill>
              <a:srgbClr val="855c57"/>
            </a:solidFill>
            <a:round/>
          </a:ln>
        </p:spPr>
      </p:pic>
      <p:grpSp>
        <p:nvGrpSpPr>
          <p:cNvPr id="116" name="组合 10"/>
          <p:cNvGrpSpPr/>
          <p:nvPr/>
        </p:nvGrpSpPr>
        <p:grpSpPr>
          <a:xfrm>
            <a:off x="824400" y="3498120"/>
            <a:ext cx="7359840" cy="1003680"/>
            <a:chOff x="824400" y="3498120"/>
            <a:chExt cx="7359840" cy="1003680"/>
          </a:xfrm>
        </p:grpSpPr>
        <p:sp>
          <p:nvSpPr>
            <p:cNvPr id="117" name="任意多边形 12"/>
            <p:cNvSpPr/>
            <p:nvPr/>
          </p:nvSpPr>
          <p:spPr>
            <a:xfrm>
              <a:off x="824400" y="3758400"/>
              <a:ext cx="285480" cy="1839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183960"/>
                <a:gd name="textAreaBottom" fmla="*/ 184320 h 183960"/>
                <a:gd name="GluePoint1X" fmla="*/ 0 w 214313"/>
                <a:gd name="GluePoint1Y" fmla="*/ 61913 h 138113"/>
                <a:gd name="GluePoint2X" fmla="*/ 76200 w 214313"/>
                <a:gd name="GluePoint2Y" fmla="*/ 138113 h 138113"/>
                <a:gd name="GluePoint3X" fmla="*/ 214313 w 214313"/>
                <a:gd name="GluePoint3Y" fmla="*/ 0 h 138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4313" h="138113">
                  <a:moveTo>
                    <a:pt x="0" y="61913"/>
                  </a:moveTo>
                  <a:lnTo>
                    <a:pt x="76200" y="138113"/>
                  </a:lnTo>
                  <a:lnTo>
                    <a:pt x="214313" y="0"/>
                  </a:lnTo>
                </a:path>
              </a:pathLst>
            </a:custGeom>
            <a:noFill/>
            <a:ln cap="rnd">
              <a:solidFill>
                <a:srgbClr val="a24a4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22040" rIns="122040" tIns="60840" bIns="608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118" name="文本框 15"/>
            <p:cNvSpPr/>
            <p:nvPr/>
          </p:nvSpPr>
          <p:spPr>
            <a:xfrm>
              <a:off x="1218600" y="4133880"/>
              <a:ext cx="696564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{{detailed_content[1]}}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文本框 16"/>
            <p:cNvSpPr/>
            <p:nvPr/>
          </p:nvSpPr>
          <p:spPr>
            <a:xfrm>
              <a:off x="1218600" y="3498120"/>
              <a:ext cx="6095520" cy="55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1" lang="en-US" sz="20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{{content_points[1]}}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0" name="组合 17"/>
          <p:cNvGrpSpPr/>
          <p:nvPr/>
        </p:nvGrpSpPr>
        <p:grpSpPr>
          <a:xfrm>
            <a:off x="808920" y="5018400"/>
            <a:ext cx="7360200" cy="1003680"/>
            <a:chOff x="808920" y="5018400"/>
            <a:chExt cx="7360200" cy="1003680"/>
          </a:xfrm>
        </p:grpSpPr>
        <p:sp>
          <p:nvSpPr>
            <p:cNvPr id="121" name="任意多边形 18"/>
            <p:cNvSpPr/>
            <p:nvPr/>
          </p:nvSpPr>
          <p:spPr>
            <a:xfrm>
              <a:off x="808920" y="5278680"/>
              <a:ext cx="285480" cy="1839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183960"/>
                <a:gd name="textAreaBottom" fmla="*/ 184320 h 183960"/>
                <a:gd name="GluePoint1X" fmla="*/ 0 w 214313"/>
                <a:gd name="GluePoint1Y" fmla="*/ 61913 h 138113"/>
                <a:gd name="GluePoint2X" fmla="*/ 76200 w 214313"/>
                <a:gd name="GluePoint2Y" fmla="*/ 138113 h 138113"/>
                <a:gd name="GluePoint3X" fmla="*/ 214313 w 214313"/>
                <a:gd name="GluePoint3Y" fmla="*/ 0 h 138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4313" h="138113">
                  <a:moveTo>
                    <a:pt x="0" y="61913"/>
                  </a:moveTo>
                  <a:lnTo>
                    <a:pt x="76200" y="138113"/>
                  </a:lnTo>
                  <a:lnTo>
                    <a:pt x="214313" y="0"/>
                  </a:lnTo>
                </a:path>
              </a:pathLst>
            </a:custGeom>
            <a:noFill/>
            <a:ln cap="rnd">
              <a:solidFill>
                <a:srgbClr val="a24a4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22040" rIns="122040" tIns="60840" bIns="608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122" name="文本框 19"/>
            <p:cNvSpPr/>
            <p:nvPr/>
          </p:nvSpPr>
          <p:spPr>
            <a:xfrm>
              <a:off x="1203480" y="5654160"/>
              <a:ext cx="696564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{{detailed_content[2]}}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文本框 20"/>
            <p:cNvSpPr/>
            <p:nvPr/>
          </p:nvSpPr>
          <p:spPr>
            <a:xfrm>
              <a:off x="1203480" y="5018400"/>
              <a:ext cx="6095520" cy="55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1" lang="en-US" sz="20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{{content_points[2]}}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5" name="文本框 23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6" dur="indefinite" restart="never" nodeType="tmRoot">
          <p:childTnLst>
            <p:seq>
              <p:cTn id="197" dur="indefinite" nodeType="mainSeq"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after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202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0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9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图形" descr="C:/Users/scc10/Desktop/新建文件夹/新建文件夹/22 0.png22 0"/>
          <p:cNvSpPr/>
          <p:nvPr/>
        </p:nvSpPr>
        <p:spPr>
          <a:xfrm>
            <a:off x="3602520" y="1805400"/>
            <a:ext cx="2519640" cy="25196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50800">
            <a:solidFill>
              <a:srgbClr val="855c57"/>
            </a:solidFill>
            <a:round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图形" descr="C:/Users/scc10/Desktop/新建文件夹/新建文件夹/e1ddfa0f5346ae4b32951e66eabfb506e39ae80be93a-wsAJXv_fw1200.pnge1ddfa0f5346ae4b32951e66eabfb506e39ae80be93a-wsAJXv_fw1200"/>
          <p:cNvSpPr/>
          <p:nvPr/>
        </p:nvSpPr>
        <p:spPr>
          <a:xfrm>
            <a:off x="6130440" y="1805400"/>
            <a:ext cx="2519640" cy="25196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50800">
            <a:solidFill>
              <a:srgbClr val="855c57"/>
            </a:solidFill>
            <a:round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组合 10"/>
          <p:cNvGrpSpPr/>
          <p:nvPr/>
        </p:nvGrpSpPr>
        <p:grpSpPr>
          <a:xfrm>
            <a:off x="880200" y="2740680"/>
            <a:ext cx="10647360" cy="733680"/>
            <a:chOff x="880200" y="2740680"/>
            <a:chExt cx="10647360" cy="733680"/>
          </a:xfrm>
        </p:grpSpPr>
        <p:grpSp>
          <p:nvGrpSpPr>
            <p:cNvPr id="129" name="组合 3"/>
            <p:cNvGrpSpPr/>
            <p:nvPr/>
          </p:nvGrpSpPr>
          <p:grpSpPr>
            <a:xfrm>
              <a:off x="8741520" y="2769840"/>
              <a:ext cx="2786040" cy="704520"/>
              <a:chOff x="8741520" y="2769840"/>
              <a:chExt cx="2786040" cy="704520"/>
            </a:xfrm>
          </p:grpSpPr>
          <p:sp>
            <p:nvSpPr>
              <p:cNvPr id="130" name="矩形 110"/>
              <p:cNvSpPr/>
              <p:nvPr/>
            </p:nvSpPr>
            <p:spPr>
              <a:xfrm>
                <a:off x="8741520" y="2769840"/>
                <a:ext cx="2786040" cy="36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US" sz="18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{{content_points[1]}}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矩形 47"/>
              <p:cNvSpPr/>
              <p:nvPr/>
            </p:nvSpPr>
            <p:spPr>
              <a:xfrm>
                <a:off x="8825400" y="3107520"/>
                <a:ext cx="2603160" cy="36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 defTabSz="914400">
                  <a:lnSpc>
                    <a:spcPct val="150000"/>
                  </a:lnSpc>
                  <a:spcBef>
                    <a:spcPts val="1001"/>
                  </a:spcBef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{{detailed_content[1]}}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2" name="组合 5"/>
            <p:cNvGrpSpPr/>
            <p:nvPr/>
          </p:nvGrpSpPr>
          <p:grpSpPr>
            <a:xfrm>
              <a:off x="880200" y="2740680"/>
              <a:ext cx="2650680" cy="643680"/>
              <a:chOff x="880200" y="2740680"/>
              <a:chExt cx="2650680" cy="643680"/>
            </a:xfrm>
          </p:grpSpPr>
          <p:sp>
            <p:nvSpPr>
              <p:cNvPr id="133" name="矩形 110"/>
              <p:cNvSpPr/>
              <p:nvPr/>
            </p:nvSpPr>
            <p:spPr>
              <a:xfrm>
                <a:off x="880200" y="2740680"/>
                <a:ext cx="2605680" cy="36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 algn="r" defTabSz="914400">
                  <a:lnSpc>
                    <a:spcPct val="100000"/>
                  </a:lnSpc>
                </a:pPr>
                <a:r>
                  <a:rPr b="1" lang="en-US" sz="18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{{content_points[0]}}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矩形 47"/>
              <p:cNvSpPr/>
              <p:nvPr/>
            </p:nvSpPr>
            <p:spPr>
              <a:xfrm>
                <a:off x="927720" y="3107880"/>
                <a:ext cx="2603160" cy="276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algn="r" defTabSz="914400">
                  <a:lnSpc>
                    <a:spcPct val="150000"/>
                  </a:lnSpc>
                  <a:spcBef>
                    <a:spcPts val="1001"/>
                  </a:spcBef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{{detailed_content[0]}}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5" name="图形"/>
          <p:cNvSpPr/>
          <p:nvPr/>
        </p:nvSpPr>
        <p:spPr>
          <a:xfrm>
            <a:off x="4770000" y="4575960"/>
            <a:ext cx="2784600" cy="409320"/>
          </a:xfrm>
          <a:prstGeom prst="roundRect">
            <a:avLst>
              <a:gd name="adj" fmla="val 16667"/>
            </a:avLst>
          </a:prstGeom>
          <a:solidFill>
            <a:srgbClr val="855c5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trike="noStrike" u="none">
              <a:solidFill>
                <a:schemeClr val="lt1"/>
              </a:solidFill>
              <a:effectLst/>
              <a:uFillTx/>
              <a:latin typeface="隶书"/>
              <a:ea typeface="隶书"/>
            </a:endParaRPr>
          </a:p>
        </p:txBody>
      </p:sp>
      <p:grpSp>
        <p:nvGrpSpPr>
          <p:cNvPr id="136" name="组合 13"/>
          <p:cNvGrpSpPr/>
          <p:nvPr/>
        </p:nvGrpSpPr>
        <p:grpSpPr>
          <a:xfrm>
            <a:off x="5335200" y="2337480"/>
            <a:ext cx="1490760" cy="1440000"/>
            <a:chOff x="5335200" y="2337480"/>
            <a:chExt cx="1490760" cy="1440000"/>
          </a:xfrm>
        </p:grpSpPr>
        <p:pic>
          <p:nvPicPr>
            <p:cNvPr id="137" name="图片 2" descr="C:/Users/scc10/Desktop/新建文件夹/新建文件夹/255b6fa16c798c20030a22c4b75559aaded851d611a59f-MnknUV.png255b6fa16c798c20030a22c4b75559aaded851d611a59f-MnknUV"/>
            <p:cNvPicPr/>
            <p:nvPr/>
          </p:nvPicPr>
          <p:blipFill>
            <a:blip r:embed="rId3"/>
            <a:srcRect l="0" t="4602" r="0" b="4602"/>
            <a:stretch/>
          </p:blipFill>
          <p:spPr>
            <a:xfrm>
              <a:off x="5335200" y="2337480"/>
              <a:ext cx="1490760" cy="1440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8" name="图片 12" descr=""/>
            <p:cNvPicPr/>
            <p:nvPr/>
          </p:nvPicPr>
          <p:blipFill>
            <a:blip r:embed="rId4"/>
            <a:stretch/>
          </p:blipFill>
          <p:spPr>
            <a:xfrm>
              <a:off x="5806440" y="2740680"/>
              <a:ext cx="575640" cy="575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9" name="文本框 6"/>
          <p:cNvSpPr/>
          <p:nvPr/>
        </p:nvSpPr>
        <p:spPr>
          <a:xfrm>
            <a:off x="5157000" y="4599360"/>
            <a:ext cx="1878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隶书"/>
                <a:ea typeface="隶书"/>
              </a:rPr>
              <a:t>{{subtitle[0]}}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1" name="文本框 18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1" dur="indefinite" restart="never" nodeType="tmRoot">
          <p:childTnLst>
            <p:seq>
              <p:cTn id="212" dur="indefinite" nodeType="mainSeq"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nodeType="after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222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225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228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1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3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文本框 26"/>
          <p:cNvSpPr/>
          <p:nvPr/>
        </p:nvSpPr>
        <p:spPr>
          <a:xfrm>
            <a:off x="7583040" y="1888560"/>
            <a:ext cx="336888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{{content_points[3]}}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文本框 27"/>
          <p:cNvSpPr/>
          <p:nvPr/>
        </p:nvSpPr>
        <p:spPr>
          <a:xfrm>
            <a:off x="8230320" y="3408840"/>
            <a:ext cx="336888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{{content_points[4]}}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文本框 28"/>
          <p:cNvSpPr/>
          <p:nvPr/>
        </p:nvSpPr>
        <p:spPr>
          <a:xfrm>
            <a:off x="7583040" y="4958640"/>
            <a:ext cx="336888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{{content_points[5]}}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文本框 29"/>
          <p:cNvSpPr/>
          <p:nvPr/>
        </p:nvSpPr>
        <p:spPr>
          <a:xfrm>
            <a:off x="1188720" y="1888560"/>
            <a:ext cx="336888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{{content_points[0]}}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文本框 31"/>
          <p:cNvSpPr/>
          <p:nvPr/>
        </p:nvSpPr>
        <p:spPr>
          <a:xfrm>
            <a:off x="753120" y="3431520"/>
            <a:ext cx="336888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{{content_points[1]}}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文本框 32"/>
          <p:cNvSpPr/>
          <p:nvPr/>
        </p:nvSpPr>
        <p:spPr>
          <a:xfrm>
            <a:off x="1188720" y="4958640"/>
            <a:ext cx="336888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{{content_points[2]}}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文本框 2"/>
          <p:cNvSpPr/>
          <p:nvPr/>
        </p:nvSpPr>
        <p:spPr>
          <a:xfrm>
            <a:off x="645120" y="239004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文本框 4"/>
          <p:cNvSpPr/>
          <p:nvPr/>
        </p:nvSpPr>
        <p:spPr>
          <a:xfrm>
            <a:off x="569520" y="3936240"/>
            <a:ext cx="3552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文本框 5"/>
          <p:cNvSpPr/>
          <p:nvPr/>
        </p:nvSpPr>
        <p:spPr>
          <a:xfrm>
            <a:off x="722160" y="548244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{{detailed_content[2]}}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文本框 15"/>
          <p:cNvSpPr/>
          <p:nvPr/>
        </p:nvSpPr>
        <p:spPr>
          <a:xfrm>
            <a:off x="7583040" y="239508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{{detailed_content[3]}}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文本框 16"/>
          <p:cNvSpPr/>
          <p:nvPr/>
        </p:nvSpPr>
        <p:spPr>
          <a:xfrm>
            <a:off x="8230320" y="3915360"/>
            <a:ext cx="3429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微软雅黑"/>
                <a:ea typeface="微软雅黑"/>
              </a:rPr>
              <a:t>{{detailed_content[4]}}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文本框 33"/>
          <p:cNvSpPr/>
          <p:nvPr/>
        </p:nvSpPr>
        <p:spPr>
          <a:xfrm>
            <a:off x="7583040" y="547308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{{detailed_content[5]}}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图片 1" descr="C:/Users/scc10/Desktop/新建文件夹/新建文件夹/b9aa2b5c691538fc2bb633e3d75b3303845a441bc3e7a-2DoGXT.pngb9aa2b5c691538fc2bb633e3d75b3303845a441bc3e7a-2DoGXT"/>
          <p:cNvPicPr/>
          <p:nvPr/>
        </p:nvPicPr>
        <p:blipFill>
          <a:blip r:embed="rId1"/>
          <a:srcRect l="0" t="1714" r="0" b="1714"/>
          <a:stretch/>
        </p:blipFill>
        <p:spPr>
          <a:xfrm>
            <a:off x="4302720" y="2089800"/>
            <a:ext cx="3727080" cy="35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6" name="文本框 7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after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239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500"/>
                            </p:stCondLst>
                            <p:childTnLst>
                              <p:par>
                                <p:cTn id="24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2000"/>
                            </p:stCondLst>
                            <p:childTnLst>
                              <p:par>
                                <p:cTn id="250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5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2500"/>
                            </p:stCondLst>
                            <p:childTnLst>
                              <p:par>
                                <p:cTn id="25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3000"/>
                            </p:stCondLst>
                            <p:childTnLst>
                              <p:par>
                                <p:cTn id="259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6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3500"/>
                            </p:stCondLst>
                            <p:childTnLst>
                              <p:par>
                                <p:cTn id="26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4000"/>
                            </p:stCondLst>
                            <p:childTnLst>
                              <p:par>
                                <p:cTn id="268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7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"/>
                            </p:stCondLst>
                            <p:childTnLst>
                              <p:par>
                                <p:cTn id="27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7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7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5500"/>
                            </p:stCondLst>
                            <p:childTnLst>
                              <p:par>
                                <p:cTn id="28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6000"/>
                            </p:stCondLst>
                            <p:childTnLst>
                              <p:par>
                                <p:cTn id="286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8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6500"/>
                            </p:stCondLst>
                            <p:childTnLst>
                              <p:par>
                                <p:cTn id="29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6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9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2"/>
          <p:cNvGrpSpPr/>
          <p:nvPr/>
        </p:nvGrpSpPr>
        <p:grpSpPr>
          <a:xfrm>
            <a:off x="743760" y="4201920"/>
            <a:ext cx="6613920" cy="1440000"/>
            <a:chOff x="743760" y="4201920"/>
            <a:chExt cx="6613920" cy="1440000"/>
          </a:xfrm>
        </p:grpSpPr>
        <p:grpSp>
          <p:nvGrpSpPr>
            <p:cNvPr id="158" name="组合 18"/>
            <p:cNvGrpSpPr/>
            <p:nvPr/>
          </p:nvGrpSpPr>
          <p:grpSpPr>
            <a:xfrm>
              <a:off x="743760" y="4201920"/>
              <a:ext cx="6613920" cy="1440000"/>
              <a:chOff x="743760" y="4201920"/>
              <a:chExt cx="6613920" cy="1440000"/>
            </a:xfrm>
          </p:grpSpPr>
          <p:sp>
            <p:nvSpPr>
              <p:cNvPr id="159" name="椭圆 9"/>
              <p:cNvSpPr/>
              <p:nvPr/>
            </p:nvSpPr>
            <p:spPr>
              <a:xfrm>
                <a:off x="743760" y="4201920"/>
                <a:ext cx="1440000" cy="1440000"/>
              </a:xfrm>
              <a:prstGeom prst="ellipse">
                <a:avLst/>
              </a:prstGeom>
              <a:blipFill rotWithShape="0">
                <a:blip r:embed="rId1"/>
                <a:srcRect/>
                <a:stretch/>
              </a:blip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endParaRPr>
              </a:p>
            </p:txBody>
          </p:sp>
          <p:sp>
            <p:nvSpPr>
              <p:cNvPr id="160" name="矩形 10"/>
              <p:cNvSpPr/>
              <p:nvPr/>
            </p:nvSpPr>
            <p:spPr>
              <a:xfrm>
                <a:off x="2131200" y="4822920"/>
                <a:ext cx="522648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{{detailed_content[0]}}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文本框 12"/>
              <p:cNvSpPr/>
              <p:nvPr/>
            </p:nvSpPr>
            <p:spPr>
              <a:xfrm>
                <a:off x="2123280" y="4316040"/>
                <a:ext cx="5234040" cy="336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US" sz="16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{{content_points[2]}}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62" name="图片 13" descr=""/>
            <p:cNvPicPr/>
            <p:nvPr/>
          </p:nvPicPr>
          <p:blipFill>
            <a:blip r:embed="rId2"/>
            <a:stretch/>
          </p:blipFill>
          <p:spPr>
            <a:xfrm>
              <a:off x="1195200" y="4615200"/>
              <a:ext cx="575640" cy="575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3" name="组合 1"/>
          <p:cNvGrpSpPr/>
          <p:nvPr/>
        </p:nvGrpSpPr>
        <p:grpSpPr>
          <a:xfrm>
            <a:off x="743760" y="1887120"/>
            <a:ext cx="6613920" cy="1440000"/>
            <a:chOff x="743760" y="1887120"/>
            <a:chExt cx="6613920" cy="1440000"/>
          </a:xfrm>
        </p:grpSpPr>
        <p:sp>
          <p:nvSpPr>
            <p:cNvPr id="164" name="椭圆 7"/>
            <p:cNvSpPr/>
            <p:nvPr/>
          </p:nvSpPr>
          <p:spPr>
            <a:xfrm>
              <a:off x="743760" y="1887120"/>
              <a:ext cx="1440000" cy="144000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6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165" name="矩形 42"/>
            <p:cNvSpPr/>
            <p:nvPr/>
          </p:nvSpPr>
          <p:spPr>
            <a:xfrm>
              <a:off x="2131200" y="2508120"/>
              <a:ext cx="52264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{{detailed_content[0]}}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文本框 8"/>
            <p:cNvSpPr/>
            <p:nvPr/>
          </p:nvSpPr>
          <p:spPr>
            <a:xfrm>
              <a:off x="2131200" y="2001600"/>
              <a:ext cx="522576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{{content_points[0]}}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7" name="图片 14" descr=""/>
            <p:cNvPicPr/>
            <p:nvPr/>
          </p:nvPicPr>
          <p:blipFill>
            <a:blip r:embed="rId4"/>
            <a:stretch/>
          </p:blipFill>
          <p:spPr>
            <a:xfrm>
              <a:off x="1195200" y="2300760"/>
              <a:ext cx="575640" cy="575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68" name="图片 3" descr="C:/Users/scc10/Desktop/新建文件夹/新建文件夹/e1ddfa0f5346ae4b32951e66eabfb506e39ae80be93a-wsAJXv_fw1200.pnge1ddfa0f5346ae4b32951e66eabfb506e39ae80be93a-wsAJXv_fw1200"/>
          <p:cNvPicPr/>
          <p:nvPr/>
        </p:nvPicPr>
        <p:blipFill>
          <a:blip r:embed="rId5"/>
          <a:srcRect l="35" t="0" r="35" b="0"/>
          <a:stretch/>
        </p:blipFill>
        <p:spPr>
          <a:xfrm>
            <a:off x="7814880" y="1424160"/>
            <a:ext cx="3523320" cy="4698000"/>
          </a:xfrm>
          <a:prstGeom prst="rect">
            <a:avLst/>
          </a:prstGeom>
          <a:noFill/>
          <a:ln w="76200">
            <a:solidFill>
              <a:srgbClr val="855c57"/>
            </a:solidFill>
            <a:round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0" name="文本框 15"/>
          <p:cNvSpPr/>
          <p:nvPr/>
        </p:nvSpPr>
        <p:spPr>
          <a:xfrm>
            <a:off x="808920" y="1024200"/>
            <a:ext cx="654696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8" dur="indefinite" restart="never" nodeType="tmRoot">
          <p:childTnLst>
            <p:seq>
              <p:cTn id="299" dur="indefinite" nodeType="mainSeq"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04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307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1000"/>
                            </p:stCondLst>
                            <p:childTnLst>
                              <p:par>
                                <p:cTn id="309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500"/>
                            </p:stCondLst>
                            <p:childTnLst>
                              <p:par>
                                <p:cTn id="31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8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0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2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2" descr="C:/Users/scc10/Desktop/新建文件夹/新建文件夹/5332608b328bcefb35ddb07dd6e707ba70d440ed858d0-gA7DO1.png5332608b328bcefb35ddb07dd6e707ba70d440ed858d0-gA7DO1"/>
          <p:cNvPicPr/>
          <p:nvPr/>
        </p:nvPicPr>
        <p:blipFill>
          <a:blip r:embed="rId1">
            <a:alphaModFix amt="44000"/>
          </a:blip>
          <a:stretch/>
        </p:blipFill>
        <p:spPr>
          <a:xfrm>
            <a:off x="8096760" y="-149760"/>
            <a:ext cx="3918960" cy="3918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2" name="组合 2"/>
          <p:cNvGrpSpPr/>
          <p:nvPr/>
        </p:nvGrpSpPr>
        <p:grpSpPr>
          <a:xfrm>
            <a:off x="733320" y="2070000"/>
            <a:ext cx="3603960" cy="720000"/>
            <a:chOff x="733320" y="2070000"/>
            <a:chExt cx="3603960" cy="720000"/>
          </a:xfrm>
        </p:grpSpPr>
        <p:grpSp>
          <p:nvGrpSpPr>
            <p:cNvPr id="173" name="组合 6"/>
            <p:cNvGrpSpPr/>
            <p:nvPr/>
          </p:nvGrpSpPr>
          <p:grpSpPr>
            <a:xfrm>
              <a:off x="733320" y="2070000"/>
              <a:ext cx="720000" cy="720000"/>
              <a:chOff x="733320" y="2070000"/>
              <a:chExt cx="720000" cy="720000"/>
            </a:xfrm>
          </p:grpSpPr>
          <p:cxnSp>
            <p:nvCxnSpPr>
              <p:cNvPr id="174" name="图形"/>
              <p:cNvCxnSpPr/>
              <p:nvPr/>
            </p:nvCxnSpPr>
            <p:spPr>
              <a:xfrm flipH="1">
                <a:off x="733320" y="2070000"/>
                <a:ext cx="720360" cy="720360"/>
              </a:xfrm>
              <a:prstGeom prst="straightConnector1">
                <a:avLst/>
              </a:prstGeom>
              <a:ln w="3175">
                <a:solidFill>
                  <a:srgbClr val="563b31">
                    <a:lumMod val="85000"/>
                  </a:srgbClr>
                </a:solidFill>
                <a:round/>
              </a:ln>
            </p:spPr>
          </p:cxnSp>
          <p:sp>
            <p:nvSpPr>
              <p:cNvPr id="175" name="图形"/>
              <p:cNvSpPr/>
              <p:nvPr/>
            </p:nvSpPr>
            <p:spPr>
              <a:xfrm>
                <a:off x="826200" y="2171880"/>
                <a:ext cx="513360" cy="513360"/>
              </a:xfrm>
              <a:prstGeom prst="ellipse">
                <a:avLst/>
              </a:prstGeom>
              <a:solidFill>
                <a:srgbClr val="855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endParaRPr>
              </a:p>
            </p:txBody>
          </p:sp>
          <p:sp>
            <p:nvSpPr>
              <p:cNvPr id="176" name="图形"/>
              <p:cNvSpPr/>
              <p:nvPr/>
            </p:nvSpPr>
            <p:spPr>
              <a:xfrm>
                <a:off x="866160" y="2232720"/>
                <a:ext cx="39276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US" sz="1800" strike="noStrike" u="none">
                    <a:solidFill>
                      <a:schemeClr val="lt1"/>
                    </a:solidFill>
                    <a:effectLst/>
                    <a:uFillTx/>
                    <a:latin typeface="隶书"/>
                    <a:ea typeface="隶书"/>
                  </a:rPr>
                  <a:t>01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7" name="矩形 110"/>
            <p:cNvSpPr/>
            <p:nvPr/>
          </p:nvSpPr>
          <p:spPr>
            <a:xfrm>
              <a:off x="1650240" y="2262600"/>
              <a:ext cx="2687040" cy="31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{{content_points[0]}}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" name="组合 3"/>
          <p:cNvGrpSpPr/>
          <p:nvPr/>
        </p:nvGrpSpPr>
        <p:grpSpPr>
          <a:xfrm>
            <a:off x="6388560" y="2057760"/>
            <a:ext cx="3695400" cy="720360"/>
            <a:chOff x="6388560" y="2057760"/>
            <a:chExt cx="3695400" cy="720360"/>
          </a:xfrm>
        </p:grpSpPr>
        <p:sp>
          <p:nvSpPr>
            <p:cNvPr id="179" name="矩形 110"/>
            <p:cNvSpPr/>
            <p:nvPr/>
          </p:nvSpPr>
          <p:spPr>
            <a:xfrm>
              <a:off x="7225560" y="2250360"/>
              <a:ext cx="2858400" cy="31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en-US" sz="16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{{content_points[1]}}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0" name="组合 81"/>
            <p:cNvGrpSpPr/>
            <p:nvPr/>
          </p:nvGrpSpPr>
          <p:grpSpPr>
            <a:xfrm>
              <a:off x="6388560" y="2057760"/>
              <a:ext cx="720000" cy="720360"/>
              <a:chOff x="6388560" y="2057760"/>
              <a:chExt cx="720000" cy="720360"/>
            </a:xfrm>
          </p:grpSpPr>
          <p:cxnSp>
            <p:nvCxnSpPr>
              <p:cNvPr id="181" name="图形"/>
              <p:cNvCxnSpPr/>
              <p:nvPr/>
            </p:nvCxnSpPr>
            <p:spPr>
              <a:xfrm flipH="1">
                <a:off x="6388560" y="2057760"/>
                <a:ext cx="720360" cy="720720"/>
              </a:xfrm>
              <a:prstGeom prst="straightConnector1">
                <a:avLst/>
              </a:prstGeom>
              <a:ln w="3175">
                <a:solidFill>
                  <a:srgbClr val="563b31">
                    <a:lumMod val="85000"/>
                  </a:srgbClr>
                </a:solidFill>
                <a:round/>
              </a:ln>
            </p:spPr>
          </p:cxnSp>
          <p:sp>
            <p:nvSpPr>
              <p:cNvPr id="182" name="图形"/>
              <p:cNvSpPr/>
              <p:nvPr/>
            </p:nvSpPr>
            <p:spPr>
              <a:xfrm>
                <a:off x="6481440" y="2159640"/>
                <a:ext cx="513360" cy="513360"/>
              </a:xfrm>
              <a:prstGeom prst="ellipse">
                <a:avLst/>
              </a:prstGeom>
              <a:solidFill>
                <a:srgbClr val="855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endParaRPr>
              </a:p>
            </p:txBody>
          </p:sp>
          <p:sp>
            <p:nvSpPr>
              <p:cNvPr id="183" name="图形"/>
              <p:cNvSpPr/>
              <p:nvPr/>
            </p:nvSpPr>
            <p:spPr>
              <a:xfrm>
                <a:off x="6521400" y="2220480"/>
                <a:ext cx="4442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US" sz="1800" strike="noStrike" u="none">
                    <a:solidFill>
                      <a:schemeClr val="lt1"/>
                    </a:solidFill>
                    <a:effectLst/>
                    <a:uFillTx/>
                    <a:latin typeface="隶书"/>
                    <a:ea typeface="隶书"/>
                  </a:rPr>
                  <a:t>02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4" name="组合 4"/>
          <p:cNvGrpSpPr/>
          <p:nvPr/>
        </p:nvGrpSpPr>
        <p:grpSpPr>
          <a:xfrm>
            <a:off x="625320" y="3258360"/>
            <a:ext cx="4874760" cy="367920"/>
            <a:chOff x="625320" y="3258360"/>
            <a:chExt cx="4874760" cy="367920"/>
          </a:xfrm>
        </p:grpSpPr>
        <p:sp>
          <p:nvSpPr>
            <p:cNvPr id="185" name="任意多边形 87"/>
            <p:cNvSpPr/>
            <p:nvPr/>
          </p:nvSpPr>
          <p:spPr>
            <a:xfrm>
              <a:off x="625320" y="3339360"/>
              <a:ext cx="284760" cy="183960"/>
            </a:xfrm>
            <a:custGeom>
              <a:avLst/>
              <a:gdLst>
                <a:gd name="textAreaLeft" fmla="*/ 0 w 284760"/>
                <a:gd name="textAreaRight" fmla="*/ 285120 w 284760"/>
                <a:gd name="textAreaTop" fmla="*/ 0 h 183960"/>
                <a:gd name="textAreaBottom" fmla="*/ 184320 h 183960"/>
                <a:gd name="GluePoint1X" fmla="*/ 0 w 214313"/>
                <a:gd name="GluePoint1Y" fmla="*/ 61913 h 138113"/>
                <a:gd name="GluePoint2X" fmla="*/ 76200 w 214313"/>
                <a:gd name="GluePoint2Y" fmla="*/ 138113 h 138113"/>
                <a:gd name="GluePoint3X" fmla="*/ 214313 w 214313"/>
                <a:gd name="GluePoint3Y" fmla="*/ 0 h 138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4313" h="138113">
                  <a:moveTo>
                    <a:pt x="0" y="61913"/>
                  </a:moveTo>
                  <a:lnTo>
                    <a:pt x="76200" y="138113"/>
                  </a:lnTo>
                  <a:lnTo>
                    <a:pt x="214313" y="0"/>
                  </a:lnTo>
                </a:path>
              </a:pathLst>
            </a:custGeom>
            <a:noFill/>
            <a:ln cap="rnd">
              <a:solidFill>
                <a:srgbClr val="855c57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22040" rIns="122040" tIns="60840" bIns="608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186" name="文本框 92"/>
            <p:cNvSpPr/>
            <p:nvPr/>
          </p:nvSpPr>
          <p:spPr>
            <a:xfrm>
              <a:off x="923400" y="3258360"/>
              <a:ext cx="45766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{{detailed_content[0]}}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7" name="组合 9"/>
          <p:cNvGrpSpPr/>
          <p:nvPr/>
        </p:nvGrpSpPr>
        <p:grpSpPr>
          <a:xfrm>
            <a:off x="6388560" y="3246120"/>
            <a:ext cx="4884480" cy="367920"/>
            <a:chOff x="6388560" y="3246120"/>
            <a:chExt cx="4884480" cy="367920"/>
          </a:xfrm>
        </p:grpSpPr>
        <p:sp>
          <p:nvSpPr>
            <p:cNvPr id="188" name="任意多边形 96"/>
            <p:cNvSpPr/>
            <p:nvPr/>
          </p:nvSpPr>
          <p:spPr>
            <a:xfrm>
              <a:off x="6388560" y="3327480"/>
              <a:ext cx="285480" cy="1839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183960"/>
                <a:gd name="textAreaBottom" fmla="*/ 184320 h 183960"/>
                <a:gd name="GluePoint1X" fmla="*/ 0 w 214313"/>
                <a:gd name="GluePoint1Y" fmla="*/ 61913 h 138113"/>
                <a:gd name="GluePoint2X" fmla="*/ 76200 w 214313"/>
                <a:gd name="GluePoint2Y" fmla="*/ 138113 h 138113"/>
                <a:gd name="GluePoint3X" fmla="*/ 214313 w 214313"/>
                <a:gd name="GluePoint3Y" fmla="*/ 0 h 138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4313" h="138113">
                  <a:moveTo>
                    <a:pt x="0" y="61913"/>
                  </a:moveTo>
                  <a:lnTo>
                    <a:pt x="76200" y="138113"/>
                  </a:lnTo>
                  <a:lnTo>
                    <a:pt x="214313" y="0"/>
                  </a:lnTo>
                </a:path>
              </a:pathLst>
            </a:custGeom>
            <a:noFill/>
            <a:ln cap="rnd">
              <a:solidFill>
                <a:srgbClr val="855c57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22040" rIns="122040" tIns="60840" bIns="608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4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189" name="文本框 99"/>
            <p:cNvSpPr/>
            <p:nvPr/>
          </p:nvSpPr>
          <p:spPr>
            <a:xfrm>
              <a:off x="6687360" y="3246120"/>
              <a:ext cx="45856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rgbClr val="5e403b"/>
                  </a:solidFill>
                  <a:effectLst/>
                  <a:uFillTx/>
                  <a:latin typeface="隶书"/>
                  <a:ea typeface="隶书"/>
                </a:rPr>
                <a:t>{{detailed_content[1]}}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1" name="文本框 1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2" dur="indefinite" restart="never" nodeType="tmRoot">
          <p:childTnLst>
            <p:seq>
              <p:cTn id="323" dur="indefinite" nodeType="mainSeq"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8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9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30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32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38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1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2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4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7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8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2500"/>
                            </p:stCondLst>
                            <p:childTnLst>
                              <p:par>
                                <p:cTn id="350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3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7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5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"/>
          <p:cNvGrpSpPr/>
          <p:nvPr/>
        </p:nvGrpSpPr>
        <p:grpSpPr>
          <a:xfrm>
            <a:off x="676440" y="1771560"/>
            <a:ext cx="4087800" cy="853200"/>
            <a:chOff x="676440" y="1771560"/>
            <a:chExt cx="4087800" cy="853200"/>
          </a:xfrm>
        </p:grpSpPr>
        <p:sp>
          <p:nvSpPr>
            <p:cNvPr id="193" name="PA-ïŝ1iḍè"/>
            <p:cNvSpPr/>
            <p:nvPr/>
          </p:nvSpPr>
          <p:spPr>
            <a:xfrm>
              <a:off x="676440" y="1950120"/>
              <a:ext cx="674640" cy="674640"/>
            </a:xfrm>
            <a:prstGeom prst="ellipse">
              <a:avLst/>
            </a:prstGeom>
            <a:solidFill>
              <a:srgbClr val="855c57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194" name="PA-ísḻïḋè"/>
            <p:cNvSpPr/>
            <p:nvPr/>
          </p:nvSpPr>
          <p:spPr>
            <a:xfrm>
              <a:off x="843120" y="2115360"/>
              <a:ext cx="340560" cy="3438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43800"/>
                <a:gd name="textAreaBottom" fmla="*/ 344160 h 343800"/>
                <a:gd name="GluePoint1X" fmla="*/ 420660 w 597083"/>
                <a:gd name="GluePoint1Y" fmla="*/ 304801 h 602376"/>
                <a:gd name="GluePoint2X" fmla="*/ 435488 w 597083"/>
                <a:gd name="GluePoint2Y" fmla="*/ 370123 h 602376"/>
                <a:gd name="GluePoint3X" fmla="*/ 370688 w 597083"/>
                <a:gd name="GluePoint3Y" fmla="*/ 434853 h 602376"/>
                <a:gd name="GluePoint4X" fmla="*/ 305295 w 597083"/>
                <a:gd name="GluePoint4Y" fmla="*/ 420041 h 602376"/>
                <a:gd name="GluePoint5X" fmla="*/ 420660 w 597083"/>
                <a:gd name="GluePoint5Y" fmla="*/ 304801 h 602376"/>
                <a:gd name="GluePoint6X" fmla="*/ 204256 w 597083"/>
                <a:gd name="GluePoint6Y" fmla="*/ 71668 h 602376"/>
                <a:gd name="GluePoint7X" fmla="*/ 69407 w 597083"/>
                <a:gd name="GluePoint7Y" fmla="*/ 201568 h 602376"/>
                <a:gd name="GluePoint8X" fmla="*/ 294155 w 597083"/>
                <a:gd name="GluePoint8Y" fmla="*/ 425967 h 602376"/>
                <a:gd name="GluePoint9X" fmla="*/ 377379 w 597083"/>
                <a:gd name="GluePoint9Y" fmla="*/ 445519 h 602376"/>
                <a:gd name="GluePoint10X" fmla="*/ 465053 w 597083"/>
                <a:gd name="GluePoint10Y" fmla="*/ 464330 h 602376"/>
                <a:gd name="GluePoint11X" fmla="*/ 446213 w 597083"/>
                <a:gd name="GluePoint11Y" fmla="*/ 376644 h 602376"/>
                <a:gd name="GluePoint12X" fmla="*/ 426482 w 597083"/>
                <a:gd name="GluePoint12Y" fmla="*/ 293550 h 602376"/>
                <a:gd name="GluePoint13X" fmla="*/ 141801 w 597083"/>
                <a:gd name="GluePoint13Y" fmla="*/ 720 h 602376"/>
                <a:gd name="GluePoint14X" fmla="*/ 147883 w 597083"/>
                <a:gd name="GluePoint14Y" fmla="*/ 1460 h 602376"/>
                <a:gd name="GluePoint15X" fmla="*/ 206481 w 597083"/>
                <a:gd name="GluePoint15Y" fmla="*/ 59967 h 602376"/>
                <a:gd name="GluePoint16X" fmla="*/ 314628 w 597083"/>
                <a:gd name="GluePoint16Y" fmla="*/ 38490 h 602376"/>
                <a:gd name="GluePoint17X" fmla="*/ 597083 w 597083"/>
                <a:gd name="GluePoint17Y" fmla="*/ 320359 h 602376"/>
                <a:gd name="GluePoint18X" fmla="*/ 314628 w 597083"/>
                <a:gd name="GluePoint18Y" fmla="*/ 602376 h 602376"/>
                <a:gd name="GluePoint19X" fmla="*/ 32171 w 597083"/>
                <a:gd name="GluePoint19Y" fmla="*/ 320359 h 602376"/>
                <a:gd name="GluePoint20X" fmla="*/ 57539 w 597083"/>
                <a:gd name="GluePoint20Y" fmla="*/ 203790 h 602376"/>
                <a:gd name="GluePoint21X" fmla="*/ 1463 w 597083"/>
                <a:gd name="GluePoint21Y" fmla="*/ 147653 h 602376"/>
                <a:gd name="GluePoint22X" fmla="*/ 722 w 597083"/>
                <a:gd name="GluePoint22Y" fmla="*/ 141580 h 602376"/>
                <a:gd name="GluePoint23X" fmla="*/ 141801 w 597083"/>
                <a:gd name="GluePoint23Y" fmla="*/ 720 h 602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597083" h="602376">
                  <a:moveTo>
                    <a:pt x="420660" y="304801"/>
                  </a:moveTo>
                  <a:lnTo>
                    <a:pt x="435488" y="370123"/>
                  </a:lnTo>
                  <a:cubicBezTo>
                    <a:pt x="407759" y="383899"/>
                    <a:pt x="384479" y="407154"/>
                    <a:pt x="370688" y="434853"/>
                  </a:cubicBezTo>
                  <a:lnTo>
                    <a:pt x="305295" y="420041"/>
                  </a:lnTo>
                  <a:cubicBezTo>
                    <a:pt x="328872" y="368790"/>
                    <a:pt x="369354" y="328353"/>
                    <a:pt x="420660" y="304801"/>
                  </a:cubicBezTo>
                  <a:close/>
                  <a:moveTo>
                    <a:pt x="204256" y="71668"/>
                  </a:moveTo>
                  <a:cubicBezTo>
                    <a:pt x="145361" y="97737"/>
                    <a:pt x="97742" y="143654"/>
                    <a:pt x="69407" y="201568"/>
                  </a:cubicBezTo>
                  <a:lnTo>
                    <a:pt x="294155" y="425967"/>
                  </a:lnTo>
                  <a:lnTo>
                    <a:pt x="377379" y="445519"/>
                  </a:lnTo>
                  <a:lnTo>
                    <a:pt x="465053" y="464330"/>
                  </a:lnTo>
                  <a:lnTo>
                    <a:pt x="446213" y="376644"/>
                  </a:lnTo>
                  <a:lnTo>
                    <a:pt x="426482" y="293550"/>
                  </a:lnTo>
                  <a:close/>
                  <a:moveTo>
                    <a:pt x="141801" y="720"/>
                  </a:moveTo>
                  <a:cubicBezTo>
                    <a:pt x="143730" y="-465"/>
                    <a:pt x="146251" y="-169"/>
                    <a:pt x="147883" y="1460"/>
                  </a:cubicBezTo>
                  <a:lnTo>
                    <a:pt x="206481" y="59967"/>
                  </a:lnTo>
                  <a:cubicBezTo>
                    <a:pt x="240898" y="45748"/>
                    <a:pt x="277243" y="38490"/>
                    <a:pt x="314628" y="38490"/>
                  </a:cubicBezTo>
                  <a:cubicBezTo>
                    <a:pt x="470394" y="38490"/>
                    <a:pt x="597083" y="164983"/>
                    <a:pt x="597083" y="320359"/>
                  </a:cubicBezTo>
                  <a:cubicBezTo>
                    <a:pt x="597083" y="475883"/>
                    <a:pt x="470394" y="602376"/>
                    <a:pt x="314628" y="602376"/>
                  </a:cubicBezTo>
                  <a:cubicBezTo>
                    <a:pt x="158861" y="602376"/>
                    <a:pt x="32171" y="475883"/>
                    <a:pt x="32171" y="320359"/>
                  </a:cubicBezTo>
                  <a:cubicBezTo>
                    <a:pt x="32171" y="279775"/>
                    <a:pt x="40776" y="240523"/>
                    <a:pt x="57539" y="203790"/>
                  </a:cubicBezTo>
                  <a:lnTo>
                    <a:pt x="1463" y="147653"/>
                  </a:lnTo>
                  <a:cubicBezTo>
                    <a:pt x="-169" y="146024"/>
                    <a:pt x="-465" y="143506"/>
                    <a:pt x="722" y="141580"/>
                  </a:cubicBezTo>
                  <a:cubicBezTo>
                    <a:pt x="36028" y="84703"/>
                    <a:pt x="84687" y="35972"/>
                    <a:pt x="141801" y="72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grpSp>
          <p:nvGrpSpPr>
            <p:cNvPr id="195" name="组合 2"/>
            <p:cNvGrpSpPr/>
            <p:nvPr/>
          </p:nvGrpSpPr>
          <p:grpSpPr>
            <a:xfrm>
              <a:off x="1503720" y="1771560"/>
              <a:ext cx="3260520" cy="711720"/>
              <a:chOff x="1503720" y="1771560"/>
              <a:chExt cx="3260520" cy="711720"/>
            </a:xfrm>
          </p:grpSpPr>
          <p:sp>
            <p:nvSpPr>
              <p:cNvPr id="196" name="文本框 21"/>
              <p:cNvSpPr/>
              <p:nvPr/>
            </p:nvSpPr>
            <p:spPr>
              <a:xfrm>
                <a:off x="1503720" y="2115360"/>
                <a:ext cx="32000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  <a:scene3d>
                  <a:camera prst="orthographicFront"/>
                  <a:lightRig dir="t" rig="threePt"/>
                </a:scene3d>
                <a:sp3d contourW="12700"/>
              </a:bodyPr>
              <a:p>
                <a:pPr defTabSz="4572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{{detailed_content[0]}}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文本框 9"/>
              <p:cNvSpPr/>
              <p:nvPr/>
            </p:nvSpPr>
            <p:spPr>
              <a:xfrm>
                <a:off x="1586880" y="1771560"/>
                <a:ext cx="3177360" cy="24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1219320">
                  <a:lnSpc>
                    <a:spcPct val="100000"/>
                  </a:lnSpc>
                </a:pPr>
                <a:r>
                  <a:rPr b="1" lang="en-US" sz="1600" strike="noStrike" u="none" cap="all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{{content_points[0]}}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8" name="组合 3"/>
          <p:cNvGrpSpPr/>
          <p:nvPr/>
        </p:nvGrpSpPr>
        <p:grpSpPr>
          <a:xfrm>
            <a:off x="676440" y="3630960"/>
            <a:ext cx="4123800" cy="711360"/>
            <a:chOff x="676440" y="3630960"/>
            <a:chExt cx="4123800" cy="711360"/>
          </a:xfrm>
        </p:grpSpPr>
        <p:sp>
          <p:nvSpPr>
            <p:cNvPr id="199" name="PA-iṣļïḋe"/>
            <p:cNvSpPr/>
            <p:nvPr/>
          </p:nvSpPr>
          <p:spPr>
            <a:xfrm>
              <a:off x="676440" y="3664440"/>
              <a:ext cx="674640" cy="674640"/>
            </a:xfrm>
            <a:prstGeom prst="ellipse">
              <a:avLst/>
            </a:prstGeom>
            <a:solidFill>
              <a:srgbClr val="855c57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200" name="PA-iŝľiḓe"/>
            <p:cNvSpPr/>
            <p:nvPr/>
          </p:nvSpPr>
          <p:spPr>
            <a:xfrm>
              <a:off x="843120" y="3830400"/>
              <a:ext cx="340560" cy="3438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43800"/>
                <a:gd name="textAreaBottom" fmla="*/ 344160 h 343800"/>
                <a:gd name="GluePoint1X" fmla="*/ 420660 w 597083"/>
                <a:gd name="GluePoint1Y" fmla="*/ 304801 h 602376"/>
                <a:gd name="GluePoint2X" fmla="*/ 435488 w 597083"/>
                <a:gd name="GluePoint2Y" fmla="*/ 370123 h 602376"/>
                <a:gd name="GluePoint3X" fmla="*/ 370688 w 597083"/>
                <a:gd name="GluePoint3Y" fmla="*/ 434853 h 602376"/>
                <a:gd name="GluePoint4X" fmla="*/ 305295 w 597083"/>
                <a:gd name="GluePoint4Y" fmla="*/ 420041 h 602376"/>
                <a:gd name="GluePoint5X" fmla="*/ 420660 w 597083"/>
                <a:gd name="GluePoint5Y" fmla="*/ 304801 h 602376"/>
                <a:gd name="GluePoint6X" fmla="*/ 204256 w 597083"/>
                <a:gd name="GluePoint6Y" fmla="*/ 71668 h 602376"/>
                <a:gd name="GluePoint7X" fmla="*/ 69407 w 597083"/>
                <a:gd name="GluePoint7Y" fmla="*/ 201568 h 602376"/>
                <a:gd name="GluePoint8X" fmla="*/ 294155 w 597083"/>
                <a:gd name="GluePoint8Y" fmla="*/ 425967 h 602376"/>
                <a:gd name="GluePoint9X" fmla="*/ 377379 w 597083"/>
                <a:gd name="GluePoint9Y" fmla="*/ 445519 h 602376"/>
                <a:gd name="GluePoint10X" fmla="*/ 465053 w 597083"/>
                <a:gd name="GluePoint10Y" fmla="*/ 464330 h 602376"/>
                <a:gd name="GluePoint11X" fmla="*/ 446213 w 597083"/>
                <a:gd name="GluePoint11Y" fmla="*/ 376644 h 602376"/>
                <a:gd name="GluePoint12X" fmla="*/ 426482 w 597083"/>
                <a:gd name="GluePoint12Y" fmla="*/ 293550 h 602376"/>
                <a:gd name="GluePoint13X" fmla="*/ 141801 w 597083"/>
                <a:gd name="GluePoint13Y" fmla="*/ 720 h 602376"/>
                <a:gd name="GluePoint14X" fmla="*/ 147883 w 597083"/>
                <a:gd name="GluePoint14Y" fmla="*/ 1460 h 602376"/>
                <a:gd name="GluePoint15X" fmla="*/ 206481 w 597083"/>
                <a:gd name="GluePoint15Y" fmla="*/ 59967 h 602376"/>
                <a:gd name="GluePoint16X" fmla="*/ 314628 w 597083"/>
                <a:gd name="GluePoint16Y" fmla="*/ 38490 h 602376"/>
                <a:gd name="GluePoint17X" fmla="*/ 597083 w 597083"/>
                <a:gd name="GluePoint17Y" fmla="*/ 320359 h 602376"/>
                <a:gd name="GluePoint18X" fmla="*/ 314628 w 597083"/>
                <a:gd name="GluePoint18Y" fmla="*/ 602376 h 602376"/>
                <a:gd name="GluePoint19X" fmla="*/ 32171 w 597083"/>
                <a:gd name="GluePoint19Y" fmla="*/ 320359 h 602376"/>
                <a:gd name="GluePoint20X" fmla="*/ 57539 w 597083"/>
                <a:gd name="GluePoint20Y" fmla="*/ 203790 h 602376"/>
                <a:gd name="GluePoint21X" fmla="*/ 1463 w 597083"/>
                <a:gd name="GluePoint21Y" fmla="*/ 147653 h 602376"/>
                <a:gd name="GluePoint22X" fmla="*/ 722 w 597083"/>
                <a:gd name="GluePoint22Y" fmla="*/ 141580 h 602376"/>
                <a:gd name="GluePoint23X" fmla="*/ 141801 w 597083"/>
                <a:gd name="GluePoint23Y" fmla="*/ 720 h 602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597083" h="602376">
                  <a:moveTo>
                    <a:pt x="420660" y="304801"/>
                  </a:moveTo>
                  <a:lnTo>
                    <a:pt x="435488" y="370123"/>
                  </a:lnTo>
                  <a:cubicBezTo>
                    <a:pt x="407759" y="383899"/>
                    <a:pt x="384479" y="407154"/>
                    <a:pt x="370688" y="434853"/>
                  </a:cubicBezTo>
                  <a:lnTo>
                    <a:pt x="305295" y="420041"/>
                  </a:lnTo>
                  <a:cubicBezTo>
                    <a:pt x="328872" y="368790"/>
                    <a:pt x="369354" y="328353"/>
                    <a:pt x="420660" y="304801"/>
                  </a:cubicBezTo>
                  <a:close/>
                  <a:moveTo>
                    <a:pt x="204256" y="71668"/>
                  </a:moveTo>
                  <a:cubicBezTo>
                    <a:pt x="145361" y="97737"/>
                    <a:pt x="97742" y="143654"/>
                    <a:pt x="69407" y="201568"/>
                  </a:cubicBezTo>
                  <a:lnTo>
                    <a:pt x="294155" y="425967"/>
                  </a:lnTo>
                  <a:lnTo>
                    <a:pt x="377379" y="445519"/>
                  </a:lnTo>
                  <a:lnTo>
                    <a:pt x="465053" y="464330"/>
                  </a:lnTo>
                  <a:lnTo>
                    <a:pt x="446213" y="376644"/>
                  </a:lnTo>
                  <a:lnTo>
                    <a:pt x="426482" y="293550"/>
                  </a:lnTo>
                  <a:close/>
                  <a:moveTo>
                    <a:pt x="141801" y="720"/>
                  </a:moveTo>
                  <a:cubicBezTo>
                    <a:pt x="143730" y="-465"/>
                    <a:pt x="146251" y="-169"/>
                    <a:pt x="147883" y="1460"/>
                  </a:cubicBezTo>
                  <a:lnTo>
                    <a:pt x="206481" y="59967"/>
                  </a:lnTo>
                  <a:cubicBezTo>
                    <a:pt x="240898" y="45748"/>
                    <a:pt x="277243" y="38490"/>
                    <a:pt x="314628" y="38490"/>
                  </a:cubicBezTo>
                  <a:cubicBezTo>
                    <a:pt x="470394" y="38490"/>
                    <a:pt x="597083" y="164983"/>
                    <a:pt x="597083" y="320359"/>
                  </a:cubicBezTo>
                  <a:cubicBezTo>
                    <a:pt x="597083" y="475883"/>
                    <a:pt x="470394" y="602376"/>
                    <a:pt x="314628" y="602376"/>
                  </a:cubicBezTo>
                  <a:cubicBezTo>
                    <a:pt x="158861" y="602376"/>
                    <a:pt x="32171" y="475883"/>
                    <a:pt x="32171" y="320359"/>
                  </a:cubicBezTo>
                  <a:cubicBezTo>
                    <a:pt x="32171" y="279775"/>
                    <a:pt x="40776" y="240523"/>
                    <a:pt x="57539" y="203790"/>
                  </a:cubicBezTo>
                  <a:lnTo>
                    <a:pt x="1463" y="147653"/>
                  </a:lnTo>
                  <a:cubicBezTo>
                    <a:pt x="-169" y="146024"/>
                    <a:pt x="-465" y="143506"/>
                    <a:pt x="722" y="141580"/>
                  </a:cubicBezTo>
                  <a:cubicBezTo>
                    <a:pt x="36028" y="84703"/>
                    <a:pt x="84687" y="35972"/>
                    <a:pt x="141801" y="72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grpSp>
          <p:nvGrpSpPr>
            <p:cNvPr id="201" name="组合 5"/>
            <p:cNvGrpSpPr/>
            <p:nvPr/>
          </p:nvGrpSpPr>
          <p:grpSpPr>
            <a:xfrm>
              <a:off x="1503720" y="3630960"/>
              <a:ext cx="3296520" cy="711360"/>
              <a:chOff x="1503720" y="3630960"/>
              <a:chExt cx="3296520" cy="711360"/>
            </a:xfrm>
          </p:grpSpPr>
          <p:sp>
            <p:nvSpPr>
              <p:cNvPr id="202" name="文本框 35"/>
              <p:cNvSpPr/>
              <p:nvPr/>
            </p:nvSpPr>
            <p:spPr>
              <a:xfrm>
                <a:off x="1503720" y="3974400"/>
                <a:ext cx="32000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  <a:scene3d>
                  <a:camera prst="orthographicFront"/>
                  <a:lightRig dir="t" rig="threePt"/>
                </a:scene3d>
                <a:sp3d contourW="12700"/>
              </a:bodyPr>
              <a:p>
                <a:pPr defTabSz="4572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{{detailed_content[1]}}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文本框 9"/>
              <p:cNvSpPr/>
              <p:nvPr/>
            </p:nvSpPr>
            <p:spPr>
              <a:xfrm>
                <a:off x="1586880" y="3630960"/>
                <a:ext cx="3213360" cy="24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1219320">
                  <a:lnSpc>
                    <a:spcPct val="100000"/>
                  </a:lnSpc>
                </a:pPr>
                <a:r>
                  <a:rPr b="1" lang="en-US" sz="1600" strike="noStrike" u="none" cap="all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{{content_points[1]}}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4" name="组合 4"/>
          <p:cNvGrpSpPr/>
          <p:nvPr/>
        </p:nvGrpSpPr>
        <p:grpSpPr>
          <a:xfrm>
            <a:off x="676440" y="5379840"/>
            <a:ext cx="4124520" cy="764640"/>
            <a:chOff x="676440" y="5379840"/>
            <a:chExt cx="4124520" cy="764640"/>
          </a:xfrm>
        </p:grpSpPr>
        <p:sp>
          <p:nvSpPr>
            <p:cNvPr id="205" name="PA-îṡľíḑê"/>
            <p:cNvSpPr/>
            <p:nvPr/>
          </p:nvSpPr>
          <p:spPr>
            <a:xfrm>
              <a:off x="676440" y="5379840"/>
              <a:ext cx="674640" cy="674640"/>
            </a:xfrm>
            <a:prstGeom prst="ellipse">
              <a:avLst/>
            </a:prstGeom>
            <a:solidFill>
              <a:srgbClr val="855c57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206" name="PA-ïṥľîďê"/>
            <p:cNvSpPr/>
            <p:nvPr/>
          </p:nvSpPr>
          <p:spPr>
            <a:xfrm>
              <a:off x="843120" y="5544720"/>
              <a:ext cx="340560" cy="3438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43800"/>
                <a:gd name="textAreaBottom" fmla="*/ 344160 h 343800"/>
                <a:gd name="GluePoint1X" fmla="*/ 420660 w 597083"/>
                <a:gd name="GluePoint1Y" fmla="*/ 304801 h 602376"/>
                <a:gd name="GluePoint2X" fmla="*/ 435488 w 597083"/>
                <a:gd name="GluePoint2Y" fmla="*/ 370123 h 602376"/>
                <a:gd name="GluePoint3X" fmla="*/ 370688 w 597083"/>
                <a:gd name="GluePoint3Y" fmla="*/ 434853 h 602376"/>
                <a:gd name="GluePoint4X" fmla="*/ 305295 w 597083"/>
                <a:gd name="GluePoint4Y" fmla="*/ 420041 h 602376"/>
                <a:gd name="GluePoint5X" fmla="*/ 420660 w 597083"/>
                <a:gd name="GluePoint5Y" fmla="*/ 304801 h 602376"/>
                <a:gd name="GluePoint6X" fmla="*/ 204256 w 597083"/>
                <a:gd name="GluePoint6Y" fmla="*/ 71668 h 602376"/>
                <a:gd name="GluePoint7X" fmla="*/ 69407 w 597083"/>
                <a:gd name="GluePoint7Y" fmla="*/ 201568 h 602376"/>
                <a:gd name="GluePoint8X" fmla="*/ 294155 w 597083"/>
                <a:gd name="GluePoint8Y" fmla="*/ 425967 h 602376"/>
                <a:gd name="GluePoint9X" fmla="*/ 377379 w 597083"/>
                <a:gd name="GluePoint9Y" fmla="*/ 445519 h 602376"/>
                <a:gd name="GluePoint10X" fmla="*/ 465053 w 597083"/>
                <a:gd name="GluePoint10Y" fmla="*/ 464330 h 602376"/>
                <a:gd name="GluePoint11X" fmla="*/ 446213 w 597083"/>
                <a:gd name="GluePoint11Y" fmla="*/ 376644 h 602376"/>
                <a:gd name="GluePoint12X" fmla="*/ 426482 w 597083"/>
                <a:gd name="GluePoint12Y" fmla="*/ 293550 h 602376"/>
                <a:gd name="GluePoint13X" fmla="*/ 141801 w 597083"/>
                <a:gd name="GluePoint13Y" fmla="*/ 720 h 602376"/>
                <a:gd name="GluePoint14X" fmla="*/ 147883 w 597083"/>
                <a:gd name="GluePoint14Y" fmla="*/ 1460 h 602376"/>
                <a:gd name="GluePoint15X" fmla="*/ 206481 w 597083"/>
                <a:gd name="GluePoint15Y" fmla="*/ 59967 h 602376"/>
                <a:gd name="GluePoint16X" fmla="*/ 314628 w 597083"/>
                <a:gd name="GluePoint16Y" fmla="*/ 38490 h 602376"/>
                <a:gd name="GluePoint17X" fmla="*/ 597083 w 597083"/>
                <a:gd name="GluePoint17Y" fmla="*/ 320359 h 602376"/>
                <a:gd name="GluePoint18X" fmla="*/ 314628 w 597083"/>
                <a:gd name="GluePoint18Y" fmla="*/ 602376 h 602376"/>
                <a:gd name="GluePoint19X" fmla="*/ 32171 w 597083"/>
                <a:gd name="GluePoint19Y" fmla="*/ 320359 h 602376"/>
                <a:gd name="GluePoint20X" fmla="*/ 57539 w 597083"/>
                <a:gd name="GluePoint20Y" fmla="*/ 203790 h 602376"/>
                <a:gd name="GluePoint21X" fmla="*/ 1463 w 597083"/>
                <a:gd name="GluePoint21Y" fmla="*/ 147653 h 602376"/>
                <a:gd name="GluePoint22X" fmla="*/ 722 w 597083"/>
                <a:gd name="GluePoint22Y" fmla="*/ 141580 h 602376"/>
                <a:gd name="GluePoint23X" fmla="*/ 141801 w 597083"/>
                <a:gd name="GluePoint23Y" fmla="*/ 720 h 602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597083" h="602376">
                  <a:moveTo>
                    <a:pt x="420660" y="304801"/>
                  </a:moveTo>
                  <a:lnTo>
                    <a:pt x="435488" y="370123"/>
                  </a:lnTo>
                  <a:cubicBezTo>
                    <a:pt x="407759" y="383899"/>
                    <a:pt x="384479" y="407154"/>
                    <a:pt x="370688" y="434853"/>
                  </a:cubicBezTo>
                  <a:lnTo>
                    <a:pt x="305295" y="420041"/>
                  </a:lnTo>
                  <a:cubicBezTo>
                    <a:pt x="328872" y="368790"/>
                    <a:pt x="369354" y="328353"/>
                    <a:pt x="420660" y="304801"/>
                  </a:cubicBezTo>
                  <a:close/>
                  <a:moveTo>
                    <a:pt x="204256" y="71668"/>
                  </a:moveTo>
                  <a:cubicBezTo>
                    <a:pt x="145361" y="97737"/>
                    <a:pt x="97742" y="143654"/>
                    <a:pt x="69407" y="201568"/>
                  </a:cubicBezTo>
                  <a:lnTo>
                    <a:pt x="294155" y="425967"/>
                  </a:lnTo>
                  <a:lnTo>
                    <a:pt x="377379" y="445519"/>
                  </a:lnTo>
                  <a:lnTo>
                    <a:pt x="465053" y="464330"/>
                  </a:lnTo>
                  <a:lnTo>
                    <a:pt x="446213" y="376644"/>
                  </a:lnTo>
                  <a:lnTo>
                    <a:pt x="426482" y="293550"/>
                  </a:lnTo>
                  <a:close/>
                  <a:moveTo>
                    <a:pt x="141801" y="720"/>
                  </a:moveTo>
                  <a:cubicBezTo>
                    <a:pt x="143730" y="-465"/>
                    <a:pt x="146251" y="-169"/>
                    <a:pt x="147883" y="1460"/>
                  </a:cubicBezTo>
                  <a:lnTo>
                    <a:pt x="206481" y="59967"/>
                  </a:lnTo>
                  <a:cubicBezTo>
                    <a:pt x="240898" y="45748"/>
                    <a:pt x="277243" y="38490"/>
                    <a:pt x="314628" y="38490"/>
                  </a:cubicBezTo>
                  <a:cubicBezTo>
                    <a:pt x="470394" y="38490"/>
                    <a:pt x="597083" y="164983"/>
                    <a:pt x="597083" y="320359"/>
                  </a:cubicBezTo>
                  <a:cubicBezTo>
                    <a:pt x="597083" y="475883"/>
                    <a:pt x="470394" y="602376"/>
                    <a:pt x="314628" y="602376"/>
                  </a:cubicBezTo>
                  <a:cubicBezTo>
                    <a:pt x="158861" y="602376"/>
                    <a:pt x="32171" y="475883"/>
                    <a:pt x="32171" y="320359"/>
                  </a:cubicBezTo>
                  <a:cubicBezTo>
                    <a:pt x="32171" y="279775"/>
                    <a:pt x="40776" y="240523"/>
                    <a:pt x="57539" y="203790"/>
                  </a:cubicBezTo>
                  <a:lnTo>
                    <a:pt x="1463" y="147653"/>
                  </a:lnTo>
                  <a:cubicBezTo>
                    <a:pt x="-169" y="146024"/>
                    <a:pt x="-465" y="143506"/>
                    <a:pt x="722" y="141580"/>
                  </a:cubicBezTo>
                  <a:cubicBezTo>
                    <a:pt x="36028" y="84703"/>
                    <a:pt x="84687" y="35972"/>
                    <a:pt x="141801" y="72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grpSp>
          <p:nvGrpSpPr>
            <p:cNvPr id="207" name="组合 7"/>
            <p:cNvGrpSpPr/>
            <p:nvPr/>
          </p:nvGrpSpPr>
          <p:grpSpPr>
            <a:xfrm>
              <a:off x="1503720" y="5433120"/>
              <a:ext cx="3297240" cy="711360"/>
              <a:chOff x="1503720" y="5433120"/>
              <a:chExt cx="3297240" cy="711360"/>
            </a:xfrm>
          </p:grpSpPr>
          <p:sp>
            <p:nvSpPr>
              <p:cNvPr id="208" name="文本框 37"/>
              <p:cNvSpPr/>
              <p:nvPr/>
            </p:nvSpPr>
            <p:spPr>
              <a:xfrm>
                <a:off x="1503720" y="5776560"/>
                <a:ext cx="32000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  <a:scene3d>
                  <a:camera prst="orthographicFront"/>
                  <a:lightRig dir="t" rig="threePt"/>
                </a:scene3d>
                <a:sp3d contourW="12700"/>
              </a:bodyPr>
              <a:p>
                <a:pPr defTabSz="4572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{{detailed_content[2]}}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文本框 9"/>
              <p:cNvSpPr/>
              <p:nvPr/>
            </p:nvSpPr>
            <p:spPr>
              <a:xfrm>
                <a:off x="1586880" y="5433120"/>
                <a:ext cx="3214080" cy="24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1219320">
                  <a:lnSpc>
                    <a:spcPct val="100000"/>
                  </a:lnSpc>
                </a:pPr>
                <a:r>
                  <a:rPr b="1" lang="en-US" sz="1600" strike="noStrike" u="none" cap="all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{{content_points[2]}}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0" name="组合 16"/>
          <p:cNvGrpSpPr/>
          <p:nvPr/>
        </p:nvGrpSpPr>
        <p:grpSpPr>
          <a:xfrm>
            <a:off x="7617600" y="1771560"/>
            <a:ext cx="4117680" cy="852480"/>
            <a:chOff x="7617600" y="1771560"/>
            <a:chExt cx="4117680" cy="852480"/>
          </a:xfrm>
        </p:grpSpPr>
        <p:sp>
          <p:nvSpPr>
            <p:cNvPr id="211" name="PA-ïṧlïḋê"/>
            <p:cNvSpPr/>
            <p:nvPr/>
          </p:nvSpPr>
          <p:spPr>
            <a:xfrm>
              <a:off x="7617600" y="1949400"/>
              <a:ext cx="674640" cy="674640"/>
            </a:xfrm>
            <a:prstGeom prst="ellipse">
              <a:avLst/>
            </a:prstGeom>
            <a:solidFill>
              <a:srgbClr val="855c57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212" name="PA-iṧ1iḑe"/>
            <p:cNvSpPr/>
            <p:nvPr/>
          </p:nvSpPr>
          <p:spPr>
            <a:xfrm>
              <a:off x="7784640" y="2115360"/>
              <a:ext cx="340560" cy="3438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43800"/>
                <a:gd name="textAreaBottom" fmla="*/ 344160 h 343800"/>
                <a:gd name="GluePoint1X" fmla="*/ 420660 w 597083"/>
                <a:gd name="GluePoint1Y" fmla="*/ 304801 h 602376"/>
                <a:gd name="GluePoint2X" fmla="*/ 435488 w 597083"/>
                <a:gd name="GluePoint2Y" fmla="*/ 370123 h 602376"/>
                <a:gd name="GluePoint3X" fmla="*/ 370688 w 597083"/>
                <a:gd name="GluePoint3Y" fmla="*/ 434853 h 602376"/>
                <a:gd name="GluePoint4X" fmla="*/ 305295 w 597083"/>
                <a:gd name="GluePoint4Y" fmla="*/ 420041 h 602376"/>
                <a:gd name="GluePoint5X" fmla="*/ 420660 w 597083"/>
                <a:gd name="GluePoint5Y" fmla="*/ 304801 h 602376"/>
                <a:gd name="GluePoint6X" fmla="*/ 204256 w 597083"/>
                <a:gd name="GluePoint6Y" fmla="*/ 71668 h 602376"/>
                <a:gd name="GluePoint7X" fmla="*/ 69407 w 597083"/>
                <a:gd name="GluePoint7Y" fmla="*/ 201568 h 602376"/>
                <a:gd name="GluePoint8X" fmla="*/ 294155 w 597083"/>
                <a:gd name="GluePoint8Y" fmla="*/ 425967 h 602376"/>
                <a:gd name="GluePoint9X" fmla="*/ 377379 w 597083"/>
                <a:gd name="GluePoint9Y" fmla="*/ 445519 h 602376"/>
                <a:gd name="GluePoint10X" fmla="*/ 465053 w 597083"/>
                <a:gd name="GluePoint10Y" fmla="*/ 464330 h 602376"/>
                <a:gd name="GluePoint11X" fmla="*/ 446213 w 597083"/>
                <a:gd name="GluePoint11Y" fmla="*/ 376644 h 602376"/>
                <a:gd name="GluePoint12X" fmla="*/ 426482 w 597083"/>
                <a:gd name="GluePoint12Y" fmla="*/ 293550 h 602376"/>
                <a:gd name="GluePoint13X" fmla="*/ 141801 w 597083"/>
                <a:gd name="GluePoint13Y" fmla="*/ 720 h 602376"/>
                <a:gd name="GluePoint14X" fmla="*/ 147883 w 597083"/>
                <a:gd name="GluePoint14Y" fmla="*/ 1460 h 602376"/>
                <a:gd name="GluePoint15X" fmla="*/ 206481 w 597083"/>
                <a:gd name="GluePoint15Y" fmla="*/ 59967 h 602376"/>
                <a:gd name="GluePoint16X" fmla="*/ 314628 w 597083"/>
                <a:gd name="GluePoint16Y" fmla="*/ 38490 h 602376"/>
                <a:gd name="GluePoint17X" fmla="*/ 597083 w 597083"/>
                <a:gd name="GluePoint17Y" fmla="*/ 320359 h 602376"/>
                <a:gd name="GluePoint18X" fmla="*/ 314628 w 597083"/>
                <a:gd name="GluePoint18Y" fmla="*/ 602376 h 602376"/>
                <a:gd name="GluePoint19X" fmla="*/ 32171 w 597083"/>
                <a:gd name="GluePoint19Y" fmla="*/ 320359 h 602376"/>
                <a:gd name="GluePoint20X" fmla="*/ 57539 w 597083"/>
                <a:gd name="GluePoint20Y" fmla="*/ 203790 h 602376"/>
                <a:gd name="GluePoint21X" fmla="*/ 1463 w 597083"/>
                <a:gd name="GluePoint21Y" fmla="*/ 147653 h 602376"/>
                <a:gd name="GluePoint22X" fmla="*/ 722 w 597083"/>
                <a:gd name="GluePoint22Y" fmla="*/ 141580 h 602376"/>
                <a:gd name="GluePoint23X" fmla="*/ 141801 w 597083"/>
                <a:gd name="GluePoint23Y" fmla="*/ 720 h 602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597083" h="602376">
                  <a:moveTo>
                    <a:pt x="420660" y="304801"/>
                  </a:moveTo>
                  <a:lnTo>
                    <a:pt x="435488" y="370123"/>
                  </a:lnTo>
                  <a:cubicBezTo>
                    <a:pt x="407759" y="383899"/>
                    <a:pt x="384479" y="407154"/>
                    <a:pt x="370688" y="434853"/>
                  </a:cubicBezTo>
                  <a:lnTo>
                    <a:pt x="305295" y="420041"/>
                  </a:lnTo>
                  <a:cubicBezTo>
                    <a:pt x="328872" y="368790"/>
                    <a:pt x="369354" y="328353"/>
                    <a:pt x="420660" y="304801"/>
                  </a:cubicBezTo>
                  <a:close/>
                  <a:moveTo>
                    <a:pt x="204256" y="71668"/>
                  </a:moveTo>
                  <a:cubicBezTo>
                    <a:pt x="145361" y="97737"/>
                    <a:pt x="97742" y="143654"/>
                    <a:pt x="69407" y="201568"/>
                  </a:cubicBezTo>
                  <a:lnTo>
                    <a:pt x="294155" y="425967"/>
                  </a:lnTo>
                  <a:lnTo>
                    <a:pt x="377379" y="445519"/>
                  </a:lnTo>
                  <a:lnTo>
                    <a:pt x="465053" y="464330"/>
                  </a:lnTo>
                  <a:lnTo>
                    <a:pt x="446213" y="376644"/>
                  </a:lnTo>
                  <a:lnTo>
                    <a:pt x="426482" y="293550"/>
                  </a:lnTo>
                  <a:close/>
                  <a:moveTo>
                    <a:pt x="141801" y="720"/>
                  </a:moveTo>
                  <a:cubicBezTo>
                    <a:pt x="143730" y="-465"/>
                    <a:pt x="146251" y="-169"/>
                    <a:pt x="147883" y="1460"/>
                  </a:cubicBezTo>
                  <a:lnTo>
                    <a:pt x="206481" y="59967"/>
                  </a:lnTo>
                  <a:cubicBezTo>
                    <a:pt x="240898" y="45748"/>
                    <a:pt x="277243" y="38490"/>
                    <a:pt x="314628" y="38490"/>
                  </a:cubicBezTo>
                  <a:cubicBezTo>
                    <a:pt x="470394" y="38490"/>
                    <a:pt x="597083" y="164983"/>
                    <a:pt x="597083" y="320359"/>
                  </a:cubicBezTo>
                  <a:cubicBezTo>
                    <a:pt x="597083" y="475883"/>
                    <a:pt x="470394" y="602376"/>
                    <a:pt x="314628" y="602376"/>
                  </a:cubicBezTo>
                  <a:cubicBezTo>
                    <a:pt x="158861" y="602376"/>
                    <a:pt x="32171" y="475883"/>
                    <a:pt x="32171" y="320359"/>
                  </a:cubicBezTo>
                  <a:cubicBezTo>
                    <a:pt x="32171" y="279775"/>
                    <a:pt x="40776" y="240523"/>
                    <a:pt x="57539" y="203790"/>
                  </a:cubicBezTo>
                  <a:lnTo>
                    <a:pt x="1463" y="147653"/>
                  </a:lnTo>
                  <a:cubicBezTo>
                    <a:pt x="-169" y="146024"/>
                    <a:pt x="-465" y="143506"/>
                    <a:pt x="722" y="141580"/>
                  </a:cubicBezTo>
                  <a:cubicBezTo>
                    <a:pt x="36028" y="84703"/>
                    <a:pt x="84687" y="35972"/>
                    <a:pt x="141801" y="72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grpSp>
          <p:nvGrpSpPr>
            <p:cNvPr id="213" name="组合 15"/>
            <p:cNvGrpSpPr/>
            <p:nvPr/>
          </p:nvGrpSpPr>
          <p:grpSpPr>
            <a:xfrm>
              <a:off x="8445960" y="1771560"/>
              <a:ext cx="3289320" cy="711720"/>
              <a:chOff x="8445960" y="1771560"/>
              <a:chExt cx="3289320" cy="711720"/>
            </a:xfrm>
          </p:grpSpPr>
          <p:sp>
            <p:nvSpPr>
              <p:cNvPr id="214" name="文本框 39"/>
              <p:cNvSpPr/>
              <p:nvPr/>
            </p:nvSpPr>
            <p:spPr>
              <a:xfrm>
                <a:off x="8445960" y="2115360"/>
                <a:ext cx="32000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  <a:scene3d>
                  <a:camera prst="orthographicFront"/>
                  <a:lightRig dir="t" rig="threePt"/>
                </a:scene3d>
                <a:sp3d contourW="12700"/>
              </a:bodyPr>
              <a:p>
                <a:pPr defTabSz="4572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{{detailed_content[3]}}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文本框 9"/>
              <p:cNvSpPr/>
              <p:nvPr/>
            </p:nvSpPr>
            <p:spPr>
              <a:xfrm>
                <a:off x="8529480" y="1771560"/>
                <a:ext cx="3205800" cy="24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1219320">
                  <a:lnSpc>
                    <a:spcPct val="100000"/>
                  </a:lnSpc>
                </a:pPr>
                <a:r>
                  <a:rPr b="1" lang="en-US" sz="1600" strike="noStrike" u="none" cap="all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{{content_points[3]}}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6" name="组合 8"/>
          <p:cNvGrpSpPr/>
          <p:nvPr/>
        </p:nvGrpSpPr>
        <p:grpSpPr>
          <a:xfrm>
            <a:off x="7617600" y="3630960"/>
            <a:ext cx="4116960" cy="708120"/>
            <a:chOff x="7617600" y="3630960"/>
            <a:chExt cx="4116960" cy="708120"/>
          </a:xfrm>
        </p:grpSpPr>
        <p:sp>
          <p:nvSpPr>
            <p:cNvPr id="217" name="PA-ïŝḻïḑè"/>
            <p:cNvSpPr/>
            <p:nvPr/>
          </p:nvSpPr>
          <p:spPr>
            <a:xfrm>
              <a:off x="7617600" y="3664440"/>
              <a:ext cx="674640" cy="674640"/>
            </a:xfrm>
            <a:prstGeom prst="ellipse">
              <a:avLst/>
            </a:prstGeom>
            <a:solidFill>
              <a:srgbClr val="855c57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218" name="PA-išļîḓè"/>
            <p:cNvSpPr/>
            <p:nvPr/>
          </p:nvSpPr>
          <p:spPr>
            <a:xfrm>
              <a:off x="7784640" y="3830400"/>
              <a:ext cx="340560" cy="3438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43800"/>
                <a:gd name="textAreaBottom" fmla="*/ 344160 h 343800"/>
                <a:gd name="GluePoint1X" fmla="*/ 420660 w 597083"/>
                <a:gd name="GluePoint1Y" fmla="*/ 304801 h 602376"/>
                <a:gd name="GluePoint2X" fmla="*/ 435488 w 597083"/>
                <a:gd name="GluePoint2Y" fmla="*/ 370123 h 602376"/>
                <a:gd name="GluePoint3X" fmla="*/ 370688 w 597083"/>
                <a:gd name="GluePoint3Y" fmla="*/ 434853 h 602376"/>
                <a:gd name="GluePoint4X" fmla="*/ 305295 w 597083"/>
                <a:gd name="GluePoint4Y" fmla="*/ 420041 h 602376"/>
                <a:gd name="GluePoint5X" fmla="*/ 420660 w 597083"/>
                <a:gd name="GluePoint5Y" fmla="*/ 304801 h 602376"/>
                <a:gd name="GluePoint6X" fmla="*/ 204256 w 597083"/>
                <a:gd name="GluePoint6Y" fmla="*/ 71668 h 602376"/>
                <a:gd name="GluePoint7X" fmla="*/ 69407 w 597083"/>
                <a:gd name="GluePoint7Y" fmla="*/ 201568 h 602376"/>
                <a:gd name="GluePoint8X" fmla="*/ 294155 w 597083"/>
                <a:gd name="GluePoint8Y" fmla="*/ 425967 h 602376"/>
                <a:gd name="GluePoint9X" fmla="*/ 377379 w 597083"/>
                <a:gd name="GluePoint9Y" fmla="*/ 445519 h 602376"/>
                <a:gd name="GluePoint10X" fmla="*/ 465053 w 597083"/>
                <a:gd name="GluePoint10Y" fmla="*/ 464330 h 602376"/>
                <a:gd name="GluePoint11X" fmla="*/ 446213 w 597083"/>
                <a:gd name="GluePoint11Y" fmla="*/ 376644 h 602376"/>
                <a:gd name="GluePoint12X" fmla="*/ 426482 w 597083"/>
                <a:gd name="GluePoint12Y" fmla="*/ 293550 h 602376"/>
                <a:gd name="GluePoint13X" fmla="*/ 141801 w 597083"/>
                <a:gd name="GluePoint13Y" fmla="*/ 720 h 602376"/>
                <a:gd name="GluePoint14X" fmla="*/ 147883 w 597083"/>
                <a:gd name="GluePoint14Y" fmla="*/ 1460 h 602376"/>
                <a:gd name="GluePoint15X" fmla="*/ 206481 w 597083"/>
                <a:gd name="GluePoint15Y" fmla="*/ 59967 h 602376"/>
                <a:gd name="GluePoint16X" fmla="*/ 314628 w 597083"/>
                <a:gd name="GluePoint16Y" fmla="*/ 38490 h 602376"/>
                <a:gd name="GluePoint17X" fmla="*/ 597083 w 597083"/>
                <a:gd name="GluePoint17Y" fmla="*/ 320359 h 602376"/>
                <a:gd name="GluePoint18X" fmla="*/ 314628 w 597083"/>
                <a:gd name="GluePoint18Y" fmla="*/ 602376 h 602376"/>
                <a:gd name="GluePoint19X" fmla="*/ 32171 w 597083"/>
                <a:gd name="GluePoint19Y" fmla="*/ 320359 h 602376"/>
                <a:gd name="GluePoint20X" fmla="*/ 57539 w 597083"/>
                <a:gd name="GluePoint20Y" fmla="*/ 203790 h 602376"/>
                <a:gd name="GluePoint21X" fmla="*/ 1463 w 597083"/>
                <a:gd name="GluePoint21Y" fmla="*/ 147653 h 602376"/>
                <a:gd name="GluePoint22X" fmla="*/ 722 w 597083"/>
                <a:gd name="GluePoint22Y" fmla="*/ 141580 h 602376"/>
                <a:gd name="GluePoint23X" fmla="*/ 141801 w 597083"/>
                <a:gd name="GluePoint23Y" fmla="*/ 720 h 602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597083" h="602376">
                  <a:moveTo>
                    <a:pt x="420660" y="304801"/>
                  </a:moveTo>
                  <a:lnTo>
                    <a:pt x="435488" y="370123"/>
                  </a:lnTo>
                  <a:cubicBezTo>
                    <a:pt x="407759" y="383899"/>
                    <a:pt x="384479" y="407154"/>
                    <a:pt x="370688" y="434853"/>
                  </a:cubicBezTo>
                  <a:lnTo>
                    <a:pt x="305295" y="420041"/>
                  </a:lnTo>
                  <a:cubicBezTo>
                    <a:pt x="328872" y="368790"/>
                    <a:pt x="369354" y="328353"/>
                    <a:pt x="420660" y="304801"/>
                  </a:cubicBezTo>
                  <a:close/>
                  <a:moveTo>
                    <a:pt x="204256" y="71668"/>
                  </a:moveTo>
                  <a:cubicBezTo>
                    <a:pt x="145361" y="97737"/>
                    <a:pt x="97742" y="143654"/>
                    <a:pt x="69407" y="201568"/>
                  </a:cubicBezTo>
                  <a:lnTo>
                    <a:pt x="294155" y="425967"/>
                  </a:lnTo>
                  <a:lnTo>
                    <a:pt x="377379" y="445519"/>
                  </a:lnTo>
                  <a:lnTo>
                    <a:pt x="465053" y="464330"/>
                  </a:lnTo>
                  <a:lnTo>
                    <a:pt x="446213" y="376644"/>
                  </a:lnTo>
                  <a:lnTo>
                    <a:pt x="426482" y="293550"/>
                  </a:lnTo>
                  <a:close/>
                  <a:moveTo>
                    <a:pt x="141801" y="720"/>
                  </a:moveTo>
                  <a:cubicBezTo>
                    <a:pt x="143730" y="-465"/>
                    <a:pt x="146251" y="-169"/>
                    <a:pt x="147883" y="1460"/>
                  </a:cubicBezTo>
                  <a:lnTo>
                    <a:pt x="206481" y="59967"/>
                  </a:lnTo>
                  <a:cubicBezTo>
                    <a:pt x="240898" y="45748"/>
                    <a:pt x="277243" y="38490"/>
                    <a:pt x="314628" y="38490"/>
                  </a:cubicBezTo>
                  <a:cubicBezTo>
                    <a:pt x="470394" y="38490"/>
                    <a:pt x="597083" y="164983"/>
                    <a:pt x="597083" y="320359"/>
                  </a:cubicBezTo>
                  <a:cubicBezTo>
                    <a:pt x="597083" y="475883"/>
                    <a:pt x="470394" y="602376"/>
                    <a:pt x="314628" y="602376"/>
                  </a:cubicBezTo>
                  <a:cubicBezTo>
                    <a:pt x="158861" y="602376"/>
                    <a:pt x="32171" y="475883"/>
                    <a:pt x="32171" y="320359"/>
                  </a:cubicBezTo>
                  <a:cubicBezTo>
                    <a:pt x="32171" y="279775"/>
                    <a:pt x="40776" y="240523"/>
                    <a:pt x="57539" y="203790"/>
                  </a:cubicBezTo>
                  <a:lnTo>
                    <a:pt x="1463" y="147653"/>
                  </a:lnTo>
                  <a:cubicBezTo>
                    <a:pt x="-169" y="146024"/>
                    <a:pt x="-465" y="143506"/>
                    <a:pt x="722" y="141580"/>
                  </a:cubicBezTo>
                  <a:cubicBezTo>
                    <a:pt x="36028" y="84703"/>
                    <a:pt x="84687" y="35972"/>
                    <a:pt x="141801" y="72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grpSp>
          <p:nvGrpSpPr>
            <p:cNvPr id="219" name="组合 25"/>
            <p:cNvGrpSpPr/>
            <p:nvPr/>
          </p:nvGrpSpPr>
          <p:grpSpPr>
            <a:xfrm>
              <a:off x="8445960" y="3630960"/>
              <a:ext cx="3288600" cy="708120"/>
              <a:chOff x="8445960" y="3630960"/>
              <a:chExt cx="3288600" cy="708120"/>
            </a:xfrm>
          </p:grpSpPr>
          <p:sp>
            <p:nvSpPr>
              <p:cNvPr id="220" name="文本框 44"/>
              <p:cNvSpPr/>
              <p:nvPr/>
            </p:nvSpPr>
            <p:spPr>
              <a:xfrm>
                <a:off x="8445960" y="3974400"/>
                <a:ext cx="320004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  <a:scene3d>
                  <a:camera prst="orthographicFront"/>
                  <a:lightRig dir="t" rig="threePt"/>
                </a:scene3d>
                <a:sp3d contourW="12700"/>
              </a:bodyPr>
              <a:p>
                <a:pPr defTabSz="4572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{{detailed_content[4</a:t>
                </a: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文本框 9"/>
              <p:cNvSpPr/>
              <p:nvPr/>
            </p:nvSpPr>
            <p:spPr>
              <a:xfrm>
                <a:off x="8529480" y="3630960"/>
                <a:ext cx="3205080" cy="24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1219320">
                  <a:lnSpc>
                    <a:spcPct val="100000"/>
                  </a:lnSpc>
                </a:pPr>
                <a:r>
                  <a:rPr b="1" lang="en-US" sz="1600" strike="noStrike" u="none" cap="all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{{content_points[4]}}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2" name="组合 6"/>
          <p:cNvGrpSpPr/>
          <p:nvPr/>
        </p:nvGrpSpPr>
        <p:grpSpPr>
          <a:xfrm>
            <a:off x="7617600" y="5379840"/>
            <a:ext cx="4116960" cy="764640"/>
            <a:chOff x="7617600" y="5379840"/>
            <a:chExt cx="4116960" cy="764640"/>
          </a:xfrm>
        </p:grpSpPr>
        <p:sp>
          <p:nvSpPr>
            <p:cNvPr id="223" name="PA-ïSḷïḓé"/>
            <p:cNvSpPr/>
            <p:nvPr/>
          </p:nvSpPr>
          <p:spPr>
            <a:xfrm>
              <a:off x="7617600" y="5379840"/>
              <a:ext cx="674640" cy="674640"/>
            </a:xfrm>
            <a:prstGeom prst="ellipse">
              <a:avLst/>
            </a:prstGeom>
            <a:solidFill>
              <a:srgbClr val="855c57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sp>
          <p:nvSpPr>
            <p:cNvPr id="224" name="PA-iśḻídé"/>
            <p:cNvSpPr/>
            <p:nvPr/>
          </p:nvSpPr>
          <p:spPr>
            <a:xfrm>
              <a:off x="7784640" y="5544720"/>
              <a:ext cx="340560" cy="3438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43800"/>
                <a:gd name="textAreaBottom" fmla="*/ 344160 h 343800"/>
                <a:gd name="GluePoint1X" fmla="*/ 420660 w 597083"/>
                <a:gd name="GluePoint1Y" fmla="*/ 304801 h 602376"/>
                <a:gd name="GluePoint2X" fmla="*/ 435488 w 597083"/>
                <a:gd name="GluePoint2Y" fmla="*/ 370123 h 602376"/>
                <a:gd name="GluePoint3X" fmla="*/ 370688 w 597083"/>
                <a:gd name="GluePoint3Y" fmla="*/ 434853 h 602376"/>
                <a:gd name="GluePoint4X" fmla="*/ 305295 w 597083"/>
                <a:gd name="GluePoint4Y" fmla="*/ 420041 h 602376"/>
                <a:gd name="GluePoint5X" fmla="*/ 420660 w 597083"/>
                <a:gd name="GluePoint5Y" fmla="*/ 304801 h 602376"/>
                <a:gd name="GluePoint6X" fmla="*/ 204256 w 597083"/>
                <a:gd name="GluePoint6Y" fmla="*/ 71668 h 602376"/>
                <a:gd name="GluePoint7X" fmla="*/ 69407 w 597083"/>
                <a:gd name="GluePoint7Y" fmla="*/ 201568 h 602376"/>
                <a:gd name="GluePoint8X" fmla="*/ 294155 w 597083"/>
                <a:gd name="GluePoint8Y" fmla="*/ 425967 h 602376"/>
                <a:gd name="GluePoint9X" fmla="*/ 377379 w 597083"/>
                <a:gd name="GluePoint9Y" fmla="*/ 445519 h 602376"/>
                <a:gd name="GluePoint10X" fmla="*/ 465053 w 597083"/>
                <a:gd name="GluePoint10Y" fmla="*/ 464330 h 602376"/>
                <a:gd name="GluePoint11X" fmla="*/ 446213 w 597083"/>
                <a:gd name="GluePoint11Y" fmla="*/ 376644 h 602376"/>
                <a:gd name="GluePoint12X" fmla="*/ 426482 w 597083"/>
                <a:gd name="GluePoint12Y" fmla="*/ 293550 h 602376"/>
                <a:gd name="GluePoint13X" fmla="*/ 141801 w 597083"/>
                <a:gd name="GluePoint13Y" fmla="*/ 720 h 602376"/>
                <a:gd name="GluePoint14X" fmla="*/ 147883 w 597083"/>
                <a:gd name="GluePoint14Y" fmla="*/ 1460 h 602376"/>
                <a:gd name="GluePoint15X" fmla="*/ 206481 w 597083"/>
                <a:gd name="GluePoint15Y" fmla="*/ 59967 h 602376"/>
                <a:gd name="GluePoint16X" fmla="*/ 314628 w 597083"/>
                <a:gd name="GluePoint16Y" fmla="*/ 38490 h 602376"/>
                <a:gd name="GluePoint17X" fmla="*/ 597083 w 597083"/>
                <a:gd name="GluePoint17Y" fmla="*/ 320359 h 602376"/>
                <a:gd name="GluePoint18X" fmla="*/ 314628 w 597083"/>
                <a:gd name="GluePoint18Y" fmla="*/ 602376 h 602376"/>
                <a:gd name="GluePoint19X" fmla="*/ 32171 w 597083"/>
                <a:gd name="GluePoint19Y" fmla="*/ 320359 h 602376"/>
                <a:gd name="GluePoint20X" fmla="*/ 57539 w 597083"/>
                <a:gd name="GluePoint20Y" fmla="*/ 203790 h 602376"/>
                <a:gd name="GluePoint21X" fmla="*/ 1463 w 597083"/>
                <a:gd name="GluePoint21Y" fmla="*/ 147653 h 602376"/>
                <a:gd name="GluePoint22X" fmla="*/ 722 w 597083"/>
                <a:gd name="GluePoint22Y" fmla="*/ 141580 h 602376"/>
                <a:gd name="GluePoint23X" fmla="*/ 141801 w 597083"/>
                <a:gd name="GluePoint23Y" fmla="*/ 720 h 602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597083" h="602376">
                  <a:moveTo>
                    <a:pt x="420660" y="304801"/>
                  </a:moveTo>
                  <a:lnTo>
                    <a:pt x="435488" y="370123"/>
                  </a:lnTo>
                  <a:cubicBezTo>
                    <a:pt x="407759" y="383899"/>
                    <a:pt x="384479" y="407154"/>
                    <a:pt x="370688" y="434853"/>
                  </a:cubicBezTo>
                  <a:lnTo>
                    <a:pt x="305295" y="420041"/>
                  </a:lnTo>
                  <a:cubicBezTo>
                    <a:pt x="328872" y="368790"/>
                    <a:pt x="369354" y="328353"/>
                    <a:pt x="420660" y="304801"/>
                  </a:cubicBezTo>
                  <a:close/>
                  <a:moveTo>
                    <a:pt x="204256" y="71668"/>
                  </a:moveTo>
                  <a:cubicBezTo>
                    <a:pt x="145361" y="97737"/>
                    <a:pt x="97742" y="143654"/>
                    <a:pt x="69407" y="201568"/>
                  </a:cubicBezTo>
                  <a:lnTo>
                    <a:pt x="294155" y="425967"/>
                  </a:lnTo>
                  <a:lnTo>
                    <a:pt x="377379" y="445519"/>
                  </a:lnTo>
                  <a:lnTo>
                    <a:pt x="465053" y="464330"/>
                  </a:lnTo>
                  <a:lnTo>
                    <a:pt x="446213" y="376644"/>
                  </a:lnTo>
                  <a:lnTo>
                    <a:pt x="426482" y="293550"/>
                  </a:lnTo>
                  <a:close/>
                  <a:moveTo>
                    <a:pt x="141801" y="720"/>
                  </a:moveTo>
                  <a:cubicBezTo>
                    <a:pt x="143730" y="-465"/>
                    <a:pt x="146251" y="-169"/>
                    <a:pt x="147883" y="1460"/>
                  </a:cubicBezTo>
                  <a:lnTo>
                    <a:pt x="206481" y="59967"/>
                  </a:lnTo>
                  <a:cubicBezTo>
                    <a:pt x="240898" y="45748"/>
                    <a:pt x="277243" y="38490"/>
                    <a:pt x="314628" y="38490"/>
                  </a:cubicBezTo>
                  <a:cubicBezTo>
                    <a:pt x="470394" y="38490"/>
                    <a:pt x="597083" y="164983"/>
                    <a:pt x="597083" y="320359"/>
                  </a:cubicBezTo>
                  <a:cubicBezTo>
                    <a:pt x="597083" y="475883"/>
                    <a:pt x="470394" y="602376"/>
                    <a:pt x="314628" y="602376"/>
                  </a:cubicBezTo>
                  <a:cubicBezTo>
                    <a:pt x="158861" y="602376"/>
                    <a:pt x="32171" y="475883"/>
                    <a:pt x="32171" y="320359"/>
                  </a:cubicBezTo>
                  <a:cubicBezTo>
                    <a:pt x="32171" y="279775"/>
                    <a:pt x="40776" y="240523"/>
                    <a:pt x="57539" y="203790"/>
                  </a:cubicBezTo>
                  <a:lnTo>
                    <a:pt x="1463" y="147653"/>
                  </a:lnTo>
                  <a:cubicBezTo>
                    <a:pt x="-169" y="146024"/>
                    <a:pt x="-465" y="143506"/>
                    <a:pt x="722" y="141580"/>
                  </a:cubicBezTo>
                  <a:cubicBezTo>
                    <a:pt x="36028" y="84703"/>
                    <a:pt x="84687" y="35972"/>
                    <a:pt x="141801" y="72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50000"/>
                </a:lnSpc>
              </a:pPr>
              <a:endParaRPr b="0" lang="en-US" sz="18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endParaRPr>
            </a:p>
          </p:txBody>
        </p:sp>
        <p:grpSp>
          <p:nvGrpSpPr>
            <p:cNvPr id="225" name="组合 29"/>
            <p:cNvGrpSpPr/>
            <p:nvPr/>
          </p:nvGrpSpPr>
          <p:grpSpPr>
            <a:xfrm>
              <a:off x="8445960" y="5433120"/>
              <a:ext cx="3288600" cy="711360"/>
              <a:chOff x="8445960" y="5433120"/>
              <a:chExt cx="3288600" cy="711360"/>
            </a:xfrm>
          </p:grpSpPr>
          <p:sp>
            <p:nvSpPr>
              <p:cNvPr id="226" name="文本框 46"/>
              <p:cNvSpPr/>
              <p:nvPr/>
            </p:nvSpPr>
            <p:spPr>
              <a:xfrm>
                <a:off x="8445960" y="5776560"/>
                <a:ext cx="32000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  <a:scene3d>
                  <a:camera prst="orthographicFront"/>
                  <a:lightRig dir="t" rig="threePt"/>
                </a:scene3d>
                <a:sp3d contourW="12700"/>
              </a:bodyPr>
              <a:p>
                <a:pPr defTabSz="4572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{{detailed_content[5]}}</a:t>
                </a:r>
                <a:endPara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文本框 9"/>
              <p:cNvSpPr/>
              <p:nvPr/>
            </p:nvSpPr>
            <p:spPr>
              <a:xfrm>
                <a:off x="8529480" y="5433120"/>
                <a:ext cx="3205080" cy="24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1219320">
                  <a:lnSpc>
                    <a:spcPct val="100000"/>
                  </a:lnSpc>
                </a:pPr>
                <a:r>
                  <a:rPr b="1" lang="en-US" sz="1600" strike="noStrike" u="none" cap="all">
                    <a:solidFill>
                      <a:srgbClr val="5e403b"/>
                    </a:solidFill>
                    <a:effectLst/>
                    <a:uFillTx/>
                    <a:latin typeface="隶书"/>
                    <a:ea typeface="隶书"/>
                  </a:rPr>
                  <a:t>{{content_points[5]}}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28" name="图片 40" descr="C:/Users/scc10/Desktop/新建文件夹/新建文件夹/667fdf960acc2fc4c26eab70c15a4eaede48ed13400e97-4JDMkl.png667fdf960acc2fc4c26eab70c15a4eaede48ed13400e97-4JDMkl"/>
          <p:cNvPicPr/>
          <p:nvPr/>
        </p:nvPicPr>
        <p:blipFill>
          <a:blip r:embed="rId1">
            <a:alphaModFix amt="80000"/>
          </a:blip>
          <a:srcRect l="0" t="4" r="0" b="4"/>
          <a:stretch/>
        </p:blipFill>
        <p:spPr>
          <a:xfrm>
            <a:off x="4079160" y="2176920"/>
            <a:ext cx="3599640" cy="35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0" name="文本框 18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9" dur="indefinite" restart="never" nodeType="tmRoot">
          <p:childTnLst>
            <p:seq>
              <p:cTn id="360" dur="indefinite" nodeType="mainSeq"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5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6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00"/>
                            </p:stCondLst>
                            <p:childTnLst>
                              <p:par>
                                <p:cTn id="36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0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1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1000"/>
                            </p:stCondLst>
                            <p:childTnLst>
                              <p:par>
                                <p:cTn id="37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6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1500"/>
                            </p:stCondLst>
                            <p:childTnLst>
                              <p:par>
                                <p:cTn id="37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1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2000"/>
                            </p:stCondLst>
                            <p:childTnLst>
                              <p:par>
                                <p:cTn id="38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5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6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1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3000"/>
                            </p:stCondLst>
                            <p:childTnLst>
                              <p:par>
                                <p:cTn id="39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6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9"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0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矩形 5"/>
          <p:cNvSpPr/>
          <p:nvPr/>
        </p:nvSpPr>
        <p:spPr>
          <a:xfrm>
            <a:off x="660240" y="2454120"/>
            <a:ext cx="3494160" cy="460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5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矩形 6"/>
          <p:cNvSpPr/>
          <p:nvPr/>
        </p:nvSpPr>
        <p:spPr>
          <a:xfrm>
            <a:off x="4476600" y="2454120"/>
            <a:ext cx="3523320" cy="460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5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4" name="文本框 7"/>
          <p:cNvSpPr/>
          <p:nvPr/>
        </p:nvSpPr>
        <p:spPr>
          <a:xfrm>
            <a:off x="660240" y="3203640"/>
            <a:ext cx="3494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文本框 8"/>
          <p:cNvSpPr/>
          <p:nvPr/>
        </p:nvSpPr>
        <p:spPr>
          <a:xfrm>
            <a:off x="4476600" y="3203640"/>
            <a:ext cx="35233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图片 2" descr="C:/Users/scc10/Desktop/新建文件夹/新建文件夹/03650784466b562f98190de7acdc07af5ff969f635da36-lsXRsr.png03650784466b562f98190de7acdc07af5ff969f635da36-lsXRsr"/>
          <p:cNvPicPr/>
          <p:nvPr/>
        </p:nvPicPr>
        <p:blipFill>
          <a:blip r:embed="rId1"/>
          <a:srcRect l="0" t="10" r="0" b="10"/>
          <a:stretch/>
        </p:blipFill>
        <p:spPr>
          <a:xfrm>
            <a:off x="8631720" y="1265400"/>
            <a:ext cx="2981520" cy="530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文本框 1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1" dur="indefinite" restart="never" nodeType="tmRoot">
          <p:childTnLst>
            <p:seq>
              <p:cTn id="402" dur="indefinite" nodeType="mainSeq"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after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407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0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1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1000"/>
                            </p:stCondLst>
                            <p:childTnLst>
                              <p:par>
                                <p:cTn id="41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5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6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9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2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4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5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6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8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2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Oval 28"/>
          <p:cNvSpPr/>
          <p:nvPr/>
        </p:nvSpPr>
        <p:spPr>
          <a:xfrm>
            <a:off x="5291280" y="2856240"/>
            <a:ext cx="1658880" cy="1658880"/>
          </a:xfrm>
          <a:prstGeom prst="ellipse">
            <a:avLst/>
          </a:prstGeom>
          <a:noFill/>
          <a:ln>
            <a:solidFill>
              <a:schemeClr val="dk1">
                <a:alpha val="1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239" name="Freeform 12"/>
          <p:cNvSpPr/>
          <p:nvPr/>
        </p:nvSpPr>
        <p:spPr>
          <a:xfrm>
            <a:off x="4532040" y="2114640"/>
            <a:ext cx="3162600" cy="3168360"/>
          </a:xfrm>
          <a:custGeom>
            <a:avLst/>
            <a:gdLst>
              <a:gd name="textAreaLeft" fmla="*/ 0 w 3162600"/>
              <a:gd name="textAreaRight" fmla="*/ 3162960 w 3162600"/>
              <a:gd name="textAreaTop" fmla="*/ 0 h 3168360"/>
              <a:gd name="textAreaBottom" fmla="*/ 3168720 h 3168360"/>
              <a:gd name="GluePoint1X" fmla="*/ 5 w 479"/>
              <a:gd name="GluePoint1Y" fmla="*/ 227 h 480"/>
              <a:gd name="GluePoint2X" fmla="*/ 160 w 479"/>
              <a:gd name="GluePoint2Y" fmla="*/ 461 h 480"/>
              <a:gd name="GluePoint3X" fmla="*/ 156 w 479"/>
              <a:gd name="GluePoint3Y" fmla="*/ 480 h 480"/>
              <a:gd name="GluePoint4X" fmla="*/ 242 w 479"/>
              <a:gd name="GluePoint4Y" fmla="*/ 450 h 480"/>
              <a:gd name="GluePoint5X" fmla="*/ 173 w 479"/>
              <a:gd name="GluePoint5Y" fmla="*/ 391 h 480"/>
              <a:gd name="GluePoint6X" fmla="*/ 169 w 479"/>
              <a:gd name="GluePoint6Y" fmla="*/ 410 h 480"/>
              <a:gd name="GluePoint7X" fmla="*/ 56 w 479"/>
              <a:gd name="GluePoint7Y" fmla="*/ 224 h 480"/>
              <a:gd name="GluePoint8X" fmla="*/ 236 w 479"/>
              <a:gd name="GluePoint8Y" fmla="*/ 52 h 480"/>
              <a:gd name="GluePoint9X" fmla="*/ 427 w 479"/>
              <a:gd name="GluePoint9Y" fmla="*/ 216 h 480"/>
              <a:gd name="GluePoint10X" fmla="*/ 452 w 479"/>
              <a:gd name="GluePoint10Y" fmla="*/ 238 h 480"/>
              <a:gd name="GluePoint11X" fmla="*/ 453 w 479"/>
              <a:gd name="GluePoint11Y" fmla="*/ 238 h 480"/>
              <a:gd name="GluePoint12X" fmla="*/ 478 w 479"/>
              <a:gd name="GluePoint12Y" fmla="*/ 210 h 480"/>
              <a:gd name="GluePoint13X" fmla="*/ 240 w 479"/>
              <a:gd name="GluePoint13Y" fmla="*/ 1 h 480"/>
              <a:gd name="GluePoint14X" fmla="*/ 5 w 479"/>
              <a:gd name="GluePoint14Y" fmla="*/ 227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479" h="480">
                <a:moveTo>
                  <a:pt x="5" y="227"/>
                </a:moveTo>
                <a:cubicBezTo>
                  <a:pt x="0" y="331"/>
                  <a:pt x="63" y="425"/>
                  <a:pt x="160" y="461"/>
                </a:cubicBezTo>
                <a:cubicBezTo>
                  <a:pt x="156" y="480"/>
                  <a:pt x="156" y="480"/>
                  <a:pt x="156" y="480"/>
                </a:cubicBezTo>
                <a:cubicBezTo>
                  <a:pt x="242" y="450"/>
                  <a:pt x="242" y="450"/>
                  <a:pt x="242" y="450"/>
                </a:cubicBezTo>
                <a:cubicBezTo>
                  <a:pt x="173" y="391"/>
                  <a:pt x="173" y="391"/>
                  <a:pt x="173" y="391"/>
                </a:cubicBezTo>
                <a:cubicBezTo>
                  <a:pt x="169" y="410"/>
                  <a:pt x="169" y="410"/>
                  <a:pt x="169" y="410"/>
                </a:cubicBezTo>
                <a:cubicBezTo>
                  <a:pt x="97" y="379"/>
                  <a:pt x="50" y="305"/>
                  <a:pt x="56" y="224"/>
                </a:cubicBezTo>
                <a:cubicBezTo>
                  <a:pt x="64" y="130"/>
                  <a:pt x="142" y="55"/>
                  <a:pt x="236" y="52"/>
                </a:cubicBezTo>
                <a:cubicBezTo>
                  <a:pt x="334" y="49"/>
                  <a:pt x="416" y="122"/>
                  <a:pt x="427" y="216"/>
                </a:cubicBezTo>
                <a:cubicBezTo>
                  <a:pt x="429" y="229"/>
                  <a:pt x="439" y="238"/>
                  <a:pt x="452" y="238"/>
                </a:cubicBezTo>
                <a:cubicBezTo>
                  <a:pt x="453" y="238"/>
                  <a:pt x="453" y="238"/>
                  <a:pt x="453" y="238"/>
                </a:cubicBezTo>
                <a:cubicBezTo>
                  <a:pt x="468" y="238"/>
                  <a:pt x="479" y="225"/>
                  <a:pt x="478" y="210"/>
                </a:cubicBezTo>
                <a:cubicBezTo>
                  <a:pt x="463" y="92"/>
                  <a:pt x="362" y="0"/>
                  <a:pt x="240" y="1"/>
                </a:cubicBezTo>
                <a:cubicBezTo>
                  <a:pt x="116" y="2"/>
                  <a:pt x="11" y="102"/>
                  <a:pt x="5" y="227"/>
                </a:cubicBezTo>
                <a:close/>
              </a:path>
            </a:pathLst>
          </a:custGeom>
          <a:solidFill>
            <a:srgbClr val="855c57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240" name="Freeform 11"/>
          <p:cNvSpPr/>
          <p:nvPr/>
        </p:nvSpPr>
        <p:spPr>
          <a:xfrm>
            <a:off x="5160600" y="2682360"/>
            <a:ext cx="1980360" cy="2013840"/>
          </a:xfrm>
          <a:custGeom>
            <a:avLst/>
            <a:gdLst>
              <a:gd name="textAreaLeft" fmla="*/ 0 w 1980360"/>
              <a:gd name="textAreaRight" fmla="*/ 1980720 w 1980360"/>
              <a:gd name="textAreaTop" fmla="*/ 0 h 2013840"/>
              <a:gd name="textAreaBottom" fmla="*/ 2014200 h 2013840"/>
              <a:gd name="GluePoint1X" fmla="*/ 147 w 300"/>
              <a:gd name="GluePoint1Y" fmla="*/ 276 h 305"/>
              <a:gd name="GluePoint2X" fmla="*/ 147 w 300"/>
              <a:gd name="GluePoint2Y" fmla="*/ 277 h 305"/>
              <a:gd name="GluePoint3X" fmla="*/ 177 w 300"/>
              <a:gd name="GluePoint3Y" fmla="*/ 302 h 305"/>
              <a:gd name="GluePoint4X" fmla="*/ 300 w 300"/>
              <a:gd name="GluePoint4Y" fmla="*/ 152 h 305"/>
              <a:gd name="GluePoint5X" fmla="*/ 147 w 300"/>
              <a:gd name="GluePoint5Y" fmla="*/ 0 h 305"/>
              <a:gd name="GluePoint6X" fmla="*/ 19 w 300"/>
              <a:gd name="GluePoint6Y" fmla="*/ 69 h 305"/>
              <a:gd name="GluePoint7X" fmla="*/ 0 w 300"/>
              <a:gd name="GluePoint7Y" fmla="*/ 63 h 305"/>
              <a:gd name="GluePoint8X" fmla="*/ 20 w 300"/>
              <a:gd name="GluePoint8Y" fmla="*/ 152 h 305"/>
              <a:gd name="GluePoint9X" fmla="*/ 87 w 300"/>
              <a:gd name="GluePoint9Y" fmla="*/ 90 h 305"/>
              <a:gd name="GluePoint10X" fmla="*/ 71 w 300"/>
              <a:gd name="GluePoint10Y" fmla="*/ 85 h 305"/>
              <a:gd name="GluePoint11X" fmla="*/ 147 w 300"/>
              <a:gd name="GluePoint11Y" fmla="*/ 51 h 305"/>
              <a:gd name="GluePoint12X" fmla="*/ 249 w 300"/>
              <a:gd name="GluePoint12Y" fmla="*/ 152 h 305"/>
              <a:gd name="GluePoint13X" fmla="*/ 168 w 300"/>
              <a:gd name="GluePoint13Y" fmla="*/ 252 h 305"/>
              <a:gd name="GluePoint14X" fmla="*/ 147 w 300"/>
              <a:gd name="GluePoint14Y" fmla="*/ 276 h 30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300" h="305">
                <a:moveTo>
                  <a:pt x="147" y="276"/>
                </a:moveTo>
                <a:cubicBezTo>
                  <a:pt x="147" y="277"/>
                  <a:pt x="147" y="277"/>
                  <a:pt x="147" y="277"/>
                </a:cubicBezTo>
                <a:cubicBezTo>
                  <a:pt x="147" y="293"/>
                  <a:pt x="161" y="305"/>
                  <a:pt x="177" y="302"/>
                </a:cubicBezTo>
                <a:cubicBezTo>
                  <a:pt x="247" y="288"/>
                  <a:pt x="300" y="226"/>
                  <a:pt x="300" y="152"/>
                </a:cubicBezTo>
                <a:cubicBezTo>
                  <a:pt x="300" y="68"/>
                  <a:pt x="231" y="0"/>
                  <a:pt x="147" y="0"/>
                </a:cubicBezTo>
                <a:cubicBezTo>
                  <a:pt x="96" y="0"/>
                  <a:pt x="47" y="26"/>
                  <a:pt x="19" y="69"/>
                </a:cubicBezTo>
                <a:cubicBezTo>
                  <a:pt x="0" y="63"/>
                  <a:pt x="0" y="63"/>
                  <a:pt x="0" y="63"/>
                </a:cubicBezTo>
                <a:cubicBezTo>
                  <a:pt x="20" y="152"/>
                  <a:pt x="20" y="152"/>
                  <a:pt x="20" y="152"/>
                </a:cubicBezTo>
                <a:cubicBezTo>
                  <a:pt x="87" y="90"/>
                  <a:pt x="87" y="90"/>
                  <a:pt x="87" y="90"/>
                </a:cubicBezTo>
                <a:cubicBezTo>
                  <a:pt x="71" y="85"/>
                  <a:pt x="71" y="85"/>
                  <a:pt x="71" y="85"/>
                </a:cubicBezTo>
                <a:cubicBezTo>
                  <a:pt x="90" y="63"/>
                  <a:pt x="118" y="51"/>
                  <a:pt x="147" y="51"/>
                </a:cubicBezTo>
                <a:cubicBezTo>
                  <a:pt x="203" y="51"/>
                  <a:pt x="249" y="96"/>
                  <a:pt x="249" y="152"/>
                </a:cubicBezTo>
                <a:cubicBezTo>
                  <a:pt x="249" y="201"/>
                  <a:pt x="214" y="242"/>
                  <a:pt x="168" y="252"/>
                </a:cubicBezTo>
                <a:cubicBezTo>
                  <a:pt x="156" y="254"/>
                  <a:pt x="147" y="264"/>
                  <a:pt x="147" y="276"/>
                </a:cubicBezTo>
                <a:close/>
              </a:path>
            </a:pathLst>
          </a:custGeom>
          <a:solidFill>
            <a:srgbClr val="a98b7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241" name="Oval 26"/>
          <p:cNvSpPr/>
          <p:nvPr/>
        </p:nvSpPr>
        <p:spPr>
          <a:xfrm>
            <a:off x="4124160" y="1705680"/>
            <a:ext cx="3961800" cy="3961800"/>
          </a:xfrm>
          <a:prstGeom prst="ellipse">
            <a:avLst/>
          </a:prstGeom>
          <a:noFill/>
          <a:ln>
            <a:solidFill>
              <a:schemeClr val="dk1">
                <a:alpha val="3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242" name="Oval 27"/>
          <p:cNvSpPr/>
          <p:nvPr/>
        </p:nvSpPr>
        <p:spPr>
          <a:xfrm>
            <a:off x="4727520" y="2292840"/>
            <a:ext cx="2786760" cy="2786760"/>
          </a:xfrm>
          <a:prstGeom prst="ellipse">
            <a:avLst/>
          </a:prstGeom>
          <a:noFill/>
          <a:ln>
            <a:solidFill>
              <a:schemeClr val="dk1">
                <a:alpha val="1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243" name="文本框 24"/>
          <p:cNvSpPr/>
          <p:nvPr/>
        </p:nvSpPr>
        <p:spPr>
          <a:xfrm>
            <a:off x="777960" y="2961000"/>
            <a:ext cx="27536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375560">
              <a:lnSpc>
                <a:spcPct val="100000"/>
              </a:lnSpc>
            </a:pPr>
            <a:r>
              <a:rPr b="1" lang="en-US" sz="16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直接连接符 25"/>
          <p:cNvCxnSpPr/>
          <p:nvPr/>
        </p:nvCxnSpPr>
        <p:spPr>
          <a:xfrm>
            <a:off x="777600" y="3347640"/>
            <a:ext cx="1302120" cy="360"/>
          </a:xfrm>
          <a:prstGeom prst="straightConnector1">
            <a:avLst/>
          </a:prstGeom>
          <a:ln>
            <a:solidFill>
              <a:srgbClr val="563b31"/>
            </a:solidFill>
            <a:round/>
          </a:ln>
        </p:spPr>
      </p:cxnSp>
      <p:sp>
        <p:nvSpPr>
          <p:cNvPr id="245" name="文本框 27"/>
          <p:cNvSpPr/>
          <p:nvPr/>
        </p:nvSpPr>
        <p:spPr>
          <a:xfrm>
            <a:off x="729000" y="3589560"/>
            <a:ext cx="2714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椭圆 29"/>
          <p:cNvSpPr/>
          <p:nvPr/>
        </p:nvSpPr>
        <p:spPr>
          <a:xfrm>
            <a:off x="647640" y="3742560"/>
            <a:ext cx="81720" cy="81720"/>
          </a:xfrm>
          <a:prstGeom prst="ellipse">
            <a:avLst/>
          </a:prstGeom>
          <a:solidFill>
            <a:srgbClr val="855c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2960" bIns="129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5e403b"/>
              </a:solidFill>
              <a:effectLst/>
              <a:uFillTx/>
              <a:latin typeface="隶书"/>
              <a:ea typeface="隶书"/>
            </a:endParaRPr>
          </a:p>
        </p:txBody>
      </p:sp>
      <p:sp>
        <p:nvSpPr>
          <p:cNvPr id="247" name="文本框 31"/>
          <p:cNvSpPr/>
          <p:nvPr/>
        </p:nvSpPr>
        <p:spPr>
          <a:xfrm>
            <a:off x="9092520" y="2977560"/>
            <a:ext cx="27054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375560">
              <a:lnSpc>
                <a:spcPct val="100000"/>
              </a:lnSpc>
            </a:pPr>
            <a:r>
              <a:rPr b="1" lang="en-US" sz="16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8" name="直接连接符 32"/>
          <p:cNvCxnSpPr/>
          <p:nvPr/>
        </p:nvCxnSpPr>
        <p:spPr>
          <a:xfrm>
            <a:off x="9092520" y="3347640"/>
            <a:ext cx="1302120" cy="360"/>
          </a:xfrm>
          <a:prstGeom prst="straightConnector1">
            <a:avLst/>
          </a:prstGeom>
          <a:ln>
            <a:solidFill>
              <a:srgbClr val="563b31"/>
            </a:solidFill>
            <a:round/>
          </a:ln>
        </p:spPr>
      </p:cxnSp>
      <p:sp>
        <p:nvSpPr>
          <p:cNvPr id="249" name="文本框 34"/>
          <p:cNvSpPr/>
          <p:nvPr/>
        </p:nvSpPr>
        <p:spPr>
          <a:xfrm>
            <a:off x="9012600" y="3589560"/>
            <a:ext cx="2714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隶书"/>
                <a:ea typeface="隶书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椭圆 36"/>
          <p:cNvSpPr/>
          <p:nvPr/>
        </p:nvSpPr>
        <p:spPr>
          <a:xfrm>
            <a:off x="8931240" y="3742560"/>
            <a:ext cx="81720" cy="81720"/>
          </a:xfrm>
          <a:prstGeom prst="ellipse">
            <a:avLst/>
          </a:prstGeom>
          <a:solidFill>
            <a:srgbClr val="a98b7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2960" bIns="129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5e403b"/>
              </a:solidFill>
              <a:effectLst/>
              <a:uFillTx/>
              <a:latin typeface="隶书"/>
              <a:ea typeface="隶书"/>
            </a:endParaRPr>
          </a:p>
        </p:txBody>
      </p:sp>
      <p:sp>
        <p:nvSpPr>
          <p:cNvPr id="251" name="Freeform 13"/>
          <p:cNvSpPr/>
          <p:nvPr/>
        </p:nvSpPr>
        <p:spPr>
          <a:xfrm>
            <a:off x="4006080" y="1560960"/>
            <a:ext cx="4317120" cy="4250160"/>
          </a:xfrm>
          <a:custGeom>
            <a:avLst/>
            <a:gdLst>
              <a:gd name="textAreaLeft" fmla="*/ 0 w 4317120"/>
              <a:gd name="textAreaRight" fmla="*/ 4317480 w 4317120"/>
              <a:gd name="textAreaTop" fmla="*/ 0 h 4250160"/>
              <a:gd name="textAreaBottom" fmla="*/ 4250520 h 4250160"/>
              <a:gd name="GluePoint1X" fmla="*/ 654 w 654"/>
              <a:gd name="GluePoint1Y" fmla="*/ 406 h 644"/>
              <a:gd name="GluePoint2X" fmla="*/ 619 w 654"/>
              <a:gd name="GluePoint2Y" fmla="*/ 322 h 644"/>
              <a:gd name="GluePoint3X" fmla="*/ 563 w 654"/>
              <a:gd name="GluePoint3Y" fmla="*/ 395 h 644"/>
              <a:gd name="GluePoint4X" fmla="*/ 583 w 654"/>
              <a:gd name="GluePoint4Y" fmla="*/ 397 h 644"/>
              <a:gd name="GluePoint5X" fmla="*/ 322 w 654"/>
              <a:gd name="GluePoint5Y" fmla="*/ 593 h 644"/>
              <a:gd name="GluePoint6X" fmla="*/ 51 w 654"/>
              <a:gd name="GluePoint6Y" fmla="*/ 322 h 644"/>
              <a:gd name="GluePoint7X" fmla="*/ 299 w 654"/>
              <a:gd name="GluePoint7Y" fmla="*/ 52 h 644"/>
              <a:gd name="GluePoint8X" fmla="*/ 322 w 654"/>
              <a:gd name="GluePoint8Y" fmla="*/ 27 h 644"/>
              <a:gd name="GluePoint9X" fmla="*/ 322 w 654"/>
              <a:gd name="GluePoint9Y" fmla="*/ 27 h 644"/>
              <a:gd name="GluePoint10X" fmla="*/ 295 w 654"/>
              <a:gd name="GluePoint10Y" fmla="*/ 2 h 644"/>
              <a:gd name="GluePoint11X" fmla="*/ 0 w 654"/>
              <a:gd name="GluePoint11Y" fmla="*/ 322 h 644"/>
              <a:gd name="GluePoint12X" fmla="*/ 322 w 654"/>
              <a:gd name="GluePoint12Y" fmla="*/ 644 h 644"/>
              <a:gd name="GluePoint13X" fmla="*/ 525 w 654"/>
              <a:gd name="GluePoint13Y" fmla="*/ 572 h 644"/>
              <a:gd name="GluePoint14X" fmla="*/ 633 w 654"/>
              <a:gd name="GluePoint14Y" fmla="*/ 404 h 644"/>
              <a:gd name="GluePoint15X" fmla="*/ 654 w 654"/>
              <a:gd name="GluePoint15Y" fmla="*/ 406 h 6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654" h="644">
                <a:moveTo>
                  <a:pt x="654" y="406"/>
                </a:moveTo>
                <a:cubicBezTo>
                  <a:pt x="619" y="322"/>
                  <a:pt x="619" y="322"/>
                  <a:pt x="619" y="322"/>
                </a:cubicBezTo>
                <a:cubicBezTo>
                  <a:pt x="563" y="395"/>
                  <a:pt x="563" y="395"/>
                  <a:pt x="563" y="395"/>
                </a:cubicBezTo>
                <a:cubicBezTo>
                  <a:pt x="583" y="397"/>
                  <a:pt x="583" y="397"/>
                  <a:pt x="583" y="397"/>
                </a:cubicBezTo>
                <a:cubicBezTo>
                  <a:pt x="550" y="512"/>
                  <a:pt x="443" y="593"/>
                  <a:pt x="322" y="593"/>
                </a:cubicBezTo>
                <a:cubicBezTo>
                  <a:pt x="173" y="593"/>
                  <a:pt x="51" y="472"/>
                  <a:pt x="51" y="322"/>
                </a:cubicBezTo>
                <a:cubicBezTo>
                  <a:pt x="51" y="181"/>
                  <a:pt x="161" y="64"/>
                  <a:pt x="299" y="52"/>
                </a:cubicBezTo>
                <a:cubicBezTo>
                  <a:pt x="312" y="51"/>
                  <a:pt x="322" y="40"/>
                  <a:pt x="322" y="27"/>
                </a:cubicBezTo>
                <a:cubicBezTo>
                  <a:pt x="322" y="27"/>
                  <a:pt x="322" y="27"/>
                  <a:pt x="322" y="27"/>
                </a:cubicBezTo>
                <a:cubicBezTo>
                  <a:pt x="322" y="12"/>
                  <a:pt x="310" y="0"/>
                  <a:pt x="295" y="2"/>
                </a:cubicBezTo>
                <a:cubicBezTo>
                  <a:pt x="130" y="15"/>
                  <a:pt x="0" y="154"/>
                  <a:pt x="0" y="322"/>
                </a:cubicBezTo>
                <a:cubicBezTo>
                  <a:pt x="0" y="500"/>
                  <a:pt x="145" y="644"/>
                  <a:pt x="322" y="644"/>
                </a:cubicBezTo>
                <a:cubicBezTo>
                  <a:pt x="396" y="644"/>
                  <a:pt x="468" y="618"/>
                  <a:pt x="525" y="572"/>
                </a:cubicBezTo>
                <a:cubicBezTo>
                  <a:pt x="578" y="529"/>
                  <a:pt x="616" y="470"/>
                  <a:pt x="633" y="404"/>
                </a:cubicBezTo>
                <a:lnTo>
                  <a:pt x="654" y="406"/>
                </a:lnTo>
                <a:close/>
              </a:path>
            </a:pathLst>
          </a:custGeom>
          <a:solidFill>
            <a:srgbClr val="563b3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60240" y="50688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53" name="图片 1" descr="C:/Users/scc10/Desktop/新建文件夹/新建文件夹/b8ce7669b85ce6df4b968b6dd3a49ae37dd9e04adc542-y4PJ9m_fw1200.pngb8ce7669b85ce6df4b968b6dd3a49ae37dd9e04adc542-y4PJ9m_fw1200"/>
          <p:cNvPicPr/>
          <p:nvPr/>
        </p:nvPicPr>
        <p:blipFill>
          <a:blip r:embed="rId1"/>
          <a:srcRect l="0" t="11" r="0" b="11"/>
          <a:stretch/>
        </p:blipFill>
        <p:spPr>
          <a:xfrm>
            <a:off x="8525520" y="97920"/>
            <a:ext cx="3272400" cy="28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文本框 2"/>
          <p:cNvSpPr/>
          <p:nvPr/>
        </p:nvSpPr>
        <p:spPr>
          <a:xfrm>
            <a:off x="808920" y="1024200"/>
            <a:ext cx="105058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0" dur="indefinite" restart="never" nodeType="tmRoot">
          <p:childTnLst>
            <p:seq>
              <p:cTn id="431" dur="indefinite" nodeType="mainSeq"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after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436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000"/>
                            </p:stCondLst>
                            <p:childTnLst>
                              <p:par>
                                <p:cTn id="438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4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3"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4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60240" y="2308680"/>
            <a:ext cx="8102160" cy="83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zh-CN" sz="6000" strike="noStrike" u="none">
                <a:solidFill>
                  <a:srgbClr val="a98b7f"/>
                </a:solidFill>
                <a:effectLst/>
                <a:uFillTx/>
                <a:latin typeface="隶书"/>
                <a:ea typeface="隶书"/>
              </a:rPr>
              <a:t>谢谢聆听</a:t>
            </a:r>
            <a:endParaRPr b="0" lang="en-US" sz="6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660240" y="5512680"/>
            <a:ext cx="3657240" cy="41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{{author}}</a:t>
            </a:r>
            <a:endParaRPr b="0" lang="en-US" sz="1200" strike="noStrike" u="none">
              <a:solidFill>
                <a:srgbClr val="5e403b"/>
              </a:solidFill>
              <a:effectLst/>
              <a:uFillTx/>
              <a:latin typeface="Arial"/>
            </a:endParaRPr>
          </a:p>
        </p:txBody>
      </p:sp>
      <p:sp>
        <p:nvSpPr>
          <p:cNvPr id="257" name="文本占位符 4" descr="dca85522-c1a6-4438-8da0-2269d539b86d"/>
          <p:cNvSpPr/>
          <p:nvPr/>
        </p:nvSpPr>
        <p:spPr>
          <a:xfrm>
            <a:off x="660240" y="5859000"/>
            <a:ext cx="365724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e403b"/>
                </a:solidFill>
                <a:effectLst/>
                <a:uFillTx/>
                <a:latin typeface="Arial"/>
                <a:ea typeface="隶书"/>
              </a:rPr>
              <a:t>{{contact_info}}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5" dur="indefinite" restart="never" nodeType="tmRoot">
          <p:childTnLst>
            <p:seq>
              <p:cTn id="446" dur="indefinite" nodeType="mainSeq"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1" dur="500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2" dur="500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5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6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行云流水">
  <a:themeElements>
    <a:clrScheme name="自定义 2">
      <a:dk1>
        <a:srgbClr val="5e403b"/>
      </a:dk1>
      <a:lt1>
        <a:srgbClr val="ffffff"/>
      </a:lt1>
      <a:dk2>
        <a:srgbClr val="563b3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855c57"/>
      </a:hlink>
      <a:folHlink>
        <a:srgbClr val="a98b7f"/>
      </a:folHlink>
    </a:clrScheme>
    <a:fontScheme name="自定义1">
      <a:majorFont>
        <a:latin typeface="Arial" pitchFamily="0" charset="1"/>
        <a:ea typeface="隶书" pitchFamily="0" charset="1"/>
        <a:cs typeface=""/>
      </a:majorFont>
      <a:minorFont>
        <a:latin typeface="Arial" pitchFamily="0" charset="1"/>
        <a:ea typeface="隶书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90000"/>
              </a:schemeClr>
            </a:gs>
            <a:gs pos="50000">
              <a:schemeClr val="phClr">
                <a:tint val="45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100000"/>
                <a:shade val="90000"/>
              </a:schemeClr>
            </a:gs>
            <a:gs pos="50000">
              <a:schemeClr val="phClr">
                <a:tint val="100000"/>
                <a:shade val="60000"/>
              </a:schemeClr>
            </a:gs>
            <a:gs pos="100000">
              <a:schemeClr val="phClr">
                <a:tint val="100000"/>
                <a:shade val="9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80000"/>
              </a:schemeClr>
            </a:gs>
            <a:gs pos="72000">
              <a:schemeClr val="phClr">
                <a:tint val="100000"/>
                <a:shade val="100000"/>
              </a:schemeClr>
            </a:gs>
            <a:gs pos="81000">
              <a:schemeClr val="phClr">
                <a:tint val="98000"/>
                <a:shade val="10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1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Manager>iSlide</Manager>
  <TotalTime>2</TotalTime>
  <Application>LibreOffice/25.2.4.2$Windows_X86_64 LibreOffice_project/508ff62361999404a9d3590fe47df713b5888744</Application>
  <AppVersion>15.0000</AppVersion>
  <Words>1994</Words>
  <Paragraphs>216</Paragraphs>
  <Company>iSlide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2023-12-14T16:00:00Z</dcterms:created>
  <dc:creator>iSlide</dc:creator>
  <dc:description/>
  <dc:language>zh-CN</dc:language>
  <cp:lastModifiedBy/>
  <cp:lastPrinted>2023-12-14T16:00:00Z</cp:lastPrinted>
  <dcterms:modified xsi:type="dcterms:W3CDTF">2025-08-22T15:33:24Z</dcterms:modified>
  <cp:revision>49</cp:revision>
  <dc:subject/>
  <dc:title>Presentation Title Goes Here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14</vt:i4>
  </property>
  <property fmtid="{D5CDD505-2E9C-101B-9397-08002B2CF9AE}" pid="3" name="ICV">
    <vt:lpwstr>20DB2255D0E44D5B8BED1165F9125C69_13</vt:lpwstr>
  </property>
  <property fmtid="{D5CDD505-2E9C-101B-9397-08002B2CF9AE}" pid="4" name="KSOProductBuildVer">
    <vt:lpwstr>2052-12.1.0.21915</vt:lpwstr>
  </property>
  <property fmtid="{D5CDD505-2E9C-101B-9397-08002B2CF9AE}" pid="5" name="Notes">
    <vt:i4>14</vt:i4>
  </property>
  <property fmtid="{D5CDD505-2E9C-101B-9397-08002B2CF9AE}" pid="6" name="PresentationFormat">
    <vt:lpwstr>宽屏</vt:lpwstr>
  </property>
  <property fmtid="{D5CDD505-2E9C-101B-9397-08002B2CF9AE}" pid="7" name="Slides">
    <vt:i4>16</vt:i4>
  </property>
  <property fmtid="{D5CDD505-2E9C-101B-9397-08002B2CF9AE}" pid="8" name="iSlide.THEME">
    <vt:lpwstr>66cb17a2-dcef-4858-8412-beb9a6fbc46c</vt:lpwstr>
  </property>
</Properties>
</file>