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6.xml" ContentType="application/vnd.openxmlformats-officedocument.theme+xml"/>
  <Override PartName="/ppt/theme/theme60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</p:sldMasterIdLst>
  <p:notesMasterIdLst>
    <p:notesMasterId r:id="rId74"/>
  </p:notesMasterIdLst>
  <p:sldIdLst>
    <p:sldId id="290" r:id="rId61"/>
    <p:sldId id="257" r:id="rId62"/>
    <p:sldId id="292" r:id="rId63"/>
    <p:sldId id="260" r:id="rId64"/>
    <p:sldId id="294" r:id="rId65"/>
    <p:sldId id="295" r:id="rId66"/>
    <p:sldId id="297" r:id="rId67"/>
    <p:sldId id="296" r:id="rId68"/>
    <p:sldId id="298" r:id="rId69"/>
    <p:sldId id="299" r:id="rId70"/>
    <p:sldId id="300" r:id="rId71"/>
    <p:sldId id="301" r:id="rId72"/>
    <p:sldId id="302" r:id="rId73"/>
  </p:sldIdLst>
  <p:sldSz cx="12192000" cy="6858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clrMru>
    <a:srgbClr val="FFFFFF"/>
    <a:srgbClr val="172B84"/>
    <a:srgbClr val="BED6FE"/>
    <a:srgbClr val="4E61EB"/>
    <a:srgbClr val="C0D8FD"/>
    <a:srgbClr val="96A3CD"/>
    <a:srgbClr val="485EE7"/>
    <a:srgbClr val="F5F5F7"/>
    <a:srgbClr val="F7F7F7"/>
    <a:srgbClr val="F6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notesMaster" Target="notesMasters/notesMaster1.xml"/><Relationship Id="rId73" Type="http://schemas.openxmlformats.org/officeDocument/2006/relationships/slide" Target="slides/slide13.xml"/><Relationship Id="rId72" Type="http://schemas.openxmlformats.org/officeDocument/2006/relationships/slide" Target="slides/slide12.xml"/><Relationship Id="rId71" Type="http://schemas.openxmlformats.org/officeDocument/2006/relationships/slide" Target="slides/slide11.xml"/><Relationship Id="rId70" Type="http://schemas.openxmlformats.org/officeDocument/2006/relationships/slide" Target="slides/slide10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9.xml"/><Relationship Id="rId68" Type="http://schemas.openxmlformats.org/officeDocument/2006/relationships/slide" Target="slides/slide8.xml"/><Relationship Id="rId67" Type="http://schemas.openxmlformats.org/officeDocument/2006/relationships/slide" Target="slides/slide7.xml"/><Relationship Id="rId66" Type="http://schemas.openxmlformats.org/officeDocument/2006/relationships/slide" Target="slides/slide6.xml"/><Relationship Id="rId65" Type="http://schemas.openxmlformats.org/officeDocument/2006/relationships/slide" Target="slides/slide5.xml"/><Relationship Id="rId64" Type="http://schemas.openxmlformats.org/officeDocument/2006/relationships/slide" Target="slides/slide4.xml"/><Relationship Id="rId63" Type="http://schemas.openxmlformats.org/officeDocument/2006/relationships/slide" Target="slides/slide3.xml"/><Relationship Id="rId62" Type="http://schemas.openxmlformats.org/officeDocument/2006/relationships/slide" Target="slides/slide2.xml"/><Relationship Id="rId61" Type="http://schemas.openxmlformats.org/officeDocument/2006/relationships/slide" Target="slides/slide1.xml"/><Relationship Id="rId60" Type="http://schemas.openxmlformats.org/officeDocument/2006/relationships/slideMaster" Target="slideMasters/slideMaster59.xml"/><Relationship Id="rId6" Type="http://schemas.openxmlformats.org/officeDocument/2006/relationships/slideMaster" Target="slideMasters/slideMaster5.xml"/><Relationship Id="rId59" Type="http://schemas.openxmlformats.org/officeDocument/2006/relationships/slideMaster" Target="slideMasters/slideMaster58.xml"/><Relationship Id="rId58" Type="http://schemas.openxmlformats.org/officeDocument/2006/relationships/slideMaster" Target="slideMasters/slideMaster57.xml"/><Relationship Id="rId57" Type="http://schemas.openxmlformats.org/officeDocument/2006/relationships/slideMaster" Target="slideMasters/slideMaster56.xml"/><Relationship Id="rId56" Type="http://schemas.openxmlformats.org/officeDocument/2006/relationships/slideMaster" Target="slideMasters/slideMaster55.xml"/><Relationship Id="rId55" Type="http://schemas.openxmlformats.org/officeDocument/2006/relationships/slideMaster" Target="slideMasters/slideMaster54.xml"/><Relationship Id="rId54" Type="http://schemas.openxmlformats.org/officeDocument/2006/relationships/slideMaster" Target="slideMasters/slideMaster53.xml"/><Relationship Id="rId53" Type="http://schemas.openxmlformats.org/officeDocument/2006/relationships/slideMaster" Target="slideMasters/slideMaster52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611028" cy="627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720185" y="0"/>
            <a:ext cx="3611028" cy="627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16306" y="1562610"/>
            <a:ext cx="7500529" cy="42190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833314" y="6016049"/>
            <a:ext cx="6666513" cy="492222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1873668"/>
            <a:ext cx="3611028" cy="627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720185" y="11873668"/>
            <a:ext cx="3611028" cy="627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9679CD-C9F8-4279-A3FD-AAF3A86A1795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默认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8E87445-3966-43F4-BFEB-E8306EBD664E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默认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66864D7-E296-4463-A3F3-D36C02AB20D9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C370510-EC8E-4BC2-B04F-EDCDC944BC7C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默认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74001D1-E7FD-448D-9C61-C1A2F73107DF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默认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5E9AF15-216D-4DAE-AC05-05BB608830B9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默认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E3B7377-9124-4E44-9187-ED5C3EA17F9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默认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05938F4-C0F9-4099-B54B-E2405C14245A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默认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4BBA15D-2AAF-4E1C-BD48-94282ABEBCBE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默认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ED243EA-FE17-4857-B5CF-7825717E7E3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默认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E8E260B-3FA9-449E-B7C6-DB3BF51EC67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默认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默认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3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4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6.xml"/></Relationships>
</file>

<file path=ppt/slideMasters/_rels/slideMaster37.xml.rels><?xml version="1.0" encoding="UTF-8" standalone="yes"?>
<Relationships xmlns="http://schemas.openxmlformats.org/package/2006/relationships"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37.xml"/></Relationships>
</file>

<file path=ppt/slideMasters/_rels/slideMaster38.xml.rels><?xml version="1.0" encoding="UTF-8" standalone="yes"?>
<Relationships xmlns="http://schemas.openxmlformats.org/package/2006/relationships"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38.xml"/></Relationships>
</file>

<file path=ppt/slideMasters/_rels/slideMaster39.xml.rels><?xml version="1.0" encoding="UTF-8" standalone="yes"?>
<Relationships xmlns="http://schemas.openxmlformats.org/package/2006/relationships"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39.xml"/></Relationships>
</file>

<file path=ppt/slideMasters/_rels/slideMaster40.xml.rels><?xml version="1.0" encoding="UTF-8" standalone="yes"?>
<Relationships xmlns="http://schemas.openxmlformats.org/package/2006/relationships"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0.xml"/></Relationships>
</file>

<file path=ppt/slideMasters/_rels/slideMaster4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1.xml"/></Relationships>
</file>

<file path=ppt/slideMasters/_rels/slideMaster42.xml.rels><?xml version="1.0" encoding="UTF-8" standalone="yes"?>
<Relationships xmlns="http://schemas.openxmlformats.org/package/2006/relationships"><Relationship Id="rId2" Type="http://schemas.openxmlformats.org/officeDocument/2006/relationships/theme" Target="../theme/theme42.xml"/><Relationship Id="rId1" Type="http://schemas.openxmlformats.org/officeDocument/2006/relationships/slideLayout" Target="../slideLayouts/slideLayout42.xml"/></Relationships>
</file>

<file path=ppt/slideMasters/_rels/slideMaster43.xml.rels><?xml version="1.0" encoding="UTF-8" standalone="yes"?>
<Relationships xmlns="http://schemas.openxmlformats.org/package/2006/relationships"><Relationship Id="rId2" Type="http://schemas.openxmlformats.org/officeDocument/2006/relationships/theme" Target="../theme/theme43.xml"/><Relationship Id="rId1" Type="http://schemas.openxmlformats.org/officeDocument/2006/relationships/slideLayout" Target="../slideLayouts/slideLayout43.xml"/></Relationships>
</file>

<file path=ppt/slideMasters/_rels/slideMaster4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4.xml"/><Relationship Id="rId1" Type="http://schemas.openxmlformats.org/officeDocument/2006/relationships/slideLayout" Target="../slideLayouts/slideLayout44.xml"/></Relationships>
</file>

<file path=ppt/slideMasters/_rels/slideMaster45.xml.rels><?xml version="1.0" encoding="UTF-8" standalone="yes"?>
<Relationships xmlns="http://schemas.openxmlformats.org/package/2006/relationships"><Relationship Id="rId2" Type="http://schemas.openxmlformats.org/officeDocument/2006/relationships/theme" Target="../theme/theme45.xml"/><Relationship Id="rId1" Type="http://schemas.openxmlformats.org/officeDocument/2006/relationships/slideLayout" Target="../slideLayouts/slideLayout45.xml"/></Relationships>
</file>

<file path=ppt/slideMasters/_rels/slideMaster46.xml.rels><?xml version="1.0" encoding="UTF-8" standalone="yes"?>
<Relationships xmlns="http://schemas.openxmlformats.org/package/2006/relationships"><Relationship Id="rId2" Type="http://schemas.openxmlformats.org/officeDocument/2006/relationships/theme" Target="../theme/theme46.xml"/><Relationship Id="rId1" Type="http://schemas.openxmlformats.org/officeDocument/2006/relationships/slideLayout" Target="../slideLayouts/slideLayout46.xml"/></Relationships>
</file>

<file path=ppt/slideMasters/_rels/slideMaster47.xml.rels><?xml version="1.0" encoding="UTF-8" standalone="yes"?>
<Relationships xmlns="http://schemas.openxmlformats.org/package/2006/relationships"><Relationship Id="rId2" Type="http://schemas.openxmlformats.org/officeDocument/2006/relationships/theme" Target="../theme/theme47.xml"/><Relationship Id="rId1" Type="http://schemas.openxmlformats.org/officeDocument/2006/relationships/slideLayout" Target="../slideLayouts/slideLayout47.xml"/></Relationships>
</file>

<file path=ppt/slideMasters/_rels/slideMaster48.xml.rels><?xml version="1.0" encoding="UTF-8" standalone="yes"?>
<Relationships xmlns="http://schemas.openxmlformats.org/package/2006/relationships"><Relationship Id="rId2" Type="http://schemas.openxmlformats.org/officeDocument/2006/relationships/theme" Target="../theme/theme48.xml"/><Relationship Id="rId1" Type="http://schemas.openxmlformats.org/officeDocument/2006/relationships/slideLayout" Target="../slideLayouts/slideLayout48.xml"/></Relationships>
</file>

<file path=ppt/slideMasters/_rels/slideMaster49.xml.rels><?xml version="1.0" encoding="UTF-8" standalone="yes"?>
<Relationships xmlns="http://schemas.openxmlformats.org/package/2006/relationships"><Relationship Id="rId2" Type="http://schemas.openxmlformats.org/officeDocument/2006/relationships/theme" Target="../theme/theme49.xml"/><Relationship Id="rId1" Type="http://schemas.openxmlformats.org/officeDocument/2006/relationships/slideLayout" Target="../slideLayouts/slideLayout49.xml"/></Relationships>
</file>

<file path=ppt/slideMasters/_rels/slideMaster50.xml.rels><?xml version="1.0" encoding="UTF-8" standalone="yes"?>
<Relationships xmlns="http://schemas.openxmlformats.org/package/2006/relationships"><Relationship Id="rId2" Type="http://schemas.openxmlformats.org/officeDocument/2006/relationships/theme" Target="../theme/theme50.xml"/><Relationship Id="rId1" Type="http://schemas.openxmlformats.org/officeDocument/2006/relationships/slideLayout" Target="../slideLayouts/slideLayout50.xml"/></Relationships>
</file>

<file path=ppt/slideMasters/_rels/slideMaster51.xml.rels><?xml version="1.0" encoding="UTF-8" standalone="yes"?>
<Relationships xmlns="http://schemas.openxmlformats.org/package/2006/relationships"><Relationship Id="rId2" Type="http://schemas.openxmlformats.org/officeDocument/2006/relationships/theme" Target="../theme/theme51.xml"/><Relationship Id="rId1" Type="http://schemas.openxmlformats.org/officeDocument/2006/relationships/slideLayout" Target="../slideLayouts/slideLayout51.xml"/></Relationships>
</file>

<file path=ppt/slideMasters/_rels/slideMaster52.xml.rels><?xml version="1.0" encoding="UTF-8" standalone="yes"?>
<Relationships xmlns="http://schemas.openxmlformats.org/package/2006/relationships"><Relationship Id="rId2" Type="http://schemas.openxmlformats.org/officeDocument/2006/relationships/theme" Target="../theme/theme52.xml"/><Relationship Id="rId1" Type="http://schemas.openxmlformats.org/officeDocument/2006/relationships/slideLayout" Target="../slideLayouts/slideLayout52.xml"/></Relationships>
</file>

<file path=ppt/slideMasters/_rels/slideMaster53.xml.rels><?xml version="1.0" encoding="UTF-8" standalone="yes"?>
<Relationships xmlns="http://schemas.openxmlformats.org/package/2006/relationships"><Relationship Id="rId2" Type="http://schemas.openxmlformats.org/officeDocument/2006/relationships/theme" Target="../theme/theme53.xml"/><Relationship Id="rId1" Type="http://schemas.openxmlformats.org/officeDocument/2006/relationships/slideLayout" Target="../slideLayouts/slideLayout53.xml"/></Relationships>
</file>

<file path=ppt/slideMasters/_rels/slideMaster54.xml.rels><?xml version="1.0" encoding="UTF-8" standalone="yes"?>
<Relationships xmlns="http://schemas.openxmlformats.org/package/2006/relationships"><Relationship Id="rId2" Type="http://schemas.openxmlformats.org/officeDocument/2006/relationships/theme" Target="../theme/theme54.xml"/><Relationship Id="rId1" Type="http://schemas.openxmlformats.org/officeDocument/2006/relationships/slideLayout" Target="../slideLayouts/slideLayout54.xml"/></Relationships>
</file>

<file path=ppt/slideMasters/_rels/slideMaster5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5.xml"/><Relationship Id="rId1" Type="http://schemas.openxmlformats.org/officeDocument/2006/relationships/slideLayout" Target="../slideLayouts/slideLayout55.xml"/></Relationships>
</file>

<file path=ppt/slideMasters/_rels/slideMaster56.xml.rels><?xml version="1.0" encoding="UTF-8" standalone="yes"?>
<Relationships xmlns="http://schemas.openxmlformats.org/package/2006/relationships"><Relationship Id="rId2" Type="http://schemas.openxmlformats.org/officeDocument/2006/relationships/theme" Target="../theme/theme56.xml"/><Relationship Id="rId1" Type="http://schemas.openxmlformats.org/officeDocument/2006/relationships/slideLayout" Target="../slideLayouts/slideLayout56.xml"/></Relationships>
</file>

<file path=ppt/slideMasters/_rels/slideMaster57.xml.rels><?xml version="1.0" encoding="UTF-8" standalone="yes"?>
<Relationships xmlns="http://schemas.openxmlformats.org/package/2006/relationships"><Relationship Id="rId2" Type="http://schemas.openxmlformats.org/officeDocument/2006/relationships/theme" Target="../theme/theme57.xml"/><Relationship Id="rId1" Type="http://schemas.openxmlformats.org/officeDocument/2006/relationships/slideLayout" Target="../slideLayouts/slideLayout57.xml"/></Relationships>
</file>

<file path=ppt/slideMasters/_rels/slideMaster58.xml.rels><?xml version="1.0" encoding="UTF-8" standalone="yes"?>
<Relationships xmlns="http://schemas.openxmlformats.org/package/2006/relationships"><Relationship Id="rId2" Type="http://schemas.openxmlformats.org/officeDocument/2006/relationships/theme" Target="../theme/theme58.xml"/><Relationship Id="rId1" Type="http://schemas.openxmlformats.org/officeDocument/2006/relationships/slideLayout" Target="../slideLayouts/slideLayout58.xml"/></Relationships>
</file>

<file path=ppt/slideMasters/_rels/slideMaster59.xml.rels><?xml version="1.0" encoding="UTF-8" standalone="yes"?>
<Relationships xmlns="http://schemas.openxmlformats.org/package/2006/relationships"><Relationship Id="rId2" Type="http://schemas.openxmlformats.org/officeDocument/2006/relationships/theme" Target="../theme/theme59.xml"/><Relationship Id="rId1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点击以编辑提纲文本格式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第二提纲级别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第三提纲级别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第四提纲级别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点击以编辑提纲文本格式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第二提纲级别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第三提纲级别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第四提纲级别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点击以编辑提纲文本格式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第二提纲级别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第三提纲级别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第四提纲级别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第五提纲级别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第六提纲级别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第七提纲级别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/>
    <p:bodyStyle/>
    <p:otherStyle/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/>
    <p:bodyStyle/>
    <p:otherStyle/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/>
    <p:bodyStyle/>
    <p:otherStyle/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/>
    <p:bodyStyle/>
    <p:otherStyle/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点击以编辑提纲文本格式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第二提纲级别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第三提纲级别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第四提纲级别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第五提纲级别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第六提纲级别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第七提纲级别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/>
    <p:bodyStyle/>
    <p:otherStyle/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/>
    <p:bodyStyle/>
    <p:otherStyle/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/>
    <p:bodyStyle/>
    <p:otherStyle/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/>
    <p:bodyStyle/>
    <p:otherStyle/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/>
    <p:bodyStyle/>
    <p:otherStyle/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/>
    <p:bodyStyle/>
    <p:otherStyle/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/>
    <p:bodyStyle/>
    <p:otherStyle/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/>
    <p:bodyStyle/>
    <p:otherStyle/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/>
    <p:bodyStyle/>
    <p:otherStyle/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</p:sldLayoutIdLst>
  <p:txStyles>
    <p:titleStyle/>
    <p:bodyStyle/>
    <p:otherStyle/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xStyles>
    <p:titleStyle/>
    <p:bodyStyle/>
    <p:otherStyle/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/>
    <p:bodyStyle/>
    <p:otherStyle/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</p:sldLayoutIdLst>
  <p:txStyles>
    <p:titleStyle/>
    <p:bodyStyle/>
    <p:otherStyle/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</p:sldLayoutIdLst>
  <p:txStyles>
    <p:titleStyle/>
    <p:bodyStyle/>
    <p:otherStyle/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</p:sldLayoutIdLst>
  <p:txStyles>
    <p:titleStyle/>
    <p:bodyStyle/>
    <p:otherStyle/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/>
    <p:bodyStyle/>
    <p:otherStyle/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/>
    <p:bodyStyle/>
    <p:otherStyle/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txStyles>
    <p:titleStyle/>
    <p:bodyStyle/>
    <p:otherStyle/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</p:sldLayoutIdLst>
  <p:txStyles>
    <p:titleStyle/>
    <p:bodyStyle/>
    <p:otherStyle/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</p:sldLayoutIdLst>
  <p:txStyles>
    <p:titleStyle/>
    <p:bodyStyle/>
    <p:otherStyle/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p:txStyles>
    <p:titleStyle/>
    <p:bodyStyle/>
    <p:otherStyle/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</p:sldLayoutIdLst>
  <p:txStyles>
    <p:titleStyle/>
    <p:bodyStyle/>
    <p:otherStyle/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</p:sldLayoutIdLst>
  <p:txStyles>
    <p:titleStyle/>
    <p:bodyStyle/>
    <p:otherStyle/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</p:sldLayoutIdLst>
  <p:txStyles>
    <p:titleStyle/>
    <p:bodyStyle/>
    <p:otherStyle/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txStyles>
    <p:titleStyle/>
    <p:bodyStyle/>
    <p:otherStyle/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xStyles>
    <p:titleStyle/>
    <p:bodyStyle/>
    <p:otherStyle/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</p:sldLayoutIdLst>
  <p:txStyles>
    <p:titleStyle/>
    <p:bodyStyle/>
    <p:otherStyle/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</p:sldLayoutIdLst>
  <p:txStyles>
    <p:titleStyle/>
    <p:bodyStyle/>
    <p:otherStyle/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txStyles>
    <p:titleStyle/>
    <p:bodyStyle/>
    <p:otherStyle/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</p:sldLayoutIdLst>
  <p:txStyles>
    <p:titleStyle/>
    <p:bodyStyle/>
    <p:otherStyle/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txStyles>
    <p:titleStyle/>
    <p:bodyStyle/>
    <p:otherStyle/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xStyles>
    <p:titleStyle/>
    <p:bodyStyle/>
    <p:otherStyle/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点击以编辑提纲文本格式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第二提纲级别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第三提纲级别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第四提纲级别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第五提纲级别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第六提纲级别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rPr>
              <a:t>第七提纲级别</a:t>
            </a: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image" Target="../media/image1.jpeg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9" Type="http://schemas.openxmlformats.org/officeDocument/2006/relationships/slideLayout" Target="../slideLayouts/slideLayout10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9" Type="http://schemas.openxmlformats.org/officeDocument/2006/relationships/slideLayout" Target="../slideLayouts/slideLayout10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3" Type="http://schemas.openxmlformats.org/officeDocument/2006/relationships/slideLayout" Target="../slideLayouts/slideLayout10.xml"/><Relationship Id="rId32" Type="http://schemas.openxmlformats.org/officeDocument/2006/relationships/tags" Target="../tags/tag88.xml"/><Relationship Id="rId31" Type="http://schemas.openxmlformats.org/officeDocument/2006/relationships/tags" Target="../tags/tag87.xml"/><Relationship Id="rId30" Type="http://schemas.openxmlformats.org/officeDocument/2006/relationships/tags" Target="../tags/tag86.xml"/><Relationship Id="rId3" Type="http://schemas.openxmlformats.org/officeDocument/2006/relationships/tags" Target="../tags/tag61.xml"/><Relationship Id="rId29" Type="http://schemas.openxmlformats.org/officeDocument/2006/relationships/tags" Target="../tags/tag85.xml"/><Relationship Id="rId28" Type="http://schemas.openxmlformats.org/officeDocument/2006/relationships/tags" Target="../tags/tag84.xml"/><Relationship Id="rId27" Type="http://schemas.openxmlformats.org/officeDocument/2006/relationships/tags" Target="../tags/tag83.xml"/><Relationship Id="rId26" Type="http://schemas.openxmlformats.org/officeDocument/2006/relationships/tags" Target="../tags/tag82.xml"/><Relationship Id="rId25" Type="http://schemas.openxmlformats.org/officeDocument/2006/relationships/tags" Target="../tags/tag81.xml"/><Relationship Id="rId24" Type="http://schemas.openxmlformats.org/officeDocument/2006/relationships/tags" Target="../tags/tag80.xml"/><Relationship Id="rId23" Type="http://schemas.openxmlformats.org/officeDocument/2006/relationships/tags" Target="../tags/tag79.xml"/><Relationship Id="rId22" Type="http://schemas.openxmlformats.org/officeDocument/2006/relationships/tags" Target="../tags/tag78.xml"/><Relationship Id="rId21" Type="http://schemas.openxmlformats.org/officeDocument/2006/relationships/tags" Target="../tags/tag77.xml"/><Relationship Id="rId20" Type="http://schemas.openxmlformats.org/officeDocument/2006/relationships/tags" Target="../tags/tag76.xml"/><Relationship Id="rId2" Type="http://schemas.openxmlformats.org/officeDocument/2006/relationships/tags" Target="../tags/tag60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image" Target="../media/image2.jpeg"/><Relationship Id="rId11" Type="http://schemas.openxmlformats.org/officeDocument/2006/relationships/image" Target="../media/image1.jpeg"/><Relationship Id="rId10" Type="http://schemas.openxmlformats.org/officeDocument/2006/relationships/tags" Target="../tags/tag68.xml"/><Relationship Id="rId1" Type="http://schemas.openxmlformats.org/officeDocument/2006/relationships/tags" Target="../tags/tag5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image" Target="../media/image1.jpeg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image" Target="../media/image1.jpeg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2" Type="http://schemas.openxmlformats.org/officeDocument/2006/relationships/slideLayout" Target="../slideLayouts/slideLayout10.xml"/><Relationship Id="rId21" Type="http://schemas.openxmlformats.org/officeDocument/2006/relationships/tags" Target="../tags/tag118.xml"/><Relationship Id="rId20" Type="http://schemas.openxmlformats.org/officeDocument/2006/relationships/tags" Target="../tags/tag117.xml"/><Relationship Id="rId2" Type="http://schemas.openxmlformats.org/officeDocument/2006/relationships/tags" Target="../tags/tag100.xml"/><Relationship Id="rId19" Type="http://schemas.openxmlformats.org/officeDocument/2006/relationships/tags" Target="../tags/tag116.xml"/><Relationship Id="rId18" Type="http://schemas.openxmlformats.org/officeDocument/2006/relationships/tags" Target="../tags/tag115.xml"/><Relationship Id="rId17" Type="http://schemas.openxmlformats.org/officeDocument/2006/relationships/tags" Target="../tags/tag114.xml"/><Relationship Id="rId16" Type="http://schemas.openxmlformats.org/officeDocument/2006/relationships/tags" Target="../tags/tag113.xml"/><Relationship Id="rId15" Type="http://schemas.openxmlformats.org/officeDocument/2006/relationships/tags" Target="../tags/tag112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9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0" Type="http://schemas.openxmlformats.org/officeDocument/2006/relationships/slideLayout" Target="../slideLayouts/slideLayout10.xml"/><Relationship Id="rId2" Type="http://schemas.openxmlformats.org/officeDocument/2006/relationships/tags" Target="../tags/tag120.xml"/><Relationship Id="rId19" Type="http://schemas.openxmlformats.org/officeDocument/2006/relationships/tags" Target="../tags/tag137.xml"/><Relationship Id="rId18" Type="http://schemas.openxmlformats.org/officeDocument/2006/relationships/tags" Target="../tags/tag136.xml"/><Relationship Id="rId17" Type="http://schemas.openxmlformats.org/officeDocument/2006/relationships/tags" Target="../tags/tag135.xml"/><Relationship Id="rId16" Type="http://schemas.openxmlformats.org/officeDocument/2006/relationships/tags" Target="../tags/tag134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tags" Target="../tags/tag1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0" y="0"/>
            <a:ext cx="7950835" cy="6858000"/>
          </a:xfrm>
          <a:prstGeom prst="rect">
            <a:avLst/>
          </a:prstGeom>
          <a:solidFill>
            <a:srgbClr val="172B8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" name="标题 1"/>
          <p:cNvSpPr/>
          <p:nvPr/>
        </p:nvSpPr>
        <p:spPr>
          <a:xfrm>
            <a:off x="839285" y="404250"/>
            <a:ext cx="3365280" cy="427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algn="l" defTabSz="914400">
              <a:lnSpc>
                <a:spcPct val="100000"/>
              </a:lnSpc>
            </a:pPr>
            <a:r>
              <a:rPr lang="zh-CN" sz="2800" b="0" u="none" strike="noStrike">
                <a:solidFill>
                  <a:schemeClr val="bg1"/>
                </a:solidFill>
                <a:uFillTx/>
                <a:latin typeface="思源黑体 CN Light" panose="020B0300000000000000" charset="-122"/>
                <a:ea typeface="思源黑体 CN Light" panose="020B0300000000000000" charset="-122"/>
              </a:rPr>
              <a:t>小土豆科技有限公司</a:t>
            </a:r>
            <a:endParaRPr lang="zh-CN" sz="2800" b="0" u="none" strike="noStrike">
              <a:solidFill>
                <a:schemeClr val="bg1"/>
              </a:solidFill>
              <a:uFillTx/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sp>
        <p:nvSpPr>
          <p:cNvPr id="5" name="标题 1"/>
          <p:cNvSpPr/>
          <p:nvPr/>
        </p:nvSpPr>
        <p:spPr>
          <a:xfrm>
            <a:off x="839285" y="4653360"/>
            <a:ext cx="982800" cy="110520"/>
          </a:xfrm>
          <a:prstGeom prst="rect">
            <a:avLst/>
          </a:prstGeom>
          <a:gradFill rotWithShape="0">
            <a:gsLst>
              <a:gs pos="0">
                <a:srgbClr val="4E61EB"/>
              </a:gs>
              <a:gs pos="91000">
                <a:srgbClr val="4E61EB">
                  <a:alpha val="0"/>
                </a:srgbClr>
              </a:gs>
            </a:gsLst>
            <a:lin ang="0"/>
          </a:gra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6" name="组合 36"/>
          <p:cNvGrpSpPr/>
          <p:nvPr/>
        </p:nvGrpSpPr>
        <p:grpSpPr>
          <a:xfrm>
            <a:off x="970740" y="5281920"/>
            <a:ext cx="2098080" cy="496440"/>
            <a:chOff x="7028640" y="5281920"/>
            <a:chExt cx="2098080" cy="496440"/>
          </a:xfrm>
        </p:grpSpPr>
        <p:sp>
          <p:nvSpPr>
            <p:cNvPr id="7" name="标题 1"/>
            <p:cNvSpPr/>
            <p:nvPr/>
          </p:nvSpPr>
          <p:spPr>
            <a:xfrm>
              <a:off x="7028640" y="5281920"/>
              <a:ext cx="2098080" cy="496440"/>
            </a:xfrm>
            <a:prstGeom prst="roundRect">
              <a:avLst>
                <a:gd name="adj" fmla="val 16667"/>
              </a:avLst>
            </a:prstGeom>
            <a:solidFill>
              <a:srgbClr val="D3E4FE">
                <a:alpha val="55000"/>
              </a:srgbClr>
            </a:solidFill>
            <a:ln w="12700">
              <a:solidFill>
                <a:srgbClr val="FFFFFF"/>
              </a:solidFill>
              <a:miter/>
            </a:ln>
            <a:effectLst>
              <a:outerShdw blurRad="190440" dist="62621" dir="2700000" algn="tl" rotWithShape="0">
                <a:schemeClr val="tx1">
                  <a:alpha val="10000"/>
                </a:schemeClr>
              </a:outerShdw>
            </a:effec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9" name="标题 1"/>
            <p:cNvSpPr/>
            <p:nvPr/>
          </p:nvSpPr>
          <p:spPr>
            <a:xfrm>
              <a:off x="7148160" y="5374800"/>
              <a:ext cx="311040" cy="311040"/>
            </a:xfrm>
            <a:prstGeom prst="roundRect">
              <a:avLst>
                <a:gd name="adj" fmla="val 16667"/>
              </a:avLst>
            </a:prstGeom>
            <a:solidFill>
              <a:srgbClr val="152982"/>
            </a:solidFill>
            <a:ln w="127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10" name="标题 1"/>
            <p:cNvSpPr/>
            <p:nvPr/>
          </p:nvSpPr>
          <p:spPr>
            <a:xfrm>
              <a:off x="7222320" y="5442480"/>
              <a:ext cx="162360" cy="175680"/>
            </a:xfrm>
            <a:custGeom>
              <a:avLst/>
              <a:gdLst>
                <a:gd name="textAreaLeft" fmla="*/ 0 w 162360"/>
                <a:gd name="textAreaRight" fmla="*/ 163080 w 162360"/>
                <a:gd name="textAreaTop" fmla="*/ 0 h 175680"/>
                <a:gd name="textAreaBottom" fmla="*/ 176400 h 175680"/>
              </a:gdLst>
              <a:ahLst/>
              <a:cxnLst/>
              <a:rect l="textAreaLeft" t="textAreaTop" r="textAreaRight" b="textAreaBottom"/>
              <a:pathLst>
                <a:path w="1425436" h="1544091">
                  <a:moveTo>
                    <a:pt x="712625" y="111621"/>
                  </a:moveTo>
                  <a:cubicBezTo>
                    <a:pt x="784435" y="111621"/>
                    <a:pt x="851780" y="139526"/>
                    <a:pt x="902567" y="190314"/>
                  </a:cubicBezTo>
                  <a:cubicBezTo>
                    <a:pt x="953355" y="241102"/>
                    <a:pt x="981260" y="308446"/>
                    <a:pt x="981260" y="380256"/>
                  </a:cubicBezTo>
                  <a:cubicBezTo>
                    <a:pt x="981260" y="452065"/>
                    <a:pt x="953355" y="519410"/>
                    <a:pt x="902567" y="570198"/>
                  </a:cubicBezTo>
                  <a:cubicBezTo>
                    <a:pt x="851780" y="620985"/>
                    <a:pt x="784435" y="648891"/>
                    <a:pt x="712625" y="648891"/>
                  </a:cubicBezTo>
                  <a:cubicBezTo>
                    <a:pt x="640816" y="648891"/>
                    <a:pt x="573471" y="620985"/>
                    <a:pt x="522684" y="570198"/>
                  </a:cubicBezTo>
                  <a:cubicBezTo>
                    <a:pt x="472082" y="519224"/>
                    <a:pt x="444177" y="451693"/>
                    <a:pt x="444177" y="380070"/>
                  </a:cubicBezTo>
                  <a:cubicBezTo>
                    <a:pt x="444177" y="308446"/>
                    <a:pt x="472082" y="240916"/>
                    <a:pt x="522870" y="190128"/>
                  </a:cubicBezTo>
                  <a:cubicBezTo>
                    <a:pt x="573471" y="139526"/>
                    <a:pt x="641002" y="111621"/>
                    <a:pt x="712625" y="111621"/>
                  </a:cubicBezTo>
                  <a:moveTo>
                    <a:pt x="712625" y="0"/>
                  </a:moveTo>
                  <a:cubicBezTo>
                    <a:pt x="502778" y="0"/>
                    <a:pt x="332556" y="170036"/>
                    <a:pt x="332556" y="380070"/>
                  </a:cubicBezTo>
                  <a:cubicBezTo>
                    <a:pt x="332556" y="589917"/>
                    <a:pt x="502778" y="760140"/>
                    <a:pt x="712625" y="760140"/>
                  </a:cubicBezTo>
                  <a:cubicBezTo>
                    <a:pt x="922473" y="760140"/>
                    <a:pt x="1092695" y="589917"/>
                    <a:pt x="1092695" y="380070"/>
                  </a:cubicBezTo>
                  <a:cubicBezTo>
                    <a:pt x="1092881" y="170036"/>
                    <a:pt x="922659" y="0"/>
                    <a:pt x="712625" y="0"/>
                  </a:cubicBezTo>
                  <a:close/>
                  <a:moveTo>
                    <a:pt x="712625" y="943012"/>
                  </a:moveTo>
                  <a:cubicBezTo>
                    <a:pt x="813643" y="943012"/>
                    <a:pt x="903126" y="954360"/>
                    <a:pt x="978842" y="976685"/>
                  </a:cubicBezTo>
                  <a:cubicBezTo>
                    <a:pt x="1043582" y="995846"/>
                    <a:pt x="1099951" y="1023752"/>
                    <a:pt x="1146087" y="1059470"/>
                  </a:cubicBezTo>
                  <a:cubicBezTo>
                    <a:pt x="1186829" y="1091096"/>
                    <a:pt x="1220315" y="1128675"/>
                    <a:pt x="1248593" y="1174440"/>
                  </a:cubicBezTo>
                  <a:cubicBezTo>
                    <a:pt x="1273708" y="1215368"/>
                    <a:pt x="1293985" y="1261877"/>
                    <a:pt x="1310356" y="1316385"/>
                  </a:cubicBezTo>
                  <a:cubicBezTo>
                    <a:pt x="1320774" y="1350801"/>
                    <a:pt x="1306264" y="1377404"/>
                    <a:pt x="1296590" y="1390241"/>
                  </a:cubicBezTo>
                  <a:cubicBezTo>
                    <a:pt x="1276684" y="1417030"/>
                    <a:pt x="1244686" y="1432285"/>
                    <a:pt x="1208595" y="1432285"/>
                  </a:cubicBezTo>
                  <a:lnTo>
                    <a:pt x="216842" y="1432285"/>
                  </a:lnTo>
                  <a:cubicBezTo>
                    <a:pt x="180937" y="1432285"/>
                    <a:pt x="148753" y="1417030"/>
                    <a:pt x="128847" y="1390241"/>
                  </a:cubicBezTo>
                  <a:cubicBezTo>
                    <a:pt x="119359" y="1377404"/>
                    <a:pt x="104849" y="1350801"/>
                    <a:pt x="115081" y="1316385"/>
                  </a:cubicBezTo>
                  <a:cubicBezTo>
                    <a:pt x="131452" y="1261877"/>
                    <a:pt x="151543" y="1215368"/>
                    <a:pt x="176844" y="1174440"/>
                  </a:cubicBezTo>
                  <a:cubicBezTo>
                    <a:pt x="204936" y="1128675"/>
                    <a:pt x="238422" y="1090910"/>
                    <a:pt x="279350" y="1059470"/>
                  </a:cubicBezTo>
                  <a:cubicBezTo>
                    <a:pt x="325486" y="1023752"/>
                    <a:pt x="381855" y="995846"/>
                    <a:pt x="446595" y="976685"/>
                  </a:cubicBezTo>
                  <a:cubicBezTo>
                    <a:pt x="522125" y="954360"/>
                    <a:pt x="611794" y="943012"/>
                    <a:pt x="712625" y="943012"/>
                  </a:cubicBezTo>
                  <a:moveTo>
                    <a:pt x="712625" y="831391"/>
                  </a:moveTo>
                  <a:cubicBezTo>
                    <a:pt x="244561" y="831391"/>
                    <a:pt x="77501" y="1053331"/>
                    <a:pt x="8296" y="1284387"/>
                  </a:cubicBezTo>
                  <a:cubicBezTo>
                    <a:pt x="-30771" y="1414611"/>
                    <a:pt x="73037" y="1544092"/>
                    <a:pt x="216842" y="1544092"/>
                  </a:cubicBezTo>
                  <a:lnTo>
                    <a:pt x="1208595" y="1544092"/>
                  </a:lnTo>
                  <a:cubicBezTo>
                    <a:pt x="1352400" y="1544092"/>
                    <a:pt x="1456208" y="1414611"/>
                    <a:pt x="1417141" y="1284387"/>
                  </a:cubicBezTo>
                  <a:cubicBezTo>
                    <a:pt x="1347750" y="1053331"/>
                    <a:pt x="1180690" y="831391"/>
                    <a:pt x="712625" y="831391"/>
                  </a:cubicBezTo>
                  <a:close/>
                </a:path>
              </a:pathLst>
            </a:custGeom>
            <a:solidFill>
              <a:schemeClr val="bg1"/>
            </a:solidFill>
            <a:ln w="186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</p:grpSp>
      <p:grpSp>
        <p:nvGrpSpPr>
          <p:cNvPr id="11" name="组合 37"/>
          <p:cNvGrpSpPr/>
          <p:nvPr/>
        </p:nvGrpSpPr>
        <p:grpSpPr>
          <a:xfrm>
            <a:off x="3403980" y="5281920"/>
            <a:ext cx="2098080" cy="496440"/>
            <a:chOff x="9461880" y="5281920"/>
            <a:chExt cx="2098080" cy="496440"/>
          </a:xfrm>
        </p:grpSpPr>
        <p:sp>
          <p:nvSpPr>
            <p:cNvPr id="12" name="标题 1"/>
            <p:cNvSpPr/>
            <p:nvPr/>
          </p:nvSpPr>
          <p:spPr>
            <a:xfrm>
              <a:off x="9461880" y="5281920"/>
              <a:ext cx="2098080" cy="496440"/>
            </a:xfrm>
            <a:prstGeom prst="roundRect">
              <a:avLst>
                <a:gd name="adj" fmla="val 16667"/>
              </a:avLst>
            </a:prstGeom>
            <a:solidFill>
              <a:srgbClr val="D3E4FE">
                <a:alpha val="55000"/>
              </a:srgbClr>
            </a:solidFill>
            <a:ln w="12700">
              <a:solidFill>
                <a:srgbClr val="FFFFFF"/>
              </a:solidFill>
              <a:miter/>
            </a:ln>
            <a:effectLst>
              <a:outerShdw blurRad="190440" dist="62621" dir="2700000" algn="tl" rotWithShape="0">
                <a:schemeClr val="tx1">
                  <a:alpha val="10000"/>
                </a:schemeClr>
              </a:outerShdw>
            </a:effec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14" name="标题 1"/>
            <p:cNvSpPr/>
            <p:nvPr/>
          </p:nvSpPr>
          <p:spPr>
            <a:xfrm>
              <a:off x="9565920" y="5372280"/>
              <a:ext cx="316080" cy="316080"/>
            </a:xfrm>
            <a:prstGeom prst="roundRect">
              <a:avLst>
                <a:gd name="adj" fmla="val 16667"/>
              </a:avLst>
            </a:prstGeom>
            <a:solidFill>
              <a:srgbClr val="152982"/>
            </a:solidFill>
            <a:ln w="127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15" name="标题 1"/>
            <p:cNvSpPr/>
            <p:nvPr/>
          </p:nvSpPr>
          <p:spPr>
            <a:xfrm>
              <a:off x="9646560" y="5449680"/>
              <a:ext cx="155520" cy="162000"/>
            </a:xfrm>
            <a:custGeom>
              <a:avLst/>
              <a:gdLst>
                <a:gd name="textAreaLeft" fmla="*/ 0 w 155520"/>
                <a:gd name="textAreaRight" fmla="*/ 156240 w 155520"/>
                <a:gd name="textAreaTop" fmla="*/ 0 h 162000"/>
                <a:gd name="textAreaBottom" fmla="*/ 162720 h 162000"/>
              </a:gdLst>
              <a:ahLst/>
              <a:cxnLst/>
              <a:rect l="textAreaLeft" t="textAreaTop" r="textAreaRight" b="textAreaBottom"/>
              <a:pathLst>
                <a:path w="1372282" h="1426949">
                  <a:moveTo>
                    <a:pt x="337768" y="1315328"/>
                  </a:moveTo>
                  <a:lnTo>
                    <a:pt x="530173" y="1315328"/>
                  </a:lnTo>
                  <a:lnTo>
                    <a:pt x="842109" y="1315328"/>
                  </a:lnTo>
                  <a:lnTo>
                    <a:pt x="1034514" y="1315328"/>
                  </a:lnTo>
                  <a:cubicBezTo>
                    <a:pt x="1065396" y="1315328"/>
                    <a:pt x="1090325" y="1340257"/>
                    <a:pt x="1090325" y="1371139"/>
                  </a:cubicBezTo>
                  <a:cubicBezTo>
                    <a:pt x="1090325" y="1402021"/>
                    <a:pt x="1065210" y="1426949"/>
                    <a:pt x="1034514" y="1426949"/>
                  </a:cubicBezTo>
                  <a:lnTo>
                    <a:pt x="842109" y="1426949"/>
                  </a:lnTo>
                  <a:lnTo>
                    <a:pt x="530173" y="1426949"/>
                  </a:lnTo>
                  <a:lnTo>
                    <a:pt x="337768" y="1426949"/>
                  </a:lnTo>
                  <a:cubicBezTo>
                    <a:pt x="306886" y="1426949"/>
                    <a:pt x="281957" y="1402021"/>
                    <a:pt x="281957" y="1371139"/>
                  </a:cubicBezTo>
                  <a:cubicBezTo>
                    <a:pt x="281957" y="1340257"/>
                    <a:pt x="306886" y="1315328"/>
                    <a:pt x="337768" y="1315328"/>
                  </a:cubicBezTo>
                  <a:close/>
                  <a:moveTo>
                    <a:pt x="686154" y="111621"/>
                  </a:moveTo>
                  <a:cubicBezTo>
                    <a:pt x="438914" y="111621"/>
                    <a:pt x="237624" y="312725"/>
                    <a:pt x="237624" y="560152"/>
                  </a:cubicBezTo>
                  <a:lnTo>
                    <a:pt x="237624" y="985614"/>
                  </a:lnTo>
                  <a:cubicBezTo>
                    <a:pt x="237624" y="996032"/>
                    <a:pt x="234833" y="1006078"/>
                    <a:pt x="229252" y="1014822"/>
                  </a:cubicBezTo>
                  <a:lnTo>
                    <a:pt x="155768" y="1134814"/>
                  </a:lnTo>
                  <a:lnTo>
                    <a:pt x="1214680" y="1134814"/>
                  </a:lnTo>
                  <a:lnTo>
                    <a:pt x="1143429" y="1023565"/>
                  </a:lnTo>
                  <a:cubicBezTo>
                    <a:pt x="1137662" y="1014636"/>
                    <a:pt x="1134685" y="1004218"/>
                    <a:pt x="1134685" y="993428"/>
                  </a:cubicBezTo>
                  <a:lnTo>
                    <a:pt x="1134685" y="560152"/>
                  </a:lnTo>
                  <a:cubicBezTo>
                    <a:pt x="1134685" y="312911"/>
                    <a:pt x="933581" y="111621"/>
                    <a:pt x="686154" y="111621"/>
                  </a:cubicBezTo>
                  <a:close/>
                  <a:moveTo>
                    <a:pt x="686154" y="0"/>
                  </a:moveTo>
                  <a:cubicBezTo>
                    <a:pt x="761499" y="0"/>
                    <a:pt x="834610" y="14883"/>
                    <a:pt x="903815" y="44276"/>
                  </a:cubicBezTo>
                  <a:cubicBezTo>
                    <a:pt x="970416" y="72554"/>
                    <a:pt x="1030319" y="113109"/>
                    <a:pt x="1081851" y="164455"/>
                  </a:cubicBezTo>
                  <a:cubicBezTo>
                    <a:pt x="1133383" y="215987"/>
                    <a:pt x="1173753" y="275890"/>
                    <a:pt x="1202030" y="342491"/>
                  </a:cubicBezTo>
                  <a:cubicBezTo>
                    <a:pt x="1231423" y="411510"/>
                    <a:pt x="1246306" y="484808"/>
                    <a:pt x="1246306" y="560152"/>
                  </a:cubicBezTo>
                  <a:lnTo>
                    <a:pt x="1246306" y="977243"/>
                  </a:lnTo>
                  <a:lnTo>
                    <a:pt x="1363508" y="1160487"/>
                  </a:lnTo>
                  <a:cubicBezTo>
                    <a:pt x="1374484" y="1177603"/>
                    <a:pt x="1375229" y="1199555"/>
                    <a:pt x="1365369" y="1217414"/>
                  </a:cubicBezTo>
                  <a:cubicBezTo>
                    <a:pt x="1355695" y="1235273"/>
                    <a:pt x="1336905" y="1246436"/>
                    <a:pt x="1316628" y="1246436"/>
                  </a:cubicBezTo>
                  <a:lnTo>
                    <a:pt x="55867" y="1246436"/>
                  </a:lnTo>
                  <a:cubicBezTo>
                    <a:pt x="35589" y="1246436"/>
                    <a:pt x="16986" y="1235460"/>
                    <a:pt x="7126" y="1217786"/>
                  </a:cubicBezTo>
                  <a:cubicBezTo>
                    <a:pt x="-2734" y="1200113"/>
                    <a:pt x="-2362" y="1178533"/>
                    <a:pt x="8242" y="1161232"/>
                  </a:cubicBezTo>
                  <a:lnTo>
                    <a:pt x="126002" y="969801"/>
                  </a:lnTo>
                  <a:lnTo>
                    <a:pt x="126002" y="560152"/>
                  </a:lnTo>
                  <a:cubicBezTo>
                    <a:pt x="126002" y="484808"/>
                    <a:pt x="140885" y="411696"/>
                    <a:pt x="170279" y="342491"/>
                  </a:cubicBezTo>
                  <a:cubicBezTo>
                    <a:pt x="198556" y="275890"/>
                    <a:pt x="239112" y="215987"/>
                    <a:pt x="290458" y="164455"/>
                  </a:cubicBezTo>
                  <a:cubicBezTo>
                    <a:pt x="341803" y="112923"/>
                    <a:pt x="401893" y="72554"/>
                    <a:pt x="468493" y="44276"/>
                  </a:cubicBezTo>
                  <a:cubicBezTo>
                    <a:pt x="537512" y="14883"/>
                    <a:pt x="610810" y="0"/>
                    <a:pt x="686154" y="0"/>
                  </a:cubicBezTo>
                  <a:close/>
                </a:path>
              </a:pathLst>
            </a:custGeom>
            <a:solidFill>
              <a:schemeClr val="bg1"/>
            </a:solidFill>
            <a:ln w="186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</p:grpSp>
      <p:pic>
        <p:nvPicPr>
          <p:cNvPr id="31" name="图片 30" descr="cbf817c14755c1270f078f2242b22d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5610" y="0"/>
            <a:ext cx="5406390" cy="686054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73430" y="981075"/>
            <a:ext cx="59315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>
                <a:solidFill>
                  <a:schemeClr val="bg1"/>
                </a:solidFill>
                <a:latin typeface="思源黑体" panose="020B0800000000000000" charset="-122"/>
                <a:ea typeface="思源黑体" panose="020B0800000000000000" charset="-122"/>
              </a:rPr>
              <a:t>{{title}}</a:t>
            </a:r>
            <a:endParaRPr lang="en-US" altLang="zh-CN" sz="5400">
              <a:solidFill>
                <a:schemeClr val="bg1"/>
              </a:solidFill>
              <a:latin typeface="思源黑体" panose="020B0800000000000000" charset="-122"/>
              <a:ea typeface="思源黑体" panose="020B08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12825" y="36283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{{subtitle}}</a:t>
            </a:r>
            <a:endParaRPr lang="en-US" altLang="zh-CN" sz="24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87805" y="5360035"/>
            <a:ext cx="14763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{{author}}</a:t>
            </a:r>
            <a:endParaRPr lang="en-US" altLang="zh-CN" sz="16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863975" y="5372100"/>
            <a:ext cx="14751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{{date}}</a:t>
            </a:r>
            <a:endParaRPr lang="en-US" altLang="zh-CN" sz="16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635"/>
            <a:ext cx="12191365" cy="2468245"/>
          </a:xfrm>
          <a:prstGeom prst="rect">
            <a:avLst/>
          </a:prstGeom>
          <a:solidFill>
            <a:srgbClr val="172B8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2" name="矩形 31"/>
          <p:cNvSpPr/>
          <p:nvPr/>
        </p:nvSpPr>
        <p:spPr>
          <a:xfrm>
            <a:off x="0" y="2299335"/>
            <a:ext cx="12191365" cy="4558665"/>
          </a:xfrm>
          <a:prstGeom prst="rect">
            <a:avLst/>
          </a:prstGeom>
          <a:solidFill>
            <a:srgbClr val="4E61E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9" name="标题 1"/>
          <p:cNvSpPr/>
          <p:nvPr/>
        </p:nvSpPr>
        <p:spPr>
          <a:xfrm>
            <a:off x="930240" y="535367"/>
            <a:ext cx="1612080" cy="86169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lang="zh-CN" sz="5600" b="0" u="none" strike="noStrike">
                <a:solidFill>
                  <a:srgbClr val="FFFFF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目录</a:t>
            </a:r>
            <a:endParaRPr lang="en-US" sz="5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cxnSp>
        <p:nvCxnSpPr>
          <p:cNvPr id="10" name="标题 1"/>
          <p:cNvCxnSpPr/>
          <p:nvPr/>
        </p:nvCxnSpPr>
        <p:spPr>
          <a:xfrm>
            <a:off x="930240" y="1914840"/>
            <a:ext cx="643320" cy="720"/>
          </a:xfrm>
          <a:prstGeom prst="straightConnector1">
            <a:avLst/>
          </a:prstGeom>
          <a:ln w="28575" cap="sq">
            <a:solidFill>
              <a:srgbClr val="FFFFFF"/>
            </a:solidFill>
            <a:round/>
          </a:ln>
        </p:spPr>
      </p:cxnSp>
      <p:sp>
        <p:nvSpPr>
          <p:cNvPr id="11" name="标题 1"/>
          <p:cNvSpPr/>
          <p:nvPr/>
        </p:nvSpPr>
        <p:spPr>
          <a:xfrm>
            <a:off x="2543760" y="908975"/>
            <a:ext cx="2729880" cy="487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FFFFFF">
                    <a:alpha val="50000"/>
                  </a:srgb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CONTENTS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6775" y="2486660"/>
            <a:ext cx="1059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{{toc_content}}</a:t>
            </a:r>
            <a:endParaRPr lang="en-US" altLang="zh-CN" sz="24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252470" y="0"/>
            <a:ext cx="8939530" cy="6858000"/>
          </a:xfrm>
          <a:prstGeom prst="rect">
            <a:avLst/>
          </a:prstGeom>
          <a:solidFill>
            <a:srgbClr val="172B8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pic>
        <p:nvPicPr>
          <p:cNvPr id="31" name="图片 30" descr="cbf817c14755c1270f078f2242b22d24"/>
          <p:cNvPicPr>
            <a:picLocks noChangeAspect="1"/>
          </p:cNvPicPr>
          <p:nvPr/>
        </p:nvPicPr>
        <p:blipFill>
          <a:blip r:embed="rId1"/>
          <a:srcRect r="33862"/>
          <a:stretch>
            <a:fillRect/>
          </a:stretch>
        </p:blipFill>
        <p:spPr>
          <a:xfrm>
            <a:off x="0" y="0"/>
            <a:ext cx="3575685" cy="6860540"/>
          </a:xfrm>
          <a:prstGeom prst="rect">
            <a:avLst/>
          </a:prstGeom>
        </p:spPr>
      </p:pic>
      <p:sp>
        <p:nvSpPr>
          <p:cNvPr id="172" name="标题 1"/>
          <p:cNvSpPr/>
          <p:nvPr/>
        </p:nvSpPr>
        <p:spPr>
          <a:xfrm flipH="1">
            <a:off x="263880" y="960480"/>
            <a:ext cx="2023200" cy="1950480"/>
          </a:xfrm>
          <a:custGeom>
            <a:avLst/>
            <a:gdLst>
              <a:gd name="textAreaLeft" fmla="*/ -360 w 2023200"/>
              <a:gd name="textAreaRight" fmla="*/ 2023560 w 2023200"/>
              <a:gd name="textAreaTop" fmla="*/ 0 h 1950480"/>
              <a:gd name="textAreaBottom" fmla="*/ 1951200 h 1950480"/>
            </a:gdLst>
            <a:ahLst/>
            <a:cxnLst/>
            <a:rect l="textAreaLeft" t="textAreaTop" r="textAreaRight" b="textAreaBottom"/>
            <a:pathLst>
              <a:path w="5304332" h="5304332">
                <a:moveTo>
                  <a:pt x="2652167" y="926177"/>
                </a:moveTo>
                <a:cubicBezTo>
                  <a:pt x="1698929" y="926177"/>
                  <a:pt x="926177" y="1698929"/>
                  <a:pt x="926177" y="2652167"/>
                </a:cubicBezTo>
                <a:cubicBezTo>
                  <a:pt x="926177" y="3605405"/>
                  <a:pt x="1698929" y="4378157"/>
                  <a:pt x="2652167" y="4378157"/>
                </a:cubicBezTo>
                <a:cubicBezTo>
                  <a:pt x="3605405" y="4378157"/>
                  <a:pt x="4378157" y="3605405"/>
                  <a:pt x="4378157" y="2652167"/>
                </a:cubicBezTo>
                <a:cubicBezTo>
                  <a:pt x="4378157" y="1698929"/>
                  <a:pt x="3605405" y="926177"/>
                  <a:pt x="2652167" y="926177"/>
                </a:cubicBezTo>
                <a:close/>
                <a:moveTo>
                  <a:pt x="2652166" y="0"/>
                </a:moveTo>
                <a:cubicBezTo>
                  <a:pt x="4116917" y="0"/>
                  <a:pt x="5304332" y="1187415"/>
                  <a:pt x="5304332" y="2652166"/>
                </a:cubicBezTo>
                <a:cubicBezTo>
                  <a:pt x="5304332" y="4116917"/>
                  <a:pt x="4116917" y="5304332"/>
                  <a:pt x="2652166" y="5304332"/>
                </a:cubicBezTo>
                <a:cubicBezTo>
                  <a:pt x="1187415" y="5304332"/>
                  <a:pt x="0" y="4116917"/>
                  <a:pt x="0" y="2652166"/>
                </a:cubicBezTo>
                <a:cubicBezTo>
                  <a:pt x="0" y="1187415"/>
                  <a:pt x="1187415" y="0"/>
                  <a:pt x="2652166" y="0"/>
                </a:cubicBezTo>
                <a:close/>
              </a:path>
            </a:pathLst>
          </a:custGeom>
          <a:solidFill>
            <a:schemeClr val="bg1">
              <a:alpha val="10000"/>
            </a:schemeClr>
          </a:soli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180" name="标题 1"/>
          <p:cNvSpPr/>
          <p:nvPr/>
        </p:nvSpPr>
        <p:spPr>
          <a:xfrm>
            <a:off x="3717925" y="2996565"/>
            <a:ext cx="7477125" cy="98488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altLang="zh-CN" sz="6400" b="0" u="none" strike="noStrike">
                <a:solidFill>
                  <a:srgbClr val="FCB752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{{section_title}}</a:t>
            </a:r>
            <a:endParaRPr lang="en-US" altLang="zh-CN" sz="6400" b="0" u="none" strike="noStrike">
              <a:solidFill>
                <a:srgbClr val="FCB752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182" name="标题 1"/>
          <p:cNvSpPr/>
          <p:nvPr/>
        </p:nvSpPr>
        <p:spPr>
          <a:xfrm>
            <a:off x="7608600" y="1352420"/>
            <a:ext cx="1713960" cy="64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4800" b="0" u="none" strike="noStrike">
                <a:solidFill>
                  <a:schemeClr val="bg1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PART</a:t>
            </a:r>
            <a:endParaRPr lang="en-US" sz="4800" b="0" u="none" strike="noStrike">
              <a:solidFill>
                <a:schemeClr val="bg1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3" name="标题 1"/>
          <p:cNvSpPr/>
          <p:nvPr/>
        </p:nvSpPr>
        <p:spPr>
          <a:xfrm>
            <a:off x="10211760" y="5589350"/>
            <a:ext cx="982800" cy="110520"/>
          </a:xfrm>
          <a:prstGeom prst="rect">
            <a:avLst/>
          </a:prstGeom>
          <a:gradFill rotWithShape="0">
            <a:gsLst>
              <a:gs pos="95000">
                <a:srgbClr val="4E61EB"/>
              </a:gs>
              <a:gs pos="11000">
                <a:srgbClr val="4E61EB">
                  <a:alpha val="0"/>
                </a:srgbClr>
              </a:gs>
            </a:gsLst>
            <a:lin ang="0"/>
          </a:gra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18560" y="4978400"/>
            <a:ext cx="7449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4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{{section_overview}}</a:t>
            </a:r>
            <a:endParaRPr lang="en-US" altLang="zh-CN" sz="24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51670" y="1412875"/>
            <a:ext cx="2036445" cy="16019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{{section_number}}</a:t>
            </a:r>
            <a:endParaRPr lang="en-US" altLang="zh-CN" sz="115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 flipV="1">
            <a:off x="0" y="-6350"/>
            <a:ext cx="12192000" cy="6858000"/>
          </a:xfrm>
          <a:prstGeom prst="rect">
            <a:avLst/>
          </a:prstGeom>
          <a:gradFill>
            <a:gsLst>
              <a:gs pos="0">
                <a:srgbClr val="D3E4FE">
                  <a:alpha val="50000"/>
                </a:srgbClr>
              </a:gs>
              <a:gs pos="60000">
                <a:schemeClr val="bg1"/>
              </a:gs>
            </a:gsLst>
            <a:lin ang="5400000" scaled="0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p>
            <a:pPr algn="ctr"/>
            <a:endParaRPr kumimoji="1" lang="zh-CN" altLang="en-US"/>
          </a:p>
        </p:txBody>
      </p:sp>
      <p:sp>
        <p:nvSpPr>
          <p:cNvPr id="221" name="标题 1"/>
          <p:cNvSpPr/>
          <p:nvPr/>
        </p:nvSpPr>
        <p:spPr>
          <a:xfrm flipH="1" flipV="1">
            <a:off x="10559880" y="2144880"/>
            <a:ext cx="982440" cy="951120"/>
          </a:xfrm>
          <a:custGeom>
            <a:avLst/>
            <a:gdLst>
              <a:gd name="textAreaLeft" fmla="*/ 360 w 982440"/>
              <a:gd name="textAreaRight" fmla="*/ 983520 w 982440"/>
              <a:gd name="textAreaTop" fmla="*/ -360 h 951120"/>
              <a:gd name="textAreaBottom" fmla="*/ 951480 h 951120"/>
            </a:gdLst>
            <a:ahLst/>
            <a:cxnLst/>
            <a:rect l="textAreaLeft" t="textAreaTop" r="textAreaRight" b="textAreaBottom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gradFill rotWithShape="0">
            <a:gsLst>
              <a:gs pos="13000">
                <a:srgbClr val="FFFFFF">
                  <a:alpha val="21000"/>
                </a:srgbClr>
              </a:gs>
              <a:gs pos="98000">
                <a:srgbClr val="FFFFFF">
                  <a:alpha val="82000"/>
                </a:srgbClr>
              </a:gs>
            </a:gsLst>
            <a:lin ang="5400000"/>
          </a:gradFill>
          <a:ln w="186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26" name="Freeform 20"/>
          <p:cNvSpPr/>
          <p:nvPr/>
        </p:nvSpPr>
        <p:spPr>
          <a:xfrm>
            <a:off x="479160" y="3497400"/>
            <a:ext cx="3593880" cy="399240"/>
          </a:xfrm>
          <a:prstGeom prst="roundRect">
            <a:avLst>
              <a:gd name="adj" fmla="val 107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chemeClr val="accent5">
                  <a:lumMod val="75000"/>
                </a:schemeClr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27" name="标题 1"/>
          <p:cNvSpPr/>
          <p:nvPr>
            <p:custDataLst>
              <p:tags r:id="rId1"/>
            </p:custDataLst>
          </p:nvPr>
        </p:nvSpPr>
        <p:spPr>
          <a:xfrm>
            <a:off x="624240" y="3837960"/>
            <a:ext cx="6256080" cy="1627920"/>
          </a:xfrm>
          <a:prstGeom prst="rect">
            <a:avLst/>
          </a:prstGeom>
          <a:solidFill>
            <a:schemeClr val="bg1">
              <a:lumMod val="85000"/>
              <a:alpha val="22000"/>
            </a:schemeClr>
          </a:soli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28" name="标题 1"/>
          <p:cNvSpPr/>
          <p:nvPr>
            <p:custDataLst>
              <p:tags r:id="rId2"/>
            </p:custDataLst>
          </p:nvPr>
        </p:nvSpPr>
        <p:spPr>
          <a:xfrm>
            <a:off x="624240" y="1900080"/>
            <a:ext cx="6256080" cy="1627920"/>
          </a:xfrm>
          <a:prstGeom prst="rect">
            <a:avLst/>
          </a:prstGeom>
          <a:solidFill>
            <a:srgbClr val="D9D9D9">
              <a:alpha val="22000"/>
            </a:srgbClr>
          </a:soli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29" name="标题 1"/>
          <p:cNvSpPr/>
          <p:nvPr>
            <p:custDataLst>
              <p:tags r:id="rId3"/>
            </p:custDataLst>
          </p:nvPr>
        </p:nvSpPr>
        <p:spPr>
          <a:xfrm>
            <a:off x="963930" y="2174240"/>
            <a:ext cx="4996180" cy="42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altLang="zh-CN" sz="2400" b="0" u="none" strike="noStrike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{{content_points[0]}}</a:t>
            </a:r>
            <a:endParaRPr lang="en-US" altLang="zh-CN" sz="2400" b="0" u="none" strike="noStrike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30" name="标题 1"/>
          <p:cNvSpPr/>
          <p:nvPr>
            <p:custDataLst>
              <p:tags r:id="rId4"/>
            </p:custDataLst>
          </p:nvPr>
        </p:nvSpPr>
        <p:spPr>
          <a:xfrm>
            <a:off x="963930" y="2729865"/>
            <a:ext cx="5197475" cy="2152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1400" b="0" u="none" strike="noStrike">
                <a:solidFill>
                  <a:schemeClr val="tx1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</a:rPr>
              <a:t>{{detailed_content[0]}}</a:t>
            </a:r>
            <a:endParaRPr lang="en-US" altLang="zh-CN" sz="1400" b="0" u="none" strike="noStrike">
              <a:solidFill>
                <a:schemeClr val="tx1"/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31" name="标题 1"/>
          <p:cNvSpPr/>
          <p:nvPr>
            <p:custDataLst>
              <p:tags r:id="rId5"/>
            </p:custDataLst>
          </p:nvPr>
        </p:nvSpPr>
        <p:spPr>
          <a:xfrm>
            <a:off x="963930" y="4058285"/>
            <a:ext cx="5197475" cy="42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altLang="zh-CN" sz="2400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{{content_points[1]}}</a:t>
            </a:r>
            <a:endParaRPr lang="en-US" altLang="zh-CN" sz="2400" b="0" u="none" strike="noStrike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232" name="标题 1"/>
          <p:cNvSpPr/>
          <p:nvPr>
            <p:custDataLst>
              <p:tags r:id="rId6"/>
            </p:custDataLst>
          </p:nvPr>
        </p:nvSpPr>
        <p:spPr>
          <a:xfrm>
            <a:off x="964080" y="4638600"/>
            <a:ext cx="5060160" cy="2152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1400" b="0" u="none" strike="noStrike">
                <a:solidFill>
                  <a:schemeClr val="tx1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</a:rPr>
              <a:t>{{detailed_content[1]}}</a:t>
            </a:r>
            <a:endParaRPr lang="en-US" altLang="zh-CN" sz="1400" b="0" u="none" strike="noStrike">
              <a:solidFill>
                <a:schemeClr val="tx1"/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33" name="标题 1"/>
          <p:cNvSpPr/>
          <p:nvPr>
            <p:custDataLst>
              <p:tags r:id="rId7"/>
            </p:custDataLst>
          </p:nvPr>
        </p:nvSpPr>
        <p:spPr>
          <a:xfrm>
            <a:off x="6577200" y="1895760"/>
            <a:ext cx="1680840" cy="1656000"/>
          </a:xfrm>
          <a:prstGeom prst="rect">
            <a:avLst/>
          </a:prstGeom>
          <a:solidFill>
            <a:srgbClr val="172B84"/>
          </a:soli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34" name="图片 12"/>
          <p:cNvSpPr/>
          <p:nvPr/>
        </p:nvSpPr>
        <p:spPr>
          <a:xfrm>
            <a:off x="8383320" y="1895760"/>
            <a:ext cx="2944440" cy="1656000"/>
          </a:xfrm>
          <a:custGeom>
            <a:avLst/>
            <a:gdLst>
              <a:gd name="textAreaLeft" fmla="*/ 0 w 2944440"/>
              <a:gd name="textAreaRight" fmla="*/ 2945160 w 2944440"/>
              <a:gd name="textAreaTop" fmla="*/ 0 h 1656000"/>
              <a:gd name="textAreaBottom" fmla="*/ 1656720 h 1656000"/>
            </a:gdLst>
            <a:ahLst/>
            <a:cxnLst/>
            <a:rect l="textAreaLeft" t="textAreaTop" r="textAreaRight" b="textAreaBottom"/>
            <a:pathLst>
              <a:path w="3443126" h="1650384">
                <a:moveTo>
                  <a:pt x="0" y="0"/>
                </a:moveTo>
                <a:lnTo>
                  <a:pt x="3443126" y="0"/>
                </a:lnTo>
                <a:lnTo>
                  <a:pt x="3443126" y="1650384"/>
                </a:lnTo>
                <a:lnTo>
                  <a:pt x="0" y="1650384"/>
                </a:lnTo>
                <a:close/>
              </a:path>
            </a:pathLst>
          </a:custGeom>
          <a:blipFill rotWithShape="1">
            <a:blip r:embed="rId8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5" name="图片 14"/>
          <p:cNvSpPr/>
          <p:nvPr/>
        </p:nvSpPr>
        <p:spPr>
          <a:xfrm>
            <a:off x="8383320" y="3824280"/>
            <a:ext cx="2944440" cy="1656000"/>
          </a:xfrm>
          <a:custGeom>
            <a:avLst/>
            <a:gdLst>
              <a:gd name="textAreaLeft" fmla="*/ 0 w 2944440"/>
              <a:gd name="textAreaRight" fmla="*/ 2945160 w 2944440"/>
              <a:gd name="textAreaTop" fmla="*/ 0 h 1656000"/>
              <a:gd name="textAreaBottom" fmla="*/ 1656720 h 1656000"/>
            </a:gdLst>
            <a:ahLst/>
            <a:cxnLst/>
            <a:rect l="textAreaLeft" t="textAreaTop" r="textAreaRight" b="textAreaBottom"/>
            <a:pathLst>
              <a:path w="3443126" h="1650384">
                <a:moveTo>
                  <a:pt x="0" y="0"/>
                </a:moveTo>
                <a:lnTo>
                  <a:pt x="3443126" y="0"/>
                </a:lnTo>
                <a:lnTo>
                  <a:pt x="3443126" y="1650384"/>
                </a:lnTo>
                <a:lnTo>
                  <a:pt x="0" y="1650384"/>
                </a:lnTo>
                <a:close/>
              </a:path>
            </a:pathLst>
          </a:custGeom>
          <a:blipFill rotWithShape="1">
            <a:blip r:embed="rId8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6" name="标题 1"/>
          <p:cNvSpPr/>
          <p:nvPr>
            <p:custDataLst>
              <p:tags r:id="rId9"/>
            </p:custDataLst>
          </p:nvPr>
        </p:nvSpPr>
        <p:spPr>
          <a:xfrm>
            <a:off x="7135920" y="2413800"/>
            <a:ext cx="657720" cy="619920"/>
          </a:xfrm>
          <a:custGeom>
            <a:avLst/>
            <a:gdLst>
              <a:gd name="textAreaLeft" fmla="*/ 0 w 657720"/>
              <a:gd name="textAreaRight" fmla="*/ 658440 w 657720"/>
              <a:gd name="textAreaTop" fmla="*/ 0 h 619920"/>
              <a:gd name="textAreaBottom" fmla="*/ 620640 h 619920"/>
            </a:gdLst>
            <a:ahLst/>
            <a:cxnLst/>
            <a:rect l="textAreaLeft" t="textAreaTop" r="textAreaRight" b="textAreaBottom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37" name="标题 1"/>
          <p:cNvSpPr/>
          <p:nvPr>
            <p:custDataLst>
              <p:tags r:id="rId10"/>
            </p:custDataLst>
          </p:nvPr>
        </p:nvSpPr>
        <p:spPr>
          <a:xfrm>
            <a:off x="6577200" y="3838680"/>
            <a:ext cx="1680840" cy="1656000"/>
          </a:xfrm>
          <a:prstGeom prst="rect">
            <a:avLst/>
          </a:prstGeom>
          <a:solidFill>
            <a:srgbClr val="172B84"/>
          </a:soli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38" name="标题 1"/>
          <p:cNvSpPr/>
          <p:nvPr>
            <p:custDataLst>
              <p:tags r:id="rId11"/>
            </p:custDataLst>
          </p:nvPr>
        </p:nvSpPr>
        <p:spPr>
          <a:xfrm>
            <a:off x="7088400" y="4368600"/>
            <a:ext cx="657720" cy="596520"/>
          </a:xfrm>
          <a:custGeom>
            <a:avLst/>
            <a:gdLst>
              <a:gd name="textAreaLeft" fmla="*/ 0 w 657720"/>
              <a:gd name="textAreaRight" fmla="*/ 658440 w 657720"/>
              <a:gd name="textAreaTop" fmla="*/ 0 h 596520"/>
              <a:gd name="textAreaBottom" fmla="*/ 597240 h 596520"/>
            </a:gdLst>
            <a:ahLst/>
            <a:cxnLst/>
            <a:rect l="textAreaLeft" t="textAreaTop" r="textAreaRight" b="textAreaBottom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39" name="标题 1"/>
          <p:cNvSpPr/>
          <p:nvPr/>
        </p:nvSpPr>
        <p:spPr>
          <a:xfrm>
            <a:off x="0" y="6351840"/>
            <a:ext cx="12191400" cy="505440"/>
          </a:xfrm>
          <a:prstGeom prst="parallelogram">
            <a:avLst>
              <a:gd name="adj" fmla="val 0"/>
            </a:avLst>
          </a:prstGeom>
          <a:gradFill rotWithShape="0">
            <a:gsLst>
              <a:gs pos="0">
                <a:srgbClr val="172B84">
                  <a:alpha val="0"/>
                </a:srgbClr>
              </a:gs>
              <a:gs pos="50000">
                <a:srgbClr val="172B84"/>
              </a:gs>
              <a:gs pos="100000">
                <a:srgbClr val="172B84">
                  <a:alpha val="0"/>
                </a:srgbClr>
              </a:gs>
            </a:gsLst>
            <a:lin ang="0"/>
          </a:gradFill>
          <a:ln w="1905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54990" y="403225"/>
            <a:ext cx="10793730" cy="505460"/>
            <a:chOff x="874" y="861"/>
            <a:chExt cx="16998" cy="796"/>
          </a:xfrm>
        </p:grpSpPr>
        <p:sp>
          <p:nvSpPr>
            <p:cNvPr id="223" name="标题 1"/>
            <p:cNvSpPr/>
            <p:nvPr/>
          </p:nvSpPr>
          <p:spPr>
            <a:xfrm>
              <a:off x="874" y="861"/>
              <a:ext cx="950" cy="796"/>
            </a:xfrm>
            <a:prstGeom prst="homePlate">
              <a:avLst>
                <a:gd name="adj" fmla="val 44221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7" name="标题 1"/>
            <p:cNvSpPr/>
            <p:nvPr/>
          </p:nvSpPr>
          <p:spPr>
            <a:xfrm>
              <a:off x="1662" y="861"/>
              <a:ext cx="793" cy="796"/>
            </a:xfrm>
            <a:prstGeom prst="chevron">
              <a:avLst>
                <a:gd name="adj" fmla="val 49306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8" name="标题 1"/>
            <p:cNvSpPr/>
            <p:nvPr/>
          </p:nvSpPr>
          <p:spPr>
            <a:xfrm>
              <a:off x="2456" y="861"/>
              <a:ext cx="15416" cy="796"/>
            </a:xfrm>
            <a:prstGeom prst="rect">
              <a:avLst/>
            </a:prstGeom>
            <a:gradFill>
              <a:gsLst>
                <a:gs pos="100000">
                  <a:srgbClr val="F6F7F7">
                    <a:alpha val="0"/>
                  </a:srgbClr>
                </a:gs>
                <a:gs pos="0">
                  <a:srgbClr val="F5F5F7"/>
                </a:gs>
              </a:gsLst>
              <a:lin ang="2700000" scaled="0"/>
            </a:gra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225" name="标题 1"/>
            <p:cNvSpPr/>
            <p:nvPr/>
          </p:nvSpPr>
          <p:spPr>
            <a:xfrm>
              <a:off x="2682" y="920"/>
              <a:ext cx="11671" cy="6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0" tIns="0" rIns="0" bIns="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2800" b="0" u="none" strike="noStrike">
                  <a:solidFill>
                    <a:srgbClr val="172B84"/>
                  </a:solidFill>
                  <a:uFillTx/>
                  <a:latin typeface="思源黑体 CN Bold" panose="020B0800000000000000" charset="-122"/>
                  <a:ea typeface="思源黑体 CN Bold" panose="020B0800000000000000" charset="-122"/>
                </a:rPr>
                <a:t>{{section_title}}</a:t>
              </a:r>
              <a:endParaRPr lang="en-US" altLang="zh-CN" sz="2800" b="0" u="none" strike="noStrike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07035" y="1039495"/>
            <a:ext cx="109613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>
                <a:solidFill>
                  <a:srgbClr val="172B84"/>
                </a:solidFill>
                <a:latin typeface="思源黑体" panose="020B0800000000000000" charset="-122"/>
                <a:ea typeface="思源黑体" panose="020B0800000000000000" charset="-122"/>
              </a:rPr>
              <a:t>{{title}}</a:t>
            </a:r>
            <a:endParaRPr lang="en-US" altLang="zh-CN" sz="2200">
              <a:solidFill>
                <a:srgbClr val="172B84"/>
              </a:solidFill>
              <a:latin typeface="思源黑体" panose="020B0800000000000000" charset="-122"/>
              <a:ea typeface="思源黑体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 flipV="1">
            <a:off x="0" y="-6350"/>
            <a:ext cx="12192000" cy="6858000"/>
          </a:xfrm>
          <a:prstGeom prst="rect">
            <a:avLst/>
          </a:prstGeom>
          <a:gradFill>
            <a:gsLst>
              <a:gs pos="0">
                <a:srgbClr val="D3E4FE">
                  <a:alpha val="50000"/>
                </a:srgbClr>
              </a:gs>
              <a:gs pos="60000">
                <a:schemeClr val="bg1"/>
              </a:gs>
            </a:gsLst>
            <a:lin ang="5400000" scaled="0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p>
            <a:pPr algn="ctr"/>
            <a:endParaRPr kumimoji="1" lang="zh-CN" altLang="en-US"/>
          </a:p>
        </p:txBody>
      </p:sp>
      <p:sp>
        <p:nvSpPr>
          <p:cNvPr id="226" name="Freeform 20"/>
          <p:cNvSpPr/>
          <p:nvPr/>
        </p:nvSpPr>
        <p:spPr>
          <a:xfrm>
            <a:off x="479160" y="3784420"/>
            <a:ext cx="3593880" cy="399240"/>
          </a:xfrm>
          <a:prstGeom prst="roundRect">
            <a:avLst>
              <a:gd name="adj" fmla="val 107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chemeClr val="accent5">
                  <a:lumMod val="75000"/>
                </a:schemeClr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39" name="标题 1"/>
          <p:cNvSpPr/>
          <p:nvPr/>
        </p:nvSpPr>
        <p:spPr>
          <a:xfrm>
            <a:off x="0" y="6351840"/>
            <a:ext cx="12191400" cy="505440"/>
          </a:xfrm>
          <a:prstGeom prst="parallelogram">
            <a:avLst>
              <a:gd name="adj" fmla="val 0"/>
            </a:avLst>
          </a:prstGeom>
          <a:gradFill rotWithShape="0">
            <a:gsLst>
              <a:gs pos="0">
                <a:srgbClr val="172B84">
                  <a:alpha val="0"/>
                </a:srgbClr>
              </a:gs>
              <a:gs pos="50000">
                <a:srgbClr val="172B84"/>
              </a:gs>
              <a:gs pos="100000">
                <a:srgbClr val="172B84">
                  <a:alpha val="0"/>
                </a:srgbClr>
              </a:gs>
            </a:gsLst>
            <a:lin ang="0"/>
          </a:gradFill>
          <a:ln w="1905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54990" y="403225"/>
            <a:ext cx="10793730" cy="505460"/>
            <a:chOff x="874" y="861"/>
            <a:chExt cx="16998" cy="796"/>
          </a:xfrm>
        </p:grpSpPr>
        <p:sp>
          <p:nvSpPr>
            <p:cNvPr id="223" name="标题 1"/>
            <p:cNvSpPr/>
            <p:nvPr/>
          </p:nvSpPr>
          <p:spPr>
            <a:xfrm>
              <a:off x="874" y="861"/>
              <a:ext cx="950" cy="796"/>
            </a:xfrm>
            <a:prstGeom prst="homePlate">
              <a:avLst>
                <a:gd name="adj" fmla="val 44221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7" name="标题 1"/>
            <p:cNvSpPr/>
            <p:nvPr/>
          </p:nvSpPr>
          <p:spPr>
            <a:xfrm>
              <a:off x="1662" y="861"/>
              <a:ext cx="793" cy="796"/>
            </a:xfrm>
            <a:prstGeom prst="chevron">
              <a:avLst>
                <a:gd name="adj" fmla="val 49306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8" name="标题 1"/>
            <p:cNvSpPr/>
            <p:nvPr/>
          </p:nvSpPr>
          <p:spPr>
            <a:xfrm>
              <a:off x="2456" y="861"/>
              <a:ext cx="15416" cy="796"/>
            </a:xfrm>
            <a:prstGeom prst="rect">
              <a:avLst/>
            </a:prstGeom>
            <a:gradFill>
              <a:gsLst>
                <a:gs pos="100000">
                  <a:srgbClr val="F6F7F7">
                    <a:alpha val="0"/>
                  </a:srgbClr>
                </a:gs>
                <a:gs pos="0">
                  <a:srgbClr val="F5F5F7"/>
                </a:gs>
              </a:gsLst>
              <a:lin ang="2700000" scaled="0"/>
            </a:gra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225" name="标题 1"/>
            <p:cNvSpPr/>
            <p:nvPr/>
          </p:nvSpPr>
          <p:spPr>
            <a:xfrm>
              <a:off x="2682" y="920"/>
              <a:ext cx="11671" cy="6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0" tIns="0" rIns="0" bIns="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2800" b="0" u="none" strike="noStrike">
                  <a:solidFill>
                    <a:srgbClr val="172B84"/>
                  </a:solidFill>
                  <a:uFillTx/>
                  <a:latin typeface="思源黑体 CN Bold" panose="020B0800000000000000" charset="-122"/>
                  <a:ea typeface="思源黑体 CN Bold" panose="020B0800000000000000" charset="-122"/>
                </a:rPr>
                <a:t>{{section_title}}</a:t>
              </a:r>
              <a:endParaRPr lang="en-US" altLang="zh-CN" sz="2800" b="0" u="none" strike="noStrike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grpSp>
        <p:nvGrpSpPr>
          <p:cNvPr id="309" name="组合 18"/>
          <p:cNvGrpSpPr/>
          <p:nvPr/>
        </p:nvGrpSpPr>
        <p:grpSpPr>
          <a:xfrm>
            <a:off x="4753440" y="2443060"/>
            <a:ext cx="587160" cy="2858400"/>
            <a:chOff x="4753440" y="2156040"/>
            <a:chExt cx="587160" cy="2858400"/>
          </a:xfrm>
        </p:grpSpPr>
        <p:cxnSp>
          <p:nvCxnSpPr>
            <p:cNvPr id="310" name="标题 1"/>
            <p:cNvCxnSpPr/>
            <p:nvPr/>
          </p:nvCxnSpPr>
          <p:spPr>
            <a:xfrm>
              <a:off x="4755240" y="3590280"/>
              <a:ext cx="585720" cy="720"/>
            </a:xfrm>
            <a:prstGeom prst="straightConnector1">
              <a:avLst/>
            </a:prstGeom>
            <a:ln w="12700" cap="sq">
              <a:solidFill>
                <a:srgbClr val="5F98FC"/>
              </a:solidFill>
              <a:miter/>
              <a:tailEnd type="triangle" w="med" len="med"/>
            </a:ln>
          </p:spPr>
        </p:cxnSp>
        <p:sp>
          <p:nvSpPr>
            <p:cNvPr id="311" name="标题 1"/>
            <p:cNvSpPr/>
            <p:nvPr/>
          </p:nvSpPr>
          <p:spPr>
            <a:xfrm>
              <a:off x="4753440" y="2156040"/>
              <a:ext cx="525240" cy="1301040"/>
            </a:xfrm>
            <a:custGeom>
              <a:avLst/>
              <a:gdLst>
                <a:gd name="textAreaLeft" fmla="*/ 0 w 525240"/>
                <a:gd name="textAreaRight" fmla="*/ 525960 w 525240"/>
                <a:gd name="textAreaTop" fmla="*/ 0 h 1301040"/>
                <a:gd name="textAreaBottom" fmla="*/ 1301760 h 1301040"/>
              </a:gdLst>
              <a:ahLst/>
              <a:cxnLst/>
              <a:rect l="textAreaLeft" t="textAreaTop" r="textAreaRight" b="textAreaBottom"/>
              <a:pathLst>
                <a:path w="915041" h="1608429">
                  <a:moveTo>
                    <a:pt x="0" y="1608429"/>
                  </a:moveTo>
                  <a:cubicBezTo>
                    <a:pt x="468741" y="1444593"/>
                    <a:pt x="476972" y="1069827"/>
                    <a:pt x="490331" y="834887"/>
                  </a:cubicBezTo>
                  <a:cubicBezTo>
                    <a:pt x="503690" y="599947"/>
                    <a:pt x="487765" y="160521"/>
                    <a:pt x="915041" y="0"/>
                  </a:cubicBezTo>
                </a:path>
              </a:pathLst>
            </a:custGeom>
            <a:noFill/>
            <a:ln w="19050" cap="sq">
              <a:solidFill>
                <a:srgbClr val="5F98FC"/>
              </a:solidFill>
              <a:miter/>
              <a:tailEnd type="triangle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312" name="标题 1"/>
            <p:cNvSpPr/>
            <p:nvPr/>
          </p:nvSpPr>
          <p:spPr>
            <a:xfrm flipV="1">
              <a:off x="4753440" y="3713400"/>
              <a:ext cx="525240" cy="1301040"/>
            </a:xfrm>
            <a:custGeom>
              <a:avLst/>
              <a:gdLst>
                <a:gd name="textAreaLeft" fmla="*/ 0 w 525240"/>
                <a:gd name="textAreaRight" fmla="*/ 525960 w 525240"/>
                <a:gd name="textAreaTop" fmla="*/ -360 h 1301040"/>
                <a:gd name="textAreaBottom" fmla="*/ 1301400 h 1301040"/>
              </a:gdLst>
              <a:ahLst/>
              <a:cxnLst/>
              <a:rect l="textAreaLeft" t="textAreaTop" r="textAreaRight" b="textAreaBottom"/>
              <a:pathLst>
                <a:path w="915041" h="1608429">
                  <a:moveTo>
                    <a:pt x="0" y="1608429"/>
                  </a:moveTo>
                  <a:cubicBezTo>
                    <a:pt x="468741" y="1444593"/>
                    <a:pt x="476972" y="1069827"/>
                    <a:pt x="490331" y="834887"/>
                  </a:cubicBezTo>
                  <a:cubicBezTo>
                    <a:pt x="503690" y="599947"/>
                    <a:pt x="487765" y="160521"/>
                    <a:pt x="915041" y="0"/>
                  </a:cubicBezTo>
                </a:path>
              </a:pathLst>
            </a:custGeom>
            <a:noFill/>
            <a:ln w="19050" cap="sq">
              <a:solidFill>
                <a:srgbClr val="5F98FC"/>
              </a:solidFill>
              <a:miter/>
              <a:tailEnd type="triangle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</p:grpSp>
      <p:grpSp>
        <p:nvGrpSpPr>
          <p:cNvPr id="313" name="组合 23"/>
          <p:cNvGrpSpPr/>
          <p:nvPr/>
        </p:nvGrpSpPr>
        <p:grpSpPr>
          <a:xfrm>
            <a:off x="644040" y="2198980"/>
            <a:ext cx="4016520" cy="3630240"/>
            <a:chOff x="644040" y="1911960"/>
            <a:chExt cx="4016520" cy="3630240"/>
          </a:xfrm>
        </p:grpSpPr>
        <p:sp>
          <p:nvSpPr>
            <p:cNvPr id="314" name="标题 1"/>
            <p:cNvSpPr/>
            <p:nvPr/>
          </p:nvSpPr>
          <p:spPr>
            <a:xfrm rot="12845400">
              <a:off x="1180080" y="1906920"/>
              <a:ext cx="628920" cy="2105640"/>
            </a:xfrm>
            <a:custGeom>
              <a:avLst/>
              <a:gdLst>
                <a:gd name="textAreaLeft" fmla="*/ 0 w 628920"/>
                <a:gd name="textAreaRight" fmla="*/ 629640 w 628920"/>
                <a:gd name="textAreaTop" fmla="*/ 0 h 2105640"/>
                <a:gd name="textAreaBottom" fmla="*/ 2106360 h 2105640"/>
              </a:gdLst>
              <a:ahLst/>
              <a:cxnLst/>
              <a:rect l="textAreaLeft" t="textAreaTop" r="textAreaRight" b="textAreaBottom"/>
              <a:pathLst>
                <a:path w="790335" h="2643187">
                  <a:moveTo>
                    <a:pt x="0" y="0"/>
                  </a:moveTo>
                  <a:cubicBezTo>
                    <a:pt x="490537" y="370285"/>
                    <a:pt x="696660" y="874556"/>
                    <a:pt x="760144" y="1244223"/>
                  </a:cubicBezTo>
                  <a:cubicBezTo>
                    <a:pt x="823628" y="1613890"/>
                    <a:pt x="798708" y="2194295"/>
                    <a:pt x="571500" y="2643187"/>
                  </a:cubicBezTo>
                </a:path>
              </a:pathLst>
            </a:custGeom>
            <a:noFill/>
            <a:ln w="25400" cap="rnd">
              <a:solidFill>
                <a:srgbClr val="8784C7">
                  <a:alpha val="0"/>
                </a:srgbClr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315" name="标题 1"/>
            <p:cNvSpPr/>
            <p:nvPr/>
          </p:nvSpPr>
          <p:spPr>
            <a:xfrm>
              <a:off x="4031640" y="2221560"/>
              <a:ext cx="628920" cy="2105640"/>
            </a:xfrm>
            <a:custGeom>
              <a:avLst/>
              <a:gdLst>
                <a:gd name="textAreaLeft" fmla="*/ 0 w 628920"/>
                <a:gd name="textAreaRight" fmla="*/ 629640 w 628920"/>
                <a:gd name="textAreaTop" fmla="*/ 0 h 2105640"/>
                <a:gd name="textAreaBottom" fmla="*/ 2106360 h 2105640"/>
              </a:gdLst>
              <a:ahLst/>
              <a:cxnLst/>
              <a:rect l="textAreaLeft" t="textAreaTop" r="textAreaRight" b="textAreaBottom"/>
              <a:pathLst>
                <a:path w="790335" h="2643187">
                  <a:moveTo>
                    <a:pt x="0" y="0"/>
                  </a:moveTo>
                  <a:cubicBezTo>
                    <a:pt x="490537" y="370285"/>
                    <a:pt x="696660" y="874556"/>
                    <a:pt x="760144" y="1244223"/>
                  </a:cubicBezTo>
                  <a:cubicBezTo>
                    <a:pt x="823628" y="1613890"/>
                    <a:pt x="798708" y="2194295"/>
                    <a:pt x="571500" y="2643187"/>
                  </a:cubicBezTo>
                </a:path>
              </a:pathLst>
            </a:custGeom>
            <a:noFill/>
            <a:ln w="25400" cap="rnd">
              <a:solidFill>
                <a:srgbClr val="FFC000">
                  <a:alpha val="0"/>
                </a:srgbClr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316" name="标题 1"/>
            <p:cNvSpPr/>
            <p:nvPr/>
          </p:nvSpPr>
          <p:spPr>
            <a:xfrm rot="5958600">
              <a:off x="2598840" y="4008600"/>
              <a:ext cx="628920" cy="2105640"/>
            </a:xfrm>
            <a:custGeom>
              <a:avLst/>
              <a:gdLst>
                <a:gd name="textAreaLeft" fmla="*/ 0 w 628920"/>
                <a:gd name="textAreaRight" fmla="*/ 629640 w 628920"/>
                <a:gd name="textAreaTop" fmla="*/ 0 h 2105640"/>
                <a:gd name="textAreaBottom" fmla="*/ 2106360 h 2105640"/>
              </a:gdLst>
              <a:ahLst/>
              <a:cxnLst/>
              <a:rect l="textAreaLeft" t="textAreaTop" r="textAreaRight" b="textAreaBottom"/>
              <a:pathLst>
                <a:path w="790335" h="2643187">
                  <a:moveTo>
                    <a:pt x="0" y="0"/>
                  </a:moveTo>
                  <a:cubicBezTo>
                    <a:pt x="490537" y="370285"/>
                    <a:pt x="696660" y="874556"/>
                    <a:pt x="760144" y="1244223"/>
                  </a:cubicBezTo>
                  <a:cubicBezTo>
                    <a:pt x="823628" y="1613890"/>
                    <a:pt x="798708" y="2194295"/>
                    <a:pt x="571500" y="2643187"/>
                  </a:cubicBezTo>
                </a:path>
              </a:pathLst>
            </a:custGeom>
            <a:noFill/>
            <a:ln w="25400" cap="rnd">
              <a:solidFill>
                <a:srgbClr val="38EAA9">
                  <a:alpha val="0"/>
                </a:srgbClr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317" name="标题 1"/>
            <p:cNvSpPr/>
            <p:nvPr/>
          </p:nvSpPr>
          <p:spPr>
            <a:xfrm>
              <a:off x="2869200" y="1960200"/>
              <a:ext cx="1616040" cy="2411640"/>
            </a:xfrm>
            <a:custGeom>
              <a:avLst/>
              <a:gdLst>
                <a:gd name="textAreaLeft" fmla="*/ 0 w 1616040"/>
                <a:gd name="textAreaRight" fmla="*/ 1616760 w 1616040"/>
                <a:gd name="textAreaTop" fmla="*/ 0 h 2411640"/>
                <a:gd name="textAreaBottom" fmla="*/ 2412360 h 2411640"/>
              </a:gdLst>
              <a:ahLst/>
              <a:cxnLst/>
              <a:rect l="textAreaLeft" t="textAreaTop" r="textAreaRight" b="textAreaBottom"/>
              <a:pathLst>
                <a:path w="1873814" h="2796281">
                  <a:moveTo>
                    <a:pt x="4910" y="0"/>
                  </a:moveTo>
                  <a:cubicBezTo>
                    <a:pt x="1037077" y="0"/>
                    <a:pt x="1873814" y="836737"/>
                    <a:pt x="1873814" y="1868904"/>
                  </a:cubicBezTo>
                  <a:cubicBezTo>
                    <a:pt x="1873814" y="2191456"/>
                    <a:pt x="1792102" y="2494924"/>
                    <a:pt x="1648247" y="2759735"/>
                  </a:cubicBezTo>
                  <a:lnTo>
                    <a:pt x="1626045" y="2796281"/>
                  </a:lnTo>
                  <a:lnTo>
                    <a:pt x="1050563" y="2755662"/>
                  </a:lnTo>
                  <a:lnTo>
                    <a:pt x="829105" y="2227421"/>
                  </a:lnTo>
                  <a:lnTo>
                    <a:pt x="833244" y="2218828"/>
                  </a:lnTo>
                  <a:cubicBezTo>
                    <a:pt x="878735" y="2111275"/>
                    <a:pt x="903890" y="1993027"/>
                    <a:pt x="903890" y="1868904"/>
                  </a:cubicBezTo>
                  <a:cubicBezTo>
                    <a:pt x="903890" y="1403442"/>
                    <a:pt x="550142" y="1020602"/>
                    <a:pt x="96825" y="974565"/>
                  </a:cubicBezTo>
                  <a:lnTo>
                    <a:pt x="34782" y="971432"/>
                  </a:lnTo>
                  <a:lnTo>
                    <a:pt x="316231" y="514099"/>
                  </a:lnTo>
                  <a:lnTo>
                    <a:pt x="0" y="248"/>
                  </a:lnTo>
                  <a:lnTo>
                    <a:pt x="4910" y="0"/>
                  </a:lnTo>
                  <a:close/>
                </a:path>
              </a:pathLst>
            </a:custGeom>
            <a:gradFill rotWithShape="0">
              <a:gsLst>
                <a:gs pos="30000">
                  <a:srgbClr val="FFC000"/>
                </a:gs>
                <a:gs pos="100000">
                  <a:srgbClr val="FFC000">
                    <a:alpha val="50000"/>
                  </a:srgbClr>
                </a:gs>
              </a:gsLst>
              <a:lin ang="20820000"/>
            </a:gra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318" name="标题 1"/>
            <p:cNvSpPr/>
            <p:nvPr/>
          </p:nvSpPr>
          <p:spPr>
            <a:xfrm>
              <a:off x="1261080" y="1973160"/>
              <a:ext cx="1681560" cy="2431080"/>
            </a:xfrm>
            <a:custGeom>
              <a:avLst/>
              <a:gdLst>
                <a:gd name="textAreaLeft" fmla="*/ 0 w 1681560"/>
                <a:gd name="textAreaRight" fmla="*/ 1682280 w 1681560"/>
                <a:gd name="textAreaTop" fmla="*/ 0 h 2431080"/>
                <a:gd name="textAreaBottom" fmla="*/ 2431800 h 2431080"/>
              </a:gdLst>
              <a:ahLst/>
              <a:cxnLst/>
              <a:rect l="textAreaLeft" t="textAreaTop" r="textAreaRight" b="textAreaBottom"/>
              <a:pathLst>
                <a:path w="1949882" h="2818495">
                  <a:moveTo>
                    <a:pt x="1642732" y="0"/>
                  </a:moveTo>
                  <a:lnTo>
                    <a:pt x="1949882" y="499095"/>
                  </a:lnTo>
                  <a:lnTo>
                    <a:pt x="1652556" y="982228"/>
                  </a:lnTo>
                  <a:lnTo>
                    <a:pt x="1601575" y="995336"/>
                  </a:lnTo>
                  <a:cubicBezTo>
                    <a:pt x="1235628" y="1109158"/>
                    <a:pt x="969924" y="1450500"/>
                    <a:pt x="969924" y="1853900"/>
                  </a:cubicBezTo>
                  <a:cubicBezTo>
                    <a:pt x="969924" y="2009054"/>
                    <a:pt x="1009229" y="2155028"/>
                    <a:pt x="1078426" y="2282407"/>
                  </a:cubicBezTo>
                  <a:lnTo>
                    <a:pt x="1095660" y="2310775"/>
                  </a:lnTo>
                  <a:lnTo>
                    <a:pt x="553039" y="2295536"/>
                  </a:lnTo>
                  <a:lnTo>
                    <a:pt x="270379" y="2818495"/>
                  </a:lnTo>
                  <a:lnTo>
                    <a:pt x="225567" y="2744731"/>
                  </a:lnTo>
                  <a:cubicBezTo>
                    <a:pt x="81713" y="2479920"/>
                    <a:pt x="0" y="2176452"/>
                    <a:pt x="0" y="1853900"/>
                  </a:cubicBezTo>
                  <a:cubicBezTo>
                    <a:pt x="0" y="950754"/>
                    <a:pt x="640627" y="197234"/>
                    <a:pt x="1492255" y="22965"/>
                  </a:cubicBezTo>
                  <a:lnTo>
                    <a:pt x="1642732" y="0"/>
                  </a:lnTo>
                  <a:close/>
                </a:path>
              </a:pathLst>
            </a:custGeom>
            <a:gradFill rotWithShape="0">
              <a:gsLst>
                <a:gs pos="30000">
                  <a:srgbClr val="4E61EB"/>
                </a:gs>
                <a:gs pos="100000">
                  <a:srgbClr val="5F98FC">
                    <a:alpha val="50000"/>
                  </a:srgbClr>
                </a:gs>
              </a:gsLst>
              <a:lin ang="13500000"/>
            </a:gradFill>
            <a:ln w="19050">
              <a:noFill/>
            </a:ln>
            <a:effectLst>
              <a:outerShdw blurRad="380880" dist="190440" dir="5400000" sx="90000" sy="90000" algn="ctr" rotWithShape="0">
                <a:schemeClr val="accent2">
                  <a:alpha val="30000"/>
                </a:schemeClr>
              </a:outerShdw>
            </a:effec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319" name="标题 1"/>
            <p:cNvSpPr/>
            <p:nvPr/>
          </p:nvSpPr>
          <p:spPr>
            <a:xfrm>
              <a:off x="1602000" y="4057200"/>
              <a:ext cx="2562480" cy="1127160"/>
            </a:xfrm>
            <a:custGeom>
              <a:avLst/>
              <a:gdLst>
                <a:gd name="textAreaLeft" fmla="*/ 0 w 2562480"/>
                <a:gd name="textAreaRight" fmla="*/ 2563200 w 2562480"/>
                <a:gd name="textAreaTop" fmla="*/ 0 h 1127160"/>
                <a:gd name="textAreaBottom" fmla="*/ 1127880 h 1127160"/>
              </a:gdLst>
              <a:ahLst/>
              <a:cxnLst/>
              <a:rect l="textAreaLeft" t="textAreaTop" r="textAreaRight" b="textAreaBottom"/>
              <a:pathLst>
                <a:path w="2970928" h="1307167">
                  <a:moveTo>
                    <a:pt x="2170496" y="0"/>
                  </a:moveTo>
                  <a:lnTo>
                    <a:pt x="2385232" y="512205"/>
                  </a:lnTo>
                  <a:lnTo>
                    <a:pt x="2970928" y="553545"/>
                  </a:lnTo>
                  <a:lnTo>
                    <a:pt x="2915954" y="627059"/>
                  </a:lnTo>
                  <a:cubicBezTo>
                    <a:pt x="2573170" y="1042418"/>
                    <a:pt x="2054411" y="1307167"/>
                    <a:pt x="1473817" y="1307167"/>
                  </a:cubicBezTo>
                  <a:cubicBezTo>
                    <a:pt x="893223" y="1307167"/>
                    <a:pt x="374464" y="1042418"/>
                    <a:pt x="31680" y="627059"/>
                  </a:cubicBezTo>
                  <a:lnTo>
                    <a:pt x="0" y="584695"/>
                  </a:lnTo>
                  <a:lnTo>
                    <a:pt x="273123" y="79382"/>
                  </a:lnTo>
                  <a:lnTo>
                    <a:pt x="864883" y="96001"/>
                  </a:lnTo>
                  <a:lnTo>
                    <a:pt x="971189" y="183711"/>
                  </a:lnTo>
                  <a:cubicBezTo>
                    <a:pt x="1114667" y="280644"/>
                    <a:pt x="1287632" y="337243"/>
                    <a:pt x="1473817" y="337243"/>
                  </a:cubicBezTo>
                  <a:cubicBezTo>
                    <a:pt x="1722064" y="337243"/>
                    <a:pt x="1946809" y="236621"/>
                    <a:pt x="2109492" y="73938"/>
                  </a:cubicBezTo>
                  <a:lnTo>
                    <a:pt x="2170496" y="0"/>
                  </a:lnTo>
                  <a:close/>
                </a:path>
              </a:pathLst>
            </a:custGeom>
            <a:gradFill rotWithShape="0">
              <a:gsLst>
                <a:gs pos="30000">
                  <a:srgbClr val="38EAA9"/>
                </a:gs>
                <a:gs pos="100000">
                  <a:srgbClr val="38EAA9">
                    <a:alpha val="50000"/>
                  </a:srgbClr>
                </a:gs>
              </a:gsLst>
              <a:lin ang="7320000"/>
            </a:gradFill>
            <a:ln w="19050">
              <a:noFill/>
            </a:ln>
            <a:effectLst>
              <a:outerShdw blurRad="380880" dist="190440" dir="5400000" sx="90000" sy="90000" algn="ctr" rotWithShape="0">
                <a:schemeClr val="accent1">
                  <a:alpha val="30000"/>
                </a:schemeClr>
              </a:outerShdw>
            </a:effec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</p:grpSp>
      <p:grpSp>
        <p:nvGrpSpPr>
          <p:cNvPr id="323" name="组合 33"/>
          <p:cNvGrpSpPr/>
          <p:nvPr>
            <p:custDataLst>
              <p:tags r:id="rId1"/>
            </p:custDataLst>
          </p:nvPr>
        </p:nvGrpSpPr>
        <p:grpSpPr>
          <a:xfrm>
            <a:off x="5455080" y="1493380"/>
            <a:ext cx="5172840" cy="1456560"/>
            <a:chOff x="5455080" y="1206360"/>
            <a:chExt cx="5172840" cy="1456560"/>
          </a:xfrm>
        </p:grpSpPr>
        <p:sp>
          <p:nvSpPr>
            <p:cNvPr id="324" name="标题 1"/>
            <p:cNvSpPr/>
            <p:nvPr>
              <p:custDataLst>
                <p:tags r:id="rId2"/>
              </p:custDataLst>
            </p:nvPr>
          </p:nvSpPr>
          <p:spPr>
            <a:xfrm>
              <a:off x="5455080" y="1206360"/>
              <a:ext cx="5172840" cy="1456560"/>
            </a:xfrm>
            <a:prstGeom prst="roundRect">
              <a:avLst>
                <a:gd name="adj" fmla="val 7458"/>
              </a:avLst>
            </a:prstGeom>
            <a:solidFill>
              <a:schemeClr val="bg1"/>
            </a:solidFill>
            <a:ln w="19050">
              <a:noFill/>
            </a:ln>
            <a:effectLst>
              <a:outerShdw blurRad="355680" dist="50610" dir="7788334" sx="102000" sy="102000" algn="l" rotWithShape="0">
                <a:schemeClr val="accent2">
                  <a:lumMod val="50000"/>
                  <a:alpha val="40000"/>
                </a:schemeClr>
              </a:outerShdw>
            </a:effec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325" name="标题 1"/>
            <p:cNvSpPr/>
            <p:nvPr>
              <p:custDataLst>
                <p:tags r:id="rId3"/>
              </p:custDataLst>
            </p:nvPr>
          </p:nvSpPr>
          <p:spPr>
            <a:xfrm>
              <a:off x="5638320" y="1347840"/>
              <a:ext cx="1335240" cy="1202400"/>
            </a:xfrm>
            <a:prstGeom prst="roundRect">
              <a:avLst>
                <a:gd name="adj" fmla="val 9023"/>
              </a:avLst>
            </a:prstGeom>
            <a:gradFill rotWithShape="0">
              <a:gsLst>
                <a:gs pos="0">
                  <a:srgbClr val="C0D8FD"/>
                </a:gs>
                <a:gs pos="72000">
                  <a:srgbClr val="172B84"/>
                </a:gs>
              </a:gsLst>
              <a:lin ang="5400000"/>
            </a:gradFill>
            <a:ln w="19050">
              <a:noFill/>
            </a:ln>
            <a:effectLst>
              <a:outerShdw blurRad="152280" dist="37674" dir="8100000" sx="101000" sy="101000" algn="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327" name="标题 1"/>
            <p:cNvSpPr/>
            <p:nvPr>
              <p:custDataLst>
                <p:tags r:id="rId4"/>
              </p:custDataLst>
            </p:nvPr>
          </p:nvSpPr>
          <p:spPr>
            <a:xfrm>
              <a:off x="7113065" y="1390510"/>
              <a:ext cx="3339465" cy="3073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2000" dirty="0">
                  <a:solidFill>
                    <a:srgbClr val="172B84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+mn-ea"/>
                </a:rPr>
                <a:t>{{</a:t>
              </a:r>
              <a:r>
                <a:rPr lang="en-US" altLang="zh-CN" sz="2000" dirty="0" err="1">
                  <a:solidFill>
                    <a:srgbClr val="172B84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+mn-ea"/>
                </a:rPr>
                <a:t>content_points</a:t>
              </a:r>
              <a:r>
                <a:rPr lang="en-US" altLang="zh-CN" sz="2000" dirty="0">
                  <a:solidFill>
                    <a:srgbClr val="172B84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+mn-ea"/>
                </a:rPr>
                <a:t>[0]}}</a:t>
              </a:r>
              <a:endParaRPr lang="en-US" altLang="zh-CN" sz="2000" b="0" u="none" strike="noStrike" dirty="0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sym typeface="+mn-ea"/>
              </a:endParaRPr>
            </a:p>
          </p:txBody>
        </p:sp>
        <p:sp>
          <p:nvSpPr>
            <p:cNvPr id="328" name="标题 1"/>
            <p:cNvSpPr/>
            <p:nvPr>
              <p:custDataLst>
                <p:tags r:id="rId5"/>
              </p:custDataLst>
            </p:nvPr>
          </p:nvSpPr>
          <p:spPr>
            <a:xfrm>
              <a:off x="7113240" y="1755000"/>
              <a:ext cx="3339360" cy="21526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1400">
                  <a:solidFill>
                    <a:srgbClr val="000000"/>
                  </a:solidFill>
                  <a:uFillTx/>
                  <a:latin typeface="思源黑体 CN Regular" panose="020B0500000000000000" charset="-122"/>
                  <a:ea typeface="思源黑体 CN Regular" panose="020B0500000000000000" charset="-122"/>
                  <a:sym typeface="+mn-ea"/>
                </a:rPr>
                <a:t>{{detailed_content[0]}}</a:t>
              </a:r>
              <a:endParaRPr lang="en-US" altLang="zh-CN" sz="1400" b="0" u="none" strike="noStrike">
                <a:solidFill>
                  <a:srgbClr val="000000"/>
                </a:solidFill>
                <a:uFillTx/>
                <a:latin typeface="Arial" panose="020B0604020202020204"/>
              </a:endParaRPr>
            </a:p>
          </p:txBody>
        </p:sp>
        <p:sp>
          <p:nvSpPr>
            <p:cNvPr id="329" name="标题 1"/>
            <p:cNvSpPr/>
            <p:nvPr>
              <p:custDataLst>
                <p:tags r:id="rId6"/>
              </p:custDataLst>
            </p:nvPr>
          </p:nvSpPr>
          <p:spPr>
            <a:xfrm>
              <a:off x="5718240" y="1696190"/>
              <a:ext cx="1154880" cy="49212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rgbClr val="FFFFFF"/>
                  </a:solidFill>
                  <a:uFillTx/>
                  <a:latin typeface="OPPOSans H" panose="00020600040101010101" charset="-122"/>
                  <a:ea typeface="OPPOSans H" panose="00020600040101010101" charset="-122"/>
                </a:rPr>
                <a:t>01</a:t>
              </a:r>
              <a:endParaRPr lang="en-US" sz="3200" b="0" u="none" strike="noStrike">
                <a:solidFill>
                  <a:srgbClr val="000000"/>
                </a:solidFill>
                <a:uFillTx/>
                <a:latin typeface="OPPOSans H" panose="00020600040101010101" charset="-122"/>
                <a:ea typeface="OPPOSans H" panose="00020600040101010101" charset="-122"/>
              </a:endParaRPr>
            </a:p>
          </p:txBody>
        </p:sp>
      </p:grpSp>
      <p:sp>
        <p:nvSpPr>
          <p:cNvPr id="330" name="标题 1"/>
          <p:cNvSpPr/>
          <p:nvPr/>
        </p:nvSpPr>
        <p:spPr>
          <a:xfrm>
            <a:off x="1680840" y="2986660"/>
            <a:ext cx="294480" cy="280800"/>
          </a:xfrm>
          <a:custGeom>
            <a:avLst/>
            <a:gdLst>
              <a:gd name="textAreaLeft" fmla="*/ 0 w 294480"/>
              <a:gd name="textAreaRight" fmla="*/ 295200 w 294480"/>
              <a:gd name="textAreaTop" fmla="*/ 0 h 280800"/>
              <a:gd name="textAreaBottom" fmla="*/ 281520 h 280800"/>
            </a:gdLst>
            <a:ahLst/>
            <a:cxnLst/>
            <a:rect l="textAreaLeft" t="textAreaTop" r="textAreaRight" b="textAreaBottom"/>
            <a:pathLst>
              <a:path w="363510" h="346970">
                <a:moveTo>
                  <a:pt x="362582" y="267165"/>
                </a:moveTo>
                <a:cubicBezTo>
                  <a:pt x="365347" y="275075"/>
                  <a:pt x="361754" y="283802"/>
                  <a:pt x="354221" y="287471"/>
                </a:cubicBezTo>
                <a:lnTo>
                  <a:pt x="352437" y="288215"/>
                </a:lnTo>
                <a:lnTo>
                  <a:pt x="187213" y="346043"/>
                </a:lnTo>
                <a:cubicBezTo>
                  <a:pt x="184401" y="347027"/>
                  <a:pt x="181375" y="347233"/>
                  <a:pt x="178456" y="346638"/>
                </a:cubicBezTo>
                <a:lnTo>
                  <a:pt x="176308" y="346043"/>
                </a:lnTo>
                <a:lnTo>
                  <a:pt x="11084" y="288215"/>
                </a:lnTo>
                <a:cubicBezTo>
                  <a:pt x="2468" y="285208"/>
                  <a:pt x="-2079" y="275787"/>
                  <a:pt x="927" y="267171"/>
                </a:cubicBezTo>
                <a:cubicBezTo>
                  <a:pt x="3691" y="259251"/>
                  <a:pt x="11952" y="254658"/>
                  <a:pt x="20138" y="256492"/>
                </a:cubicBezTo>
                <a:lnTo>
                  <a:pt x="21989" y="257021"/>
                </a:lnTo>
                <a:lnTo>
                  <a:pt x="181760" y="312932"/>
                </a:lnTo>
                <a:lnTo>
                  <a:pt x="341532" y="257021"/>
                </a:lnTo>
                <a:cubicBezTo>
                  <a:pt x="350146" y="254009"/>
                  <a:pt x="359570" y="258551"/>
                  <a:pt x="362581" y="267165"/>
                </a:cubicBezTo>
                <a:cubicBezTo>
                  <a:pt x="362582" y="267165"/>
                  <a:pt x="362582" y="267165"/>
                  <a:pt x="362582" y="267165"/>
                </a:cubicBezTo>
                <a:close/>
                <a:moveTo>
                  <a:pt x="362582" y="201075"/>
                </a:moveTo>
                <a:cubicBezTo>
                  <a:pt x="365347" y="208985"/>
                  <a:pt x="361754" y="217712"/>
                  <a:pt x="354221" y="221382"/>
                </a:cubicBezTo>
                <a:lnTo>
                  <a:pt x="352437" y="222125"/>
                </a:lnTo>
                <a:lnTo>
                  <a:pt x="187213" y="279954"/>
                </a:lnTo>
                <a:cubicBezTo>
                  <a:pt x="184401" y="280938"/>
                  <a:pt x="181375" y="281143"/>
                  <a:pt x="178456" y="280548"/>
                </a:cubicBezTo>
                <a:lnTo>
                  <a:pt x="176308" y="279954"/>
                </a:lnTo>
                <a:lnTo>
                  <a:pt x="11084" y="222125"/>
                </a:lnTo>
                <a:cubicBezTo>
                  <a:pt x="2468" y="219119"/>
                  <a:pt x="-2079" y="209697"/>
                  <a:pt x="927" y="201082"/>
                </a:cubicBezTo>
                <a:cubicBezTo>
                  <a:pt x="3691" y="193161"/>
                  <a:pt x="11952" y="188569"/>
                  <a:pt x="20138" y="190402"/>
                </a:cubicBezTo>
                <a:lnTo>
                  <a:pt x="21989" y="190931"/>
                </a:lnTo>
                <a:lnTo>
                  <a:pt x="181760" y="246843"/>
                </a:lnTo>
                <a:lnTo>
                  <a:pt x="341532" y="190931"/>
                </a:lnTo>
                <a:cubicBezTo>
                  <a:pt x="350143" y="187911"/>
                  <a:pt x="359572" y="192444"/>
                  <a:pt x="362591" y="201055"/>
                </a:cubicBezTo>
                <a:cubicBezTo>
                  <a:pt x="362593" y="201062"/>
                  <a:pt x="362596" y="201069"/>
                  <a:pt x="362598" y="201075"/>
                </a:cubicBezTo>
                <a:close/>
                <a:moveTo>
                  <a:pt x="362582" y="134986"/>
                </a:moveTo>
                <a:cubicBezTo>
                  <a:pt x="365347" y="142895"/>
                  <a:pt x="361754" y="151622"/>
                  <a:pt x="354221" y="155292"/>
                </a:cubicBezTo>
                <a:lnTo>
                  <a:pt x="352437" y="156035"/>
                </a:lnTo>
                <a:lnTo>
                  <a:pt x="187213" y="213864"/>
                </a:lnTo>
                <a:cubicBezTo>
                  <a:pt x="184401" y="214848"/>
                  <a:pt x="181375" y="215053"/>
                  <a:pt x="178456" y="214459"/>
                </a:cubicBezTo>
                <a:lnTo>
                  <a:pt x="176308" y="213864"/>
                </a:lnTo>
                <a:lnTo>
                  <a:pt x="11084" y="156035"/>
                </a:lnTo>
                <a:cubicBezTo>
                  <a:pt x="2468" y="153029"/>
                  <a:pt x="-2079" y="143608"/>
                  <a:pt x="927" y="134992"/>
                </a:cubicBezTo>
                <a:cubicBezTo>
                  <a:pt x="3691" y="127071"/>
                  <a:pt x="11952" y="122479"/>
                  <a:pt x="20138" y="124312"/>
                </a:cubicBezTo>
                <a:lnTo>
                  <a:pt x="21989" y="124841"/>
                </a:lnTo>
                <a:lnTo>
                  <a:pt x="181760" y="180753"/>
                </a:lnTo>
                <a:lnTo>
                  <a:pt x="341532" y="124841"/>
                </a:lnTo>
                <a:cubicBezTo>
                  <a:pt x="350146" y="121830"/>
                  <a:pt x="359570" y="126371"/>
                  <a:pt x="362581" y="134985"/>
                </a:cubicBezTo>
                <a:cubicBezTo>
                  <a:pt x="362582" y="134986"/>
                  <a:pt x="362582" y="134986"/>
                  <a:pt x="362582" y="134986"/>
                </a:cubicBezTo>
                <a:close/>
                <a:moveTo>
                  <a:pt x="185032" y="328"/>
                </a:moveTo>
                <a:lnTo>
                  <a:pt x="187163" y="907"/>
                </a:lnTo>
                <a:lnTo>
                  <a:pt x="352387" y="58024"/>
                </a:lnTo>
                <a:cubicBezTo>
                  <a:pt x="366481" y="62899"/>
                  <a:pt x="367191" y="82131"/>
                  <a:pt x="354420" y="88409"/>
                </a:cubicBezTo>
                <a:lnTo>
                  <a:pt x="352503" y="89219"/>
                </a:lnTo>
                <a:lnTo>
                  <a:pt x="187279" y="147758"/>
                </a:lnTo>
                <a:cubicBezTo>
                  <a:pt x="184436" y="148760"/>
                  <a:pt x="181374" y="148966"/>
                  <a:pt x="178423" y="148353"/>
                </a:cubicBezTo>
                <a:lnTo>
                  <a:pt x="176242" y="147758"/>
                </a:lnTo>
                <a:lnTo>
                  <a:pt x="11018" y="89219"/>
                </a:lnTo>
                <a:cubicBezTo>
                  <a:pt x="-3043" y="84229"/>
                  <a:pt x="-3605" y="64997"/>
                  <a:pt x="9200" y="58817"/>
                </a:cubicBezTo>
                <a:lnTo>
                  <a:pt x="11133" y="58024"/>
                </a:lnTo>
                <a:lnTo>
                  <a:pt x="176358" y="907"/>
                </a:lnTo>
                <a:cubicBezTo>
                  <a:pt x="179145" y="-57"/>
                  <a:pt x="182141" y="-257"/>
                  <a:pt x="185032" y="328"/>
                </a:cubicBezTo>
                <a:close/>
                <a:moveTo>
                  <a:pt x="181760" y="34001"/>
                </a:moveTo>
                <a:lnTo>
                  <a:pt x="66549" y="73820"/>
                </a:lnTo>
                <a:lnTo>
                  <a:pt x="181760" y="114647"/>
                </a:lnTo>
                <a:lnTo>
                  <a:pt x="296955" y="73820"/>
                </a:lnTo>
                <a:lnTo>
                  <a:pt x="181760" y="34001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331" name="标题 1"/>
          <p:cNvSpPr/>
          <p:nvPr/>
        </p:nvSpPr>
        <p:spPr>
          <a:xfrm>
            <a:off x="3854880" y="3086380"/>
            <a:ext cx="278640" cy="253800"/>
          </a:xfrm>
          <a:custGeom>
            <a:avLst/>
            <a:gdLst>
              <a:gd name="textAreaLeft" fmla="*/ 0 w 278640"/>
              <a:gd name="textAreaRight" fmla="*/ 279360 w 278640"/>
              <a:gd name="textAreaTop" fmla="*/ 0 h 253800"/>
              <a:gd name="textAreaBottom" fmla="*/ 254520 h 253800"/>
            </a:gdLst>
            <a:ahLst/>
            <a:cxnLst/>
            <a:rect l="textAreaLeft" t="textAreaTop" r="textAreaRight" b="textAreaBottom"/>
            <a:pathLst>
              <a:path w="397990" h="361810">
                <a:moveTo>
                  <a:pt x="18507" y="361810"/>
                </a:moveTo>
                <a:cubicBezTo>
                  <a:pt x="8973" y="361810"/>
                  <a:pt x="1122" y="354755"/>
                  <a:pt x="109" y="345692"/>
                </a:cubicBezTo>
                <a:lnTo>
                  <a:pt x="0" y="343720"/>
                </a:lnTo>
                <a:lnTo>
                  <a:pt x="0" y="126634"/>
                </a:lnTo>
                <a:cubicBezTo>
                  <a:pt x="0" y="117317"/>
                  <a:pt x="7236" y="109628"/>
                  <a:pt x="16499" y="108651"/>
                </a:cubicBezTo>
                <a:lnTo>
                  <a:pt x="18507" y="108543"/>
                </a:lnTo>
                <a:lnTo>
                  <a:pt x="120320" y="108543"/>
                </a:lnTo>
                <a:lnTo>
                  <a:pt x="120320" y="18091"/>
                </a:lnTo>
                <a:cubicBezTo>
                  <a:pt x="120320" y="8774"/>
                  <a:pt x="127556" y="1085"/>
                  <a:pt x="136819" y="109"/>
                </a:cubicBezTo>
                <a:lnTo>
                  <a:pt x="138827" y="0"/>
                </a:lnTo>
                <a:lnTo>
                  <a:pt x="259164" y="0"/>
                </a:lnTo>
                <a:cubicBezTo>
                  <a:pt x="268698" y="0"/>
                  <a:pt x="276549" y="7055"/>
                  <a:pt x="277562" y="16119"/>
                </a:cubicBezTo>
                <a:lnTo>
                  <a:pt x="277671" y="18091"/>
                </a:lnTo>
                <a:lnTo>
                  <a:pt x="277653" y="180905"/>
                </a:lnTo>
                <a:lnTo>
                  <a:pt x="379484" y="180905"/>
                </a:lnTo>
                <a:cubicBezTo>
                  <a:pt x="389018" y="180905"/>
                  <a:pt x="396869" y="187960"/>
                  <a:pt x="397882" y="197024"/>
                </a:cubicBezTo>
                <a:lnTo>
                  <a:pt x="397991" y="198996"/>
                </a:lnTo>
                <a:lnTo>
                  <a:pt x="397991" y="343720"/>
                </a:lnTo>
                <a:cubicBezTo>
                  <a:pt x="397991" y="353705"/>
                  <a:pt x="389706" y="361810"/>
                  <a:pt x="379484" y="361810"/>
                </a:cubicBezTo>
                <a:lnTo>
                  <a:pt x="18507" y="361810"/>
                </a:lnTo>
                <a:close/>
                <a:moveTo>
                  <a:pt x="120320" y="144724"/>
                </a:moveTo>
                <a:lnTo>
                  <a:pt x="37031" y="144724"/>
                </a:lnTo>
                <a:lnTo>
                  <a:pt x="37031" y="325629"/>
                </a:lnTo>
                <a:lnTo>
                  <a:pt x="120302" y="325629"/>
                </a:lnTo>
                <a:lnTo>
                  <a:pt x="120302" y="144724"/>
                </a:lnTo>
                <a:close/>
                <a:moveTo>
                  <a:pt x="240640" y="36181"/>
                </a:moveTo>
                <a:lnTo>
                  <a:pt x="157351" y="36181"/>
                </a:lnTo>
                <a:lnTo>
                  <a:pt x="157351" y="325629"/>
                </a:lnTo>
                <a:lnTo>
                  <a:pt x="240640" y="325629"/>
                </a:lnTo>
                <a:lnTo>
                  <a:pt x="240640" y="36181"/>
                </a:lnTo>
                <a:close/>
                <a:moveTo>
                  <a:pt x="360960" y="217086"/>
                </a:moveTo>
                <a:lnTo>
                  <a:pt x="277689" y="217086"/>
                </a:lnTo>
                <a:lnTo>
                  <a:pt x="277689" y="325629"/>
                </a:lnTo>
                <a:lnTo>
                  <a:pt x="360978" y="325629"/>
                </a:lnTo>
                <a:lnTo>
                  <a:pt x="360978" y="217086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332" name="标题 1"/>
          <p:cNvSpPr/>
          <p:nvPr/>
        </p:nvSpPr>
        <p:spPr>
          <a:xfrm>
            <a:off x="2623320" y="4786660"/>
            <a:ext cx="294480" cy="294480"/>
          </a:xfrm>
          <a:custGeom>
            <a:avLst/>
            <a:gdLst>
              <a:gd name="textAreaLeft" fmla="*/ 0 w 294480"/>
              <a:gd name="textAreaRight" fmla="*/ 295200 w 294480"/>
              <a:gd name="textAreaTop" fmla="*/ 0 h 294480"/>
              <a:gd name="textAreaBottom" fmla="*/ 295200 h 294480"/>
            </a:gdLst>
            <a:ahLst/>
            <a:cxnLst/>
            <a:rect l="textAreaLeft" t="textAreaTop" r="textAreaRight" b="textAreaBottom"/>
            <a:pathLst>
              <a:path w="342000" h="342000">
                <a:moveTo>
                  <a:pt x="110331" y="88947"/>
                </a:moveTo>
                <a:cubicBezTo>
                  <a:pt x="113979" y="88947"/>
                  <a:pt x="117628" y="90339"/>
                  <a:pt x="120412" y="93123"/>
                </a:cubicBezTo>
                <a:cubicBezTo>
                  <a:pt x="125981" y="98691"/>
                  <a:pt x="125981" y="107719"/>
                  <a:pt x="120412" y="113287"/>
                </a:cubicBezTo>
                <a:cubicBezTo>
                  <a:pt x="93075" y="141591"/>
                  <a:pt x="93859" y="186697"/>
                  <a:pt x="122163" y="214034"/>
                </a:cubicBezTo>
                <a:cubicBezTo>
                  <a:pt x="149775" y="240702"/>
                  <a:pt x="193549" y="240702"/>
                  <a:pt x="221160" y="214034"/>
                </a:cubicBezTo>
                <a:cubicBezTo>
                  <a:pt x="226722" y="208466"/>
                  <a:pt x="235744" y="208461"/>
                  <a:pt x="241312" y="214023"/>
                </a:cubicBezTo>
                <a:cubicBezTo>
                  <a:pt x="241316" y="214027"/>
                  <a:pt x="241320" y="214030"/>
                  <a:pt x="241324" y="214034"/>
                </a:cubicBezTo>
                <a:cubicBezTo>
                  <a:pt x="246892" y="219596"/>
                  <a:pt x="246897" y="228619"/>
                  <a:pt x="241335" y="234187"/>
                </a:cubicBezTo>
                <a:cubicBezTo>
                  <a:pt x="241331" y="234190"/>
                  <a:pt x="241327" y="234194"/>
                  <a:pt x="241324" y="234198"/>
                </a:cubicBezTo>
                <a:cubicBezTo>
                  <a:pt x="202367" y="273155"/>
                  <a:pt x="139206" y="273155"/>
                  <a:pt x="100249" y="234198"/>
                </a:cubicBezTo>
                <a:cubicBezTo>
                  <a:pt x="61292" y="195241"/>
                  <a:pt x="61292" y="132080"/>
                  <a:pt x="100249" y="93123"/>
                </a:cubicBezTo>
                <a:cubicBezTo>
                  <a:pt x="103033" y="90339"/>
                  <a:pt x="106682" y="88947"/>
                  <a:pt x="110331" y="88947"/>
                </a:cubicBezTo>
                <a:close/>
                <a:moveTo>
                  <a:pt x="255388" y="46312"/>
                </a:moveTo>
                <a:lnTo>
                  <a:pt x="219150" y="82549"/>
                </a:lnTo>
                <a:lnTo>
                  <a:pt x="225876" y="116122"/>
                </a:lnTo>
                <a:lnTo>
                  <a:pt x="259449" y="122848"/>
                </a:lnTo>
                <a:lnTo>
                  <a:pt x="295686" y="86611"/>
                </a:lnTo>
                <a:lnTo>
                  <a:pt x="295701" y="86611"/>
                </a:lnTo>
                <a:lnTo>
                  <a:pt x="262099" y="79913"/>
                </a:lnTo>
                <a:close/>
                <a:moveTo>
                  <a:pt x="263269" y="4621"/>
                </a:moveTo>
                <a:cubicBezTo>
                  <a:pt x="267280" y="4624"/>
                  <a:pt x="271291" y="6157"/>
                  <a:pt x="274349" y="9220"/>
                </a:cubicBezTo>
                <a:cubicBezTo>
                  <a:pt x="276534" y="11408"/>
                  <a:pt x="278024" y="14194"/>
                  <a:pt x="278629" y="17227"/>
                </a:cubicBezTo>
                <a:lnTo>
                  <a:pt x="286324" y="55674"/>
                </a:lnTo>
                <a:lnTo>
                  <a:pt x="324771" y="63369"/>
                </a:lnTo>
                <a:cubicBezTo>
                  <a:pt x="333260" y="65064"/>
                  <a:pt x="338769" y="73320"/>
                  <a:pt x="337073" y="81809"/>
                </a:cubicBezTo>
                <a:cubicBezTo>
                  <a:pt x="336468" y="84849"/>
                  <a:pt x="334972" y="87641"/>
                  <a:pt x="332779" y="89831"/>
                </a:cubicBezTo>
                <a:lnTo>
                  <a:pt x="268811" y="153799"/>
                </a:lnTo>
                <a:lnTo>
                  <a:pt x="218437" y="143710"/>
                </a:lnTo>
                <a:lnTo>
                  <a:pt x="183525" y="178623"/>
                </a:lnTo>
                <a:cubicBezTo>
                  <a:pt x="177961" y="184191"/>
                  <a:pt x="168936" y="184194"/>
                  <a:pt x="163368" y="178630"/>
                </a:cubicBezTo>
                <a:cubicBezTo>
                  <a:pt x="157800" y="173066"/>
                  <a:pt x="157797" y="164041"/>
                  <a:pt x="163361" y="158473"/>
                </a:cubicBezTo>
                <a:lnTo>
                  <a:pt x="198274" y="123561"/>
                </a:lnTo>
                <a:lnTo>
                  <a:pt x="188199" y="73187"/>
                </a:lnTo>
                <a:lnTo>
                  <a:pt x="252181" y="9205"/>
                </a:lnTo>
                <a:cubicBezTo>
                  <a:pt x="255244" y="6146"/>
                  <a:pt x="259257" y="4618"/>
                  <a:pt x="263269" y="4621"/>
                </a:cubicBezTo>
                <a:close/>
                <a:moveTo>
                  <a:pt x="171000" y="0"/>
                </a:moveTo>
                <a:cubicBezTo>
                  <a:pt x="178870" y="1"/>
                  <a:pt x="185249" y="6382"/>
                  <a:pt x="185248" y="14252"/>
                </a:cubicBezTo>
                <a:cubicBezTo>
                  <a:pt x="185247" y="22121"/>
                  <a:pt x="178868" y="28499"/>
                  <a:pt x="171000" y="28500"/>
                </a:cubicBezTo>
                <a:cubicBezTo>
                  <a:pt x="92297" y="28500"/>
                  <a:pt x="28500" y="92297"/>
                  <a:pt x="28500" y="171000"/>
                </a:cubicBezTo>
                <a:cubicBezTo>
                  <a:pt x="28500" y="249703"/>
                  <a:pt x="92297" y="313500"/>
                  <a:pt x="171000" y="313500"/>
                </a:cubicBezTo>
                <a:cubicBezTo>
                  <a:pt x="249703" y="313500"/>
                  <a:pt x="313500" y="249703"/>
                  <a:pt x="313500" y="171000"/>
                </a:cubicBezTo>
                <a:cubicBezTo>
                  <a:pt x="313501" y="163130"/>
                  <a:pt x="319882" y="156751"/>
                  <a:pt x="327752" y="156752"/>
                </a:cubicBezTo>
                <a:cubicBezTo>
                  <a:pt x="335621" y="156753"/>
                  <a:pt x="342000" y="163132"/>
                  <a:pt x="342000" y="171000"/>
                </a:cubicBezTo>
                <a:cubicBezTo>
                  <a:pt x="342000" y="265435"/>
                  <a:pt x="265435" y="342000"/>
                  <a:pt x="171000" y="342000"/>
                </a:cubicBezTo>
                <a:cubicBezTo>
                  <a:pt x="76565" y="342000"/>
                  <a:pt x="0" y="265435"/>
                  <a:pt x="0" y="171000"/>
                </a:cubicBezTo>
                <a:cubicBezTo>
                  <a:pt x="0" y="76565"/>
                  <a:pt x="76565" y="0"/>
                  <a:pt x="171000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333" name="组合 43"/>
          <p:cNvGrpSpPr/>
          <p:nvPr>
            <p:custDataLst>
              <p:tags r:id="rId7"/>
            </p:custDataLst>
          </p:nvPr>
        </p:nvGrpSpPr>
        <p:grpSpPr>
          <a:xfrm>
            <a:off x="5455080" y="3161620"/>
            <a:ext cx="5172840" cy="1456560"/>
            <a:chOff x="5455080" y="2874600"/>
            <a:chExt cx="5172840" cy="1456560"/>
          </a:xfrm>
        </p:grpSpPr>
        <p:sp>
          <p:nvSpPr>
            <p:cNvPr id="334" name="标题 1"/>
            <p:cNvSpPr/>
            <p:nvPr>
              <p:custDataLst>
                <p:tags r:id="rId8"/>
              </p:custDataLst>
            </p:nvPr>
          </p:nvSpPr>
          <p:spPr>
            <a:xfrm>
              <a:off x="5455080" y="2874600"/>
              <a:ext cx="5172840" cy="1456560"/>
            </a:xfrm>
            <a:prstGeom prst="roundRect">
              <a:avLst>
                <a:gd name="adj" fmla="val 7458"/>
              </a:avLst>
            </a:prstGeom>
            <a:solidFill>
              <a:schemeClr val="bg1"/>
            </a:solidFill>
            <a:ln w="19050">
              <a:noFill/>
            </a:ln>
            <a:effectLst>
              <a:outerShdw blurRad="355680" dist="50610" dir="7788334" sx="102000" sy="102000" algn="l" rotWithShape="0">
                <a:schemeClr val="accent2">
                  <a:lumMod val="50000"/>
                  <a:alpha val="40000"/>
                </a:schemeClr>
              </a:outerShdw>
            </a:effec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335" name="标题 1"/>
            <p:cNvSpPr/>
            <p:nvPr>
              <p:custDataLst>
                <p:tags r:id="rId9"/>
              </p:custDataLst>
            </p:nvPr>
          </p:nvSpPr>
          <p:spPr>
            <a:xfrm>
              <a:off x="5638320" y="3016080"/>
              <a:ext cx="1335240" cy="1202400"/>
            </a:xfrm>
            <a:prstGeom prst="roundRect">
              <a:avLst>
                <a:gd name="adj" fmla="val 9023"/>
              </a:avLst>
            </a:prstGeom>
            <a:gradFill rotWithShape="0">
              <a:gsLst>
                <a:gs pos="0">
                  <a:srgbClr val="B8D3FD"/>
                </a:gs>
                <a:gs pos="72000">
                  <a:srgbClr val="172B84"/>
                </a:gs>
              </a:gsLst>
              <a:lin ang="5400000"/>
            </a:gradFill>
            <a:ln w="19050">
              <a:noFill/>
            </a:ln>
            <a:effectLst>
              <a:outerShdw blurRad="152280" dist="37674" dir="8100000" sx="101000" sy="101000" algn="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337" name="标题 1"/>
            <p:cNvSpPr/>
            <p:nvPr>
              <p:custDataLst>
                <p:tags r:id="rId10"/>
              </p:custDataLst>
            </p:nvPr>
          </p:nvSpPr>
          <p:spPr>
            <a:xfrm>
              <a:off x="7113065" y="3058750"/>
              <a:ext cx="3446145" cy="3073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2000" dirty="0">
                  <a:solidFill>
                    <a:srgbClr val="172B84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+mn-ea"/>
                </a:rPr>
                <a:t>{{</a:t>
              </a:r>
              <a:r>
                <a:rPr lang="en-US" altLang="zh-CN" sz="2000" dirty="0" err="1">
                  <a:solidFill>
                    <a:srgbClr val="172B84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+mn-ea"/>
                </a:rPr>
                <a:t>content_points</a:t>
              </a:r>
              <a:r>
                <a:rPr lang="en-US" altLang="zh-CN" sz="2000" dirty="0">
                  <a:solidFill>
                    <a:srgbClr val="172B84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+mn-ea"/>
                </a:rPr>
                <a:t>[1]}}</a:t>
              </a:r>
              <a:endParaRPr lang="en-US" altLang="zh-CN" sz="2000" b="0" u="none" strike="noStrike" dirty="0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sym typeface="+mn-ea"/>
              </a:endParaRPr>
            </a:p>
          </p:txBody>
        </p:sp>
        <p:sp>
          <p:nvSpPr>
            <p:cNvPr id="338" name="标题 1"/>
            <p:cNvSpPr/>
            <p:nvPr>
              <p:custDataLst>
                <p:tags r:id="rId11"/>
              </p:custDataLst>
            </p:nvPr>
          </p:nvSpPr>
          <p:spPr>
            <a:xfrm>
              <a:off x="7113240" y="3423240"/>
              <a:ext cx="3339360" cy="21526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1400">
                  <a:solidFill>
                    <a:srgbClr val="000000"/>
                  </a:solidFill>
                  <a:uFillTx/>
                  <a:latin typeface="思源黑体 CN Regular" panose="020B0500000000000000" charset="-122"/>
                  <a:ea typeface="思源黑体 CN Regular" panose="020B0500000000000000" charset="-122"/>
                  <a:sym typeface="+mn-ea"/>
                </a:rPr>
                <a:t>{{detailed_content[1]}}</a:t>
              </a:r>
              <a:endParaRPr lang="en-US" altLang="zh-CN" sz="1400" b="0" u="none" strike="noStrike">
                <a:solidFill>
                  <a:srgbClr val="000000"/>
                </a:solidFill>
                <a:uFillTx/>
                <a:latin typeface="Arial" panose="020B0604020202020204"/>
              </a:endParaRPr>
            </a:p>
          </p:txBody>
        </p:sp>
        <p:sp>
          <p:nvSpPr>
            <p:cNvPr id="339" name="标题 1"/>
            <p:cNvSpPr/>
            <p:nvPr>
              <p:custDataLst>
                <p:tags r:id="rId12"/>
              </p:custDataLst>
            </p:nvPr>
          </p:nvSpPr>
          <p:spPr>
            <a:xfrm>
              <a:off x="5718240" y="3375230"/>
              <a:ext cx="1154880" cy="49212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rgbClr val="FFFFFF"/>
                  </a:solidFill>
                  <a:uFillTx/>
                  <a:latin typeface="OPPOSans H" panose="00020600040101010101" charset="-122"/>
                  <a:ea typeface="OPPOSans H" panose="00020600040101010101" charset="-122"/>
                </a:rPr>
                <a:t>02</a:t>
              </a:r>
              <a:endParaRPr lang="en-US" sz="3200" b="0" u="none" strike="noStrike">
                <a:solidFill>
                  <a:srgbClr val="000000"/>
                </a:solidFill>
                <a:uFillTx/>
                <a:latin typeface="OPPOSans H" panose="00020600040101010101" charset="-122"/>
                <a:ea typeface="OPPOSans H" panose="00020600040101010101" charset="-122"/>
              </a:endParaRPr>
            </a:p>
          </p:txBody>
        </p:sp>
      </p:grpSp>
      <p:grpSp>
        <p:nvGrpSpPr>
          <p:cNvPr id="340" name="组合 50"/>
          <p:cNvGrpSpPr/>
          <p:nvPr>
            <p:custDataLst>
              <p:tags r:id="rId13"/>
            </p:custDataLst>
          </p:nvPr>
        </p:nvGrpSpPr>
        <p:grpSpPr>
          <a:xfrm>
            <a:off x="5455080" y="4829500"/>
            <a:ext cx="5262245" cy="1456560"/>
            <a:chOff x="5455080" y="4542480"/>
            <a:chExt cx="5262245" cy="1456560"/>
          </a:xfrm>
        </p:grpSpPr>
        <p:sp>
          <p:nvSpPr>
            <p:cNvPr id="341" name="标题 1"/>
            <p:cNvSpPr/>
            <p:nvPr>
              <p:custDataLst>
                <p:tags r:id="rId14"/>
              </p:custDataLst>
            </p:nvPr>
          </p:nvSpPr>
          <p:spPr>
            <a:xfrm>
              <a:off x="5455080" y="4542480"/>
              <a:ext cx="5172840" cy="1456560"/>
            </a:xfrm>
            <a:prstGeom prst="roundRect">
              <a:avLst>
                <a:gd name="adj" fmla="val 7458"/>
              </a:avLst>
            </a:prstGeom>
            <a:solidFill>
              <a:schemeClr val="bg1"/>
            </a:solidFill>
            <a:ln w="19050">
              <a:noFill/>
            </a:ln>
            <a:effectLst>
              <a:outerShdw blurRad="355680" dist="50610" dir="7788334" sx="102000" sy="102000" algn="l" rotWithShape="0">
                <a:schemeClr val="accent2">
                  <a:lumMod val="50000"/>
                  <a:alpha val="40000"/>
                </a:schemeClr>
              </a:outerShdw>
            </a:effec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342" name="标题 1"/>
            <p:cNvSpPr/>
            <p:nvPr>
              <p:custDataLst>
                <p:tags r:id="rId15"/>
              </p:custDataLst>
            </p:nvPr>
          </p:nvSpPr>
          <p:spPr>
            <a:xfrm>
              <a:off x="5638320" y="4683960"/>
              <a:ext cx="1335240" cy="1202400"/>
            </a:xfrm>
            <a:prstGeom prst="roundRect">
              <a:avLst>
                <a:gd name="adj" fmla="val 9023"/>
              </a:avLst>
            </a:prstGeom>
            <a:gradFill rotWithShape="0">
              <a:gsLst>
                <a:gs pos="0">
                  <a:srgbClr val="B8D3FD"/>
                </a:gs>
                <a:gs pos="72000">
                  <a:srgbClr val="172B84"/>
                </a:gs>
              </a:gsLst>
              <a:lin ang="5400000"/>
            </a:gradFill>
            <a:ln w="19050">
              <a:noFill/>
            </a:ln>
            <a:effectLst>
              <a:outerShdw blurRad="152280" dist="37674" dir="8100000" sx="101000" sy="101000" algn="tr" rotWithShape="0">
                <a:schemeClr val="accent2">
                  <a:lumMod val="75000"/>
                  <a:alpha val="40000"/>
                </a:schemeClr>
              </a:outerShdw>
            </a:effec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344" name="标题 1"/>
            <p:cNvSpPr/>
            <p:nvPr>
              <p:custDataLst>
                <p:tags r:id="rId16"/>
              </p:custDataLst>
            </p:nvPr>
          </p:nvSpPr>
          <p:spPr>
            <a:xfrm>
              <a:off x="7113065" y="4727265"/>
              <a:ext cx="3604260" cy="3073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2000" dirty="0">
                  <a:solidFill>
                    <a:srgbClr val="172B84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+mn-ea"/>
                </a:rPr>
                <a:t>{{</a:t>
              </a:r>
              <a:r>
                <a:rPr lang="en-US" altLang="zh-CN" sz="2000" dirty="0" err="1">
                  <a:solidFill>
                    <a:srgbClr val="172B84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+mn-ea"/>
                </a:rPr>
                <a:t>content_points</a:t>
              </a:r>
              <a:r>
                <a:rPr lang="en-US" altLang="zh-CN" sz="2000" dirty="0">
                  <a:solidFill>
                    <a:srgbClr val="172B84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+mn-ea"/>
                </a:rPr>
                <a:t>[2]}}</a:t>
              </a:r>
              <a:endParaRPr lang="en-US" altLang="zh-CN" sz="2000" b="0" u="none" strike="noStrike" dirty="0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sym typeface="+mn-ea"/>
              </a:endParaRPr>
            </a:p>
          </p:txBody>
        </p:sp>
        <p:sp>
          <p:nvSpPr>
            <p:cNvPr id="345" name="标题 1"/>
            <p:cNvSpPr/>
            <p:nvPr>
              <p:custDataLst>
                <p:tags r:id="rId17"/>
              </p:custDataLst>
            </p:nvPr>
          </p:nvSpPr>
          <p:spPr>
            <a:xfrm>
              <a:off x="7113240" y="5091120"/>
              <a:ext cx="3339360" cy="21526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1400" b="0" u="none" strike="noStrike">
                  <a:solidFill>
                    <a:srgbClr val="000000"/>
                  </a:solidFill>
                  <a:uFillTx/>
                  <a:latin typeface="思源黑体 CN Regular" panose="020B0500000000000000" charset="-122"/>
                  <a:ea typeface="思源黑体 CN Regular" panose="020B0500000000000000" charset="-122"/>
                </a:rPr>
                <a:t>{{detailed_content[2]}}</a:t>
              </a:r>
              <a:endParaRPr lang="en-US" altLang="zh-CN" sz="1400" b="0" u="none" strike="noStrike">
                <a:solidFill>
                  <a:srgbClr val="000000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  <p:sp>
          <p:nvSpPr>
            <p:cNvPr id="346" name="标题 1"/>
            <p:cNvSpPr/>
            <p:nvPr>
              <p:custDataLst>
                <p:tags r:id="rId18"/>
              </p:custDataLst>
            </p:nvPr>
          </p:nvSpPr>
          <p:spPr>
            <a:xfrm>
              <a:off x="5718240" y="5053910"/>
              <a:ext cx="1154880" cy="49212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rgbClr val="FFFFFF"/>
                  </a:solidFill>
                  <a:uFillTx/>
                  <a:latin typeface="OPPOSans H" panose="00020600040101010101" charset="-122"/>
                  <a:ea typeface="OPPOSans H" panose="00020600040101010101" charset="-122"/>
                </a:rPr>
                <a:t>03</a:t>
              </a:r>
              <a:endParaRPr lang="en-US" sz="3200" b="0" u="none" strike="noStrike">
                <a:solidFill>
                  <a:srgbClr val="000000"/>
                </a:solidFill>
                <a:uFillTx/>
                <a:latin typeface="OPPOSans H" panose="00020600040101010101" charset="-122"/>
                <a:ea typeface="OPPOSans H" panose="00020600040101010101" charset="-122"/>
              </a:endParaRPr>
            </a:p>
          </p:txBody>
        </p:sp>
      </p:grpSp>
      <p:sp>
        <p:nvSpPr>
          <p:cNvPr id="351" name="文本框 43"/>
          <p:cNvSpPr/>
          <p:nvPr/>
        </p:nvSpPr>
        <p:spPr>
          <a:xfrm>
            <a:off x="2351495" y="3614010"/>
            <a:ext cx="108077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altLang="zh-CN" sz="2000" b="0" u="none" strike="noStrike">
                <a:solidFill>
                  <a:srgbClr val="5F98FC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{{title}}</a:t>
            </a:r>
            <a:endParaRPr lang="en-US" altLang="zh-CN" sz="2000" b="0" u="none" strike="noStrike">
              <a:solidFill>
                <a:srgbClr val="5F98FC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035" y="1039495"/>
            <a:ext cx="109613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>
                <a:solidFill>
                  <a:srgbClr val="172B84"/>
                </a:solidFill>
                <a:latin typeface="思源黑体" panose="020B0800000000000000" charset="-122"/>
                <a:ea typeface="思源黑体" panose="020B0800000000000000" charset="-122"/>
              </a:rPr>
              <a:t>{{title}}</a:t>
            </a:r>
            <a:endParaRPr lang="en-US" altLang="zh-CN" sz="2200">
              <a:solidFill>
                <a:srgbClr val="172B84"/>
              </a:solidFill>
              <a:latin typeface="思源黑体" panose="020B0800000000000000" charset="-122"/>
              <a:ea typeface="思源黑体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/>
          <p:nvPr>
            <p:custDataLst>
              <p:tags r:id="rId1"/>
            </p:custDataLst>
          </p:nvPr>
        </p:nvSpPr>
        <p:spPr>
          <a:xfrm>
            <a:off x="7247770" y="1084320"/>
            <a:ext cx="1446840" cy="1446840"/>
          </a:xfrm>
          <a:prstGeom prst="flowChartConnector">
            <a:avLst/>
          </a:prstGeom>
          <a:gradFill rotWithShape="0">
            <a:gsLst>
              <a:gs pos="37000">
                <a:srgbClr val="172B84"/>
              </a:gs>
              <a:gs pos="100000">
                <a:srgbClr val="C0D8FD"/>
              </a:gs>
            </a:gsLst>
            <a:lin ang="13500000"/>
          </a:gra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12" name="标题 1"/>
          <p:cNvSpPr/>
          <p:nvPr>
            <p:custDataLst>
              <p:tags r:id="rId2"/>
            </p:custDataLst>
          </p:nvPr>
        </p:nvSpPr>
        <p:spPr>
          <a:xfrm>
            <a:off x="4277875" y="1477385"/>
            <a:ext cx="1446840" cy="1446840"/>
          </a:xfrm>
          <a:prstGeom prst="flowChartConnector">
            <a:avLst/>
          </a:prstGeom>
          <a:gradFill rotWithShape="0">
            <a:gsLst>
              <a:gs pos="37000">
                <a:srgbClr val="172B84"/>
              </a:gs>
              <a:gs pos="100000">
                <a:srgbClr val="C0D8FD"/>
              </a:gs>
            </a:gsLst>
            <a:lin ang="13500000"/>
          </a:gra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06" name="标题 1"/>
          <p:cNvSpPr/>
          <p:nvPr>
            <p:custDataLst>
              <p:tags r:id="rId3"/>
            </p:custDataLst>
          </p:nvPr>
        </p:nvSpPr>
        <p:spPr>
          <a:xfrm>
            <a:off x="5150485" y="4086860"/>
            <a:ext cx="2713355" cy="2152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[1]}}</a:t>
            </a:r>
            <a:endParaRPr lang="en-US" altLang="zh-CN" sz="1400" b="0" u="none" strike="noStrike" dirty="0">
              <a:solidFill>
                <a:schemeClr val="tx1"/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+mn-ea"/>
            </a:endParaRPr>
          </a:p>
        </p:txBody>
      </p:sp>
      <p:sp>
        <p:nvSpPr>
          <p:cNvPr id="408" name="标题 1"/>
          <p:cNvSpPr/>
          <p:nvPr/>
        </p:nvSpPr>
        <p:spPr>
          <a:xfrm flipH="1" flipV="1">
            <a:off x="10559880" y="2144880"/>
            <a:ext cx="982440" cy="951120"/>
          </a:xfrm>
          <a:custGeom>
            <a:avLst/>
            <a:gdLst>
              <a:gd name="textAreaLeft" fmla="*/ 360 w 982440"/>
              <a:gd name="textAreaRight" fmla="*/ 983520 w 982440"/>
              <a:gd name="textAreaTop" fmla="*/ -360 h 951120"/>
              <a:gd name="textAreaBottom" fmla="*/ 951480 h 951120"/>
            </a:gdLst>
            <a:ahLst/>
            <a:cxnLst/>
            <a:rect l="textAreaLeft" t="textAreaTop" r="textAreaRight" b="textAreaBottom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gradFill rotWithShape="0">
            <a:gsLst>
              <a:gs pos="13000">
                <a:srgbClr val="FFFFFF">
                  <a:alpha val="21000"/>
                </a:srgbClr>
              </a:gs>
              <a:gs pos="98000">
                <a:srgbClr val="FFFFFF">
                  <a:alpha val="82000"/>
                </a:srgbClr>
              </a:gs>
            </a:gsLst>
            <a:lin ang="5400000"/>
          </a:gradFill>
          <a:ln w="186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13" name="Freeform 20"/>
          <p:cNvSpPr/>
          <p:nvPr/>
        </p:nvSpPr>
        <p:spPr>
          <a:xfrm>
            <a:off x="479160" y="3066840"/>
            <a:ext cx="3593880" cy="399240"/>
          </a:xfrm>
          <a:prstGeom prst="roundRect">
            <a:avLst>
              <a:gd name="adj" fmla="val 107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chemeClr val="accent5">
                  <a:lumMod val="75000"/>
                </a:schemeClr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14" name="标题 1"/>
          <p:cNvSpPr/>
          <p:nvPr/>
        </p:nvSpPr>
        <p:spPr>
          <a:xfrm>
            <a:off x="0" y="2706840"/>
            <a:ext cx="11650320" cy="4162320"/>
          </a:xfrm>
          <a:custGeom>
            <a:avLst/>
            <a:gdLst>
              <a:gd name="textAreaLeft" fmla="*/ 0 w 11650320"/>
              <a:gd name="textAreaRight" fmla="*/ 11651040 w 11650320"/>
              <a:gd name="textAreaTop" fmla="*/ 0 h 4162320"/>
              <a:gd name="textAreaBottom" fmla="*/ 4163040 h 4162320"/>
            </a:gdLst>
            <a:ahLst/>
            <a:cxnLst/>
            <a:rect l="textAreaLeft" t="textAreaTop" r="textAreaRight" b="textAreaBottom"/>
            <a:pathLst>
              <a:path w="12191721" h="4625582">
                <a:moveTo>
                  <a:pt x="1868" y="4624487"/>
                </a:moveTo>
                <a:cubicBezTo>
                  <a:pt x="1868" y="4624487"/>
                  <a:pt x="3992243" y="4497905"/>
                  <a:pt x="7331891" y="3653511"/>
                </a:cubicBezTo>
                <a:cubicBezTo>
                  <a:pt x="10757411" y="2787336"/>
                  <a:pt x="11991782" y="587836"/>
                  <a:pt x="11991782" y="587836"/>
                </a:cubicBezTo>
                <a:lnTo>
                  <a:pt x="12165754" y="693611"/>
                </a:lnTo>
                <a:lnTo>
                  <a:pt x="12193590" y="-1096"/>
                </a:lnTo>
                <a:cubicBezTo>
                  <a:pt x="12193590" y="-1096"/>
                  <a:pt x="10655394" y="2843007"/>
                  <a:pt x="6246302" y="3421501"/>
                </a:cubicBezTo>
                <a:cubicBezTo>
                  <a:pt x="2036164" y="3973899"/>
                  <a:pt x="1868" y="3987538"/>
                  <a:pt x="1868" y="3987538"/>
                </a:cubicBezTo>
                <a:close/>
              </a:path>
            </a:pathLst>
          </a:custGeom>
          <a:gradFill rotWithShape="0">
            <a:gsLst>
              <a:gs pos="35000">
                <a:srgbClr val="172B84">
                  <a:alpha val="22000"/>
                </a:srgbClr>
              </a:gs>
              <a:gs pos="53000">
                <a:srgbClr val="172B84"/>
              </a:gs>
            </a:gsLst>
            <a:lin ang="18900000"/>
          </a:gradFill>
          <a:ln w="6959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15" name="标题 1"/>
          <p:cNvSpPr/>
          <p:nvPr>
            <p:custDataLst>
              <p:tags r:id="rId4"/>
            </p:custDataLst>
          </p:nvPr>
        </p:nvSpPr>
        <p:spPr>
          <a:xfrm>
            <a:off x="8348980" y="2744470"/>
            <a:ext cx="2637155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2000" dirty="0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</a:t>
            </a:r>
            <a:r>
              <a:rPr lang="en-US" altLang="zh-CN" sz="2000" dirty="0" err="1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content_points</a:t>
            </a:r>
            <a:r>
              <a:rPr lang="en-US" altLang="zh-CN" sz="2000" dirty="0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[2]}}</a:t>
            </a:r>
            <a:endParaRPr lang="en-US" altLang="zh-CN" sz="2000" b="0" u="none" strike="noStrike" dirty="0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416" name="标题 1"/>
          <p:cNvSpPr/>
          <p:nvPr>
            <p:custDataLst>
              <p:tags r:id="rId5"/>
            </p:custDataLst>
          </p:nvPr>
        </p:nvSpPr>
        <p:spPr>
          <a:xfrm>
            <a:off x="8348980" y="3438525"/>
            <a:ext cx="2139315" cy="2152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[2]}}</a:t>
            </a:r>
            <a:endParaRPr lang="en-US" altLang="zh-CN" sz="1400" b="0" u="none" strike="noStrike" dirty="0">
              <a:solidFill>
                <a:schemeClr val="tx1"/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+mn-ea"/>
            </a:endParaRPr>
          </a:p>
        </p:txBody>
      </p:sp>
      <p:sp>
        <p:nvSpPr>
          <p:cNvPr id="417" name="标题 1"/>
          <p:cNvSpPr/>
          <p:nvPr>
            <p:custDataLst>
              <p:tags r:id="rId6"/>
            </p:custDataLst>
          </p:nvPr>
        </p:nvSpPr>
        <p:spPr>
          <a:xfrm>
            <a:off x="5166995" y="3284855"/>
            <a:ext cx="2723515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2000" dirty="0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</a:t>
            </a:r>
            <a:r>
              <a:rPr lang="en-US" altLang="zh-CN" sz="2000" dirty="0" err="1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content_points</a:t>
            </a:r>
            <a:r>
              <a:rPr lang="en-US" altLang="zh-CN" sz="2000" dirty="0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[1]}}</a:t>
            </a:r>
            <a:endParaRPr lang="en-US" altLang="zh-CN" sz="2000" b="0" u="none" strike="noStrike" dirty="0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418" name="标题 1"/>
          <p:cNvSpPr/>
          <p:nvPr>
            <p:custDataLst>
              <p:tags r:id="rId7"/>
            </p:custDataLst>
          </p:nvPr>
        </p:nvSpPr>
        <p:spPr>
          <a:xfrm>
            <a:off x="2033905" y="3787140"/>
            <a:ext cx="280162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2000" dirty="0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</a:t>
            </a:r>
            <a:r>
              <a:rPr lang="en-US" altLang="zh-CN" sz="2000" dirty="0" err="1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content_points</a:t>
            </a:r>
            <a:r>
              <a:rPr lang="en-US" altLang="zh-CN" sz="2000" dirty="0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[0]}}</a:t>
            </a:r>
            <a:endParaRPr lang="en-US" altLang="zh-CN" sz="2000" b="0" u="none" strike="noStrike" dirty="0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419" name="标题 1"/>
          <p:cNvSpPr/>
          <p:nvPr>
            <p:custDataLst>
              <p:tags r:id="rId8"/>
            </p:custDataLst>
          </p:nvPr>
        </p:nvSpPr>
        <p:spPr>
          <a:xfrm>
            <a:off x="2032000" y="4577080"/>
            <a:ext cx="2791460" cy="2152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rgbClr val="262626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rgbClr val="262626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[0]}}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20" name="标题 1"/>
          <p:cNvSpPr/>
          <p:nvPr>
            <p:custDataLst>
              <p:tags r:id="rId9"/>
            </p:custDataLst>
          </p:nvPr>
        </p:nvSpPr>
        <p:spPr>
          <a:xfrm>
            <a:off x="1756080" y="6129360"/>
            <a:ext cx="154440" cy="154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FFA"/>
            </a:solidFill>
            <a:miter/>
          </a:ln>
          <a:effectLst>
            <a:outerShdw blurRad="787320" sx="98000" sy="98000" algn="ctr" rotWithShape="0">
              <a:srgbClr val="000000">
                <a:alpha val="1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21" name="标题 1"/>
          <p:cNvSpPr/>
          <p:nvPr>
            <p:custDataLst>
              <p:tags r:id="rId10"/>
            </p:custDataLst>
          </p:nvPr>
        </p:nvSpPr>
        <p:spPr>
          <a:xfrm>
            <a:off x="4941720" y="5805720"/>
            <a:ext cx="154440" cy="154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FFA"/>
            </a:solidFill>
            <a:miter/>
          </a:ln>
          <a:effectLst>
            <a:outerShdw blurRad="787320" sx="98000" sy="98000" algn="ctr" rotWithShape="0">
              <a:srgbClr val="000000">
                <a:alpha val="1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22" name="标题 1"/>
          <p:cNvSpPr/>
          <p:nvPr>
            <p:custDataLst>
              <p:tags r:id="rId11"/>
            </p:custDataLst>
          </p:nvPr>
        </p:nvSpPr>
        <p:spPr>
          <a:xfrm>
            <a:off x="7943400" y="5227200"/>
            <a:ext cx="154440" cy="154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FFA"/>
            </a:solidFill>
            <a:miter/>
          </a:ln>
          <a:effectLst>
            <a:outerShdw blurRad="787320" sx="98000" sy="98000" algn="ctr" rotWithShape="0">
              <a:srgbClr val="000000">
                <a:alpha val="1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cxnSp>
        <p:nvCxnSpPr>
          <p:cNvPr id="423" name="标题 1"/>
          <p:cNvCxnSpPr/>
          <p:nvPr>
            <p:custDataLst>
              <p:tags r:id="rId12"/>
            </p:custDataLst>
          </p:nvPr>
        </p:nvCxnSpPr>
        <p:spPr>
          <a:xfrm>
            <a:off x="1836000" y="3498610"/>
            <a:ext cx="720" cy="2372400"/>
          </a:xfrm>
          <a:prstGeom prst="straightConnector1">
            <a:avLst/>
          </a:prstGeom>
          <a:ln w="25400" cap="rnd">
            <a:solidFill>
              <a:srgbClr val="172B84"/>
            </a:solidFill>
            <a:round/>
          </a:ln>
        </p:spPr>
      </p:cxnSp>
      <p:cxnSp>
        <p:nvCxnSpPr>
          <p:cNvPr id="424" name="标题 1"/>
          <p:cNvCxnSpPr/>
          <p:nvPr>
            <p:custDataLst>
              <p:tags r:id="rId13"/>
            </p:custDataLst>
          </p:nvPr>
        </p:nvCxnSpPr>
        <p:spPr>
          <a:xfrm>
            <a:off x="5019120" y="2741775"/>
            <a:ext cx="720" cy="2372760"/>
          </a:xfrm>
          <a:prstGeom prst="straightConnector1">
            <a:avLst/>
          </a:prstGeom>
          <a:ln w="25400" cap="rnd">
            <a:solidFill>
              <a:srgbClr val="172B84"/>
            </a:solidFill>
            <a:round/>
          </a:ln>
        </p:spPr>
      </p:cxnSp>
      <p:cxnSp>
        <p:nvCxnSpPr>
          <p:cNvPr id="425" name="标题 1"/>
          <p:cNvCxnSpPr/>
          <p:nvPr>
            <p:custDataLst>
              <p:tags r:id="rId14"/>
            </p:custDataLst>
          </p:nvPr>
        </p:nvCxnSpPr>
        <p:spPr>
          <a:xfrm>
            <a:off x="8005680" y="2355135"/>
            <a:ext cx="720" cy="2372400"/>
          </a:xfrm>
          <a:prstGeom prst="straightConnector1">
            <a:avLst/>
          </a:prstGeom>
          <a:ln w="25400" cap="rnd">
            <a:solidFill>
              <a:srgbClr val="172B84"/>
            </a:solidFill>
            <a:round/>
          </a:ln>
        </p:spPr>
      </p:cxnSp>
      <p:sp>
        <p:nvSpPr>
          <p:cNvPr id="426" name="标题 1"/>
          <p:cNvSpPr/>
          <p:nvPr>
            <p:custDataLst>
              <p:tags r:id="rId15"/>
            </p:custDataLst>
          </p:nvPr>
        </p:nvSpPr>
        <p:spPr>
          <a:xfrm>
            <a:off x="1112400" y="2174170"/>
            <a:ext cx="1446840" cy="1446840"/>
          </a:xfrm>
          <a:prstGeom prst="flowChartConnector">
            <a:avLst/>
          </a:prstGeom>
          <a:gradFill rotWithShape="0">
            <a:gsLst>
              <a:gs pos="37000">
                <a:srgbClr val="172B84"/>
              </a:gs>
              <a:gs pos="100000">
                <a:srgbClr val="C0D8FD"/>
              </a:gs>
            </a:gsLst>
            <a:lin ang="13500000"/>
          </a:gra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27" name="标题 1"/>
          <p:cNvSpPr/>
          <p:nvPr>
            <p:custDataLst>
              <p:tags r:id="rId16"/>
            </p:custDataLst>
          </p:nvPr>
        </p:nvSpPr>
        <p:spPr>
          <a:xfrm>
            <a:off x="1623600" y="2685370"/>
            <a:ext cx="424440" cy="424440"/>
          </a:xfrm>
          <a:custGeom>
            <a:avLst/>
            <a:gdLst>
              <a:gd name="textAreaLeft" fmla="*/ 0 w 424440"/>
              <a:gd name="textAreaRight" fmla="*/ 425160 w 424440"/>
              <a:gd name="textAreaTop" fmla="*/ 0 h 424440"/>
              <a:gd name="textAreaBottom" fmla="*/ 425160 h 424440"/>
            </a:gdLst>
            <a:ahLst/>
            <a:cxnLst/>
            <a:rect l="textAreaLeft" t="textAreaTop" r="textAreaRight" b="textAreaBottom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29" name="标题 1"/>
          <p:cNvSpPr/>
          <p:nvPr>
            <p:custDataLst>
              <p:tags r:id="rId17"/>
            </p:custDataLst>
          </p:nvPr>
        </p:nvSpPr>
        <p:spPr>
          <a:xfrm>
            <a:off x="4842360" y="2028730"/>
            <a:ext cx="424440" cy="384840"/>
          </a:xfrm>
          <a:custGeom>
            <a:avLst/>
            <a:gdLst>
              <a:gd name="textAreaLeft" fmla="*/ 0 w 424440"/>
              <a:gd name="textAreaRight" fmla="*/ 425160 w 424440"/>
              <a:gd name="textAreaTop" fmla="*/ 0 h 384840"/>
              <a:gd name="textAreaBottom" fmla="*/ 385560 h 384840"/>
            </a:gdLst>
            <a:ahLst/>
            <a:cxnLst/>
            <a:rect l="textAreaLeft" t="textAreaTop" r="textAreaRight" b="textAreaBottom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31" name="标题 1"/>
          <p:cNvSpPr/>
          <p:nvPr>
            <p:custDataLst>
              <p:tags r:id="rId18"/>
            </p:custDataLst>
          </p:nvPr>
        </p:nvSpPr>
        <p:spPr>
          <a:xfrm>
            <a:off x="7758970" y="1611360"/>
            <a:ext cx="424440" cy="392760"/>
          </a:xfrm>
          <a:custGeom>
            <a:avLst/>
            <a:gdLst>
              <a:gd name="textAreaLeft" fmla="*/ 0 w 424440"/>
              <a:gd name="textAreaRight" fmla="*/ 425160 w 424440"/>
              <a:gd name="textAreaTop" fmla="*/ 0 h 392760"/>
              <a:gd name="textAreaBottom" fmla="*/ 393480 h 392760"/>
            </a:gdLst>
            <a:ahLst/>
            <a:cxnLst/>
            <a:rect l="textAreaLeft" t="textAreaTop" r="textAreaRight" b="textAreaBottom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54990" y="403225"/>
            <a:ext cx="10793730" cy="505460"/>
            <a:chOff x="874" y="861"/>
            <a:chExt cx="16998" cy="796"/>
          </a:xfrm>
        </p:grpSpPr>
        <p:sp>
          <p:nvSpPr>
            <p:cNvPr id="3" name="标题 1"/>
            <p:cNvSpPr/>
            <p:nvPr/>
          </p:nvSpPr>
          <p:spPr>
            <a:xfrm>
              <a:off x="874" y="861"/>
              <a:ext cx="950" cy="796"/>
            </a:xfrm>
            <a:prstGeom prst="homePlate">
              <a:avLst>
                <a:gd name="adj" fmla="val 44221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5" name="标题 1"/>
            <p:cNvSpPr/>
            <p:nvPr/>
          </p:nvSpPr>
          <p:spPr>
            <a:xfrm>
              <a:off x="1662" y="861"/>
              <a:ext cx="793" cy="796"/>
            </a:xfrm>
            <a:prstGeom prst="chevron">
              <a:avLst>
                <a:gd name="adj" fmla="val 49306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6" name="标题 1"/>
            <p:cNvSpPr/>
            <p:nvPr/>
          </p:nvSpPr>
          <p:spPr>
            <a:xfrm>
              <a:off x="2456" y="861"/>
              <a:ext cx="15416" cy="796"/>
            </a:xfrm>
            <a:prstGeom prst="rect">
              <a:avLst/>
            </a:prstGeom>
            <a:gradFill>
              <a:gsLst>
                <a:gs pos="100000">
                  <a:srgbClr val="F6F7F7">
                    <a:alpha val="0"/>
                  </a:srgbClr>
                </a:gs>
                <a:gs pos="0">
                  <a:srgbClr val="F5F5F7"/>
                </a:gs>
              </a:gsLst>
              <a:lin ang="2700000" scaled="0"/>
            </a:gra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10" name="标题 1"/>
            <p:cNvSpPr/>
            <p:nvPr/>
          </p:nvSpPr>
          <p:spPr>
            <a:xfrm>
              <a:off x="2682" y="920"/>
              <a:ext cx="11671" cy="6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0" tIns="0" rIns="0" bIns="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2800" b="0" u="none" strike="noStrike">
                  <a:solidFill>
                    <a:srgbClr val="172B84"/>
                  </a:solidFill>
                  <a:uFillTx/>
                  <a:latin typeface="思源黑体 CN Bold" panose="020B0800000000000000" charset="-122"/>
                  <a:ea typeface="思源黑体 CN Bold" panose="020B0800000000000000" charset="-122"/>
                </a:rPr>
                <a:t>{{section_title}}</a:t>
              </a:r>
              <a:endParaRPr lang="en-US" altLang="zh-CN" sz="2800" b="0" u="none" strike="noStrike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sp>
        <p:nvSpPr>
          <p:cNvPr id="11" name="标题 1"/>
          <p:cNvSpPr/>
          <p:nvPr/>
        </p:nvSpPr>
        <p:spPr>
          <a:xfrm>
            <a:off x="0" y="6351840"/>
            <a:ext cx="12191400" cy="505440"/>
          </a:xfrm>
          <a:prstGeom prst="parallelogram">
            <a:avLst>
              <a:gd name="adj" fmla="val 0"/>
            </a:avLst>
          </a:prstGeom>
          <a:gradFill rotWithShape="0">
            <a:gsLst>
              <a:gs pos="0">
                <a:srgbClr val="172B84">
                  <a:alpha val="0"/>
                </a:srgbClr>
              </a:gs>
              <a:gs pos="50000">
                <a:srgbClr val="172B84"/>
              </a:gs>
              <a:gs pos="100000">
                <a:srgbClr val="172B84">
                  <a:alpha val="0"/>
                </a:srgbClr>
              </a:gs>
            </a:gsLst>
            <a:lin ang="0"/>
          </a:gradFill>
          <a:ln w="1905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7035" y="1039495"/>
            <a:ext cx="658812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>
                <a:solidFill>
                  <a:srgbClr val="172B84"/>
                </a:solidFill>
                <a:latin typeface="思源黑体" panose="020B0800000000000000" charset="-122"/>
                <a:ea typeface="思源黑体" panose="020B0800000000000000" charset="-122"/>
              </a:rPr>
              <a:t>{{title}}</a:t>
            </a:r>
            <a:endParaRPr lang="en-US" altLang="zh-CN" sz="2200">
              <a:solidFill>
                <a:srgbClr val="172B84"/>
              </a:solidFill>
              <a:latin typeface="思源黑体" panose="020B0800000000000000" charset="-122"/>
              <a:ea typeface="思源黑体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 flipV="1">
            <a:off x="0" y="-6350"/>
            <a:ext cx="12192000" cy="6858000"/>
          </a:xfrm>
          <a:prstGeom prst="rect">
            <a:avLst/>
          </a:prstGeom>
          <a:gradFill>
            <a:gsLst>
              <a:gs pos="0">
                <a:srgbClr val="D3E4FE">
                  <a:alpha val="50000"/>
                </a:srgbClr>
              </a:gs>
              <a:gs pos="60000">
                <a:schemeClr val="bg1"/>
              </a:gs>
            </a:gsLst>
            <a:lin ang="5400000" scaled="0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p>
            <a:pPr algn="ctr"/>
            <a:endParaRPr kumimoji="1" lang="zh-CN" altLang="en-US"/>
          </a:p>
        </p:txBody>
      </p:sp>
      <p:sp>
        <p:nvSpPr>
          <p:cNvPr id="221" name="标题 1"/>
          <p:cNvSpPr/>
          <p:nvPr/>
        </p:nvSpPr>
        <p:spPr>
          <a:xfrm flipH="1" flipV="1">
            <a:off x="10559880" y="2144880"/>
            <a:ext cx="982440" cy="951120"/>
          </a:xfrm>
          <a:custGeom>
            <a:avLst/>
            <a:gdLst>
              <a:gd name="textAreaLeft" fmla="*/ 360 w 982440"/>
              <a:gd name="textAreaRight" fmla="*/ 983520 w 982440"/>
              <a:gd name="textAreaTop" fmla="*/ -360 h 951120"/>
              <a:gd name="textAreaBottom" fmla="*/ 951480 h 951120"/>
            </a:gdLst>
            <a:ahLst/>
            <a:cxnLst/>
            <a:rect l="textAreaLeft" t="textAreaTop" r="textAreaRight" b="textAreaBottom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gradFill rotWithShape="0">
            <a:gsLst>
              <a:gs pos="13000">
                <a:srgbClr val="FFFFFF">
                  <a:alpha val="21000"/>
                </a:srgbClr>
              </a:gs>
              <a:gs pos="98000">
                <a:srgbClr val="FFFFFF">
                  <a:alpha val="82000"/>
                </a:srgbClr>
              </a:gs>
            </a:gsLst>
            <a:lin ang="5400000"/>
          </a:gradFill>
          <a:ln w="186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26" name="Freeform 20"/>
          <p:cNvSpPr/>
          <p:nvPr/>
        </p:nvSpPr>
        <p:spPr>
          <a:xfrm>
            <a:off x="479160" y="3497400"/>
            <a:ext cx="3593880" cy="399240"/>
          </a:xfrm>
          <a:prstGeom prst="roundRect">
            <a:avLst>
              <a:gd name="adj" fmla="val 107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chemeClr val="accent5">
                  <a:lumMod val="75000"/>
                </a:schemeClr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39" name="标题 1"/>
          <p:cNvSpPr/>
          <p:nvPr/>
        </p:nvSpPr>
        <p:spPr>
          <a:xfrm>
            <a:off x="0" y="6351840"/>
            <a:ext cx="12191400" cy="505440"/>
          </a:xfrm>
          <a:prstGeom prst="parallelogram">
            <a:avLst>
              <a:gd name="adj" fmla="val 0"/>
            </a:avLst>
          </a:prstGeom>
          <a:gradFill rotWithShape="0">
            <a:gsLst>
              <a:gs pos="0">
                <a:srgbClr val="172B84">
                  <a:alpha val="0"/>
                </a:srgbClr>
              </a:gs>
              <a:gs pos="50000">
                <a:srgbClr val="172B84"/>
              </a:gs>
              <a:gs pos="100000">
                <a:srgbClr val="172B84">
                  <a:alpha val="0"/>
                </a:srgbClr>
              </a:gs>
            </a:gsLst>
            <a:lin ang="0"/>
          </a:gradFill>
          <a:ln w="1905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54990" y="403225"/>
            <a:ext cx="10793730" cy="505460"/>
            <a:chOff x="874" y="861"/>
            <a:chExt cx="16998" cy="796"/>
          </a:xfrm>
        </p:grpSpPr>
        <p:sp>
          <p:nvSpPr>
            <p:cNvPr id="223" name="标题 1"/>
            <p:cNvSpPr/>
            <p:nvPr/>
          </p:nvSpPr>
          <p:spPr>
            <a:xfrm>
              <a:off x="874" y="861"/>
              <a:ext cx="950" cy="796"/>
            </a:xfrm>
            <a:prstGeom prst="homePlate">
              <a:avLst>
                <a:gd name="adj" fmla="val 44221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7" name="标题 1"/>
            <p:cNvSpPr/>
            <p:nvPr/>
          </p:nvSpPr>
          <p:spPr>
            <a:xfrm>
              <a:off x="1662" y="861"/>
              <a:ext cx="793" cy="796"/>
            </a:xfrm>
            <a:prstGeom prst="chevron">
              <a:avLst>
                <a:gd name="adj" fmla="val 49306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8" name="标题 1"/>
            <p:cNvSpPr/>
            <p:nvPr/>
          </p:nvSpPr>
          <p:spPr>
            <a:xfrm>
              <a:off x="2456" y="861"/>
              <a:ext cx="15416" cy="796"/>
            </a:xfrm>
            <a:prstGeom prst="rect">
              <a:avLst/>
            </a:prstGeom>
            <a:gradFill>
              <a:gsLst>
                <a:gs pos="100000">
                  <a:srgbClr val="F6F7F7">
                    <a:alpha val="0"/>
                  </a:srgbClr>
                </a:gs>
                <a:gs pos="0">
                  <a:srgbClr val="F5F5F7"/>
                </a:gs>
              </a:gsLst>
              <a:lin ang="2700000" scaled="0"/>
            </a:gra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225" name="标题 1"/>
            <p:cNvSpPr/>
            <p:nvPr/>
          </p:nvSpPr>
          <p:spPr>
            <a:xfrm>
              <a:off x="2682" y="920"/>
              <a:ext cx="11671" cy="6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0" tIns="0" rIns="0" bIns="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2800" b="0" u="none" strike="noStrike">
                  <a:solidFill>
                    <a:srgbClr val="172B84"/>
                  </a:solidFill>
                  <a:uFillTx/>
                  <a:latin typeface="思源黑体 CN Bold" panose="020B0800000000000000" charset="-122"/>
                  <a:ea typeface="思源黑体 CN Bold" panose="020B0800000000000000" charset="-122"/>
                </a:rPr>
                <a:t>{{section_title}}</a:t>
              </a:r>
              <a:endParaRPr lang="en-US" altLang="zh-CN" sz="2800" b="0" u="none" strike="noStrike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sp>
        <p:nvSpPr>
          <p:cNvPr id="330" name="标题 1"/>
          <p:cNvSpPr/>
          <p:nvPr/>
        </p:nvSpPr>
        <p:spPr>
          <a:xfrm>
            <a:off x="1680840" y="2699640"/>
            <a:ext cx="294480" cy="280800"/>
          </a:xfrm>
          <a:custGeom>
            <a:avLst/>
            <a:gdLst>
              <a:gd name="textAreaLeft" fmla="*/ 0 w 294480"/>
              <a:gd name="textAreaRight" fmla="*/ 295200 w 294480"/>
              <a:gd name="textAreaTop" fmla="*/ 0 h 280800"/>
              <a:gd name="textAreaBottom" fmla="*/ 281520 h 280800"/>
            </a:gdLst>
            <a:ahLst/>
            <a:cxnLst/>
            <a:rect l="textAreaLeft" t="textAreaTop" r="textAreaRight" b="textAreaBottom"/>
            <a:pathLst>
              <a:path w="363510" h="346970">
                <a:moveTo>
                  <a:pt x="362582" y="267165"/>
                </a:moveTo>
                <a:cubicBezTo>
                  <a:pt x="365347" y="275075"/>
                  <a:pt x="361754" y="283802"/>
                  <a:pt x="354221" y="287471"/>
                </a:cubicBezTo>
                <a:lnTo>
                  <a:pt x="352437" y="288215"/>
                </a:lnTo>
                <a:lnTo>
                  <a:pt x="187213" y="346043"/>
                </a:lnTo>
                <a:cubicBezTo>
                  <a:pt x="184401" y="347027"/>
                  <a:pt x="181375" y="347233"/>
                  <a:pt x="178456" y="346638"/>
                </a:cubicBezTo>
                <a:lnTo>
                  <a:pt x="176308" y="346043"/>
                </a:lnTo>
                <a:lnTo>
                  <a:pt x="11084" y="288215"/>
                </a:lnTo>
                <a:cubicBezTo>
                  <a:pt x="2468" y="285208"/>
                  <a:pt x="-2079" y="275787"/>
                  <a:pt x="927" y="267171"/>
                </a:cubicBezTo>
                <a:cubicBezTo>
                  <a:pt x="3691" y="259251"/>
                  <a:pt x="11952" y="254658"/>
                  <a:pt x="20138" y="256492"/>
                </a:cubicBezTo>
                <a:lnTo>
                  <a:pt x="21989" y="257021"/>
                </a:lnTo>
                <a:lnTo>
                  <a:pt x="181760" y="312932"/>
                </a:lnTo>
                <a:lnTo>
                  <a:pt x="341532" y="257021"/>
                </a:lnTo>
                <a:cubicBezTo>
                  <a:pt x="350146" y="254009"/>
                  <a:pt x="359570" y="258551"/>
                  <a:pt x="362581" y="267165"/>
                </a:cubicBezTo>
                <a:cubicBezTo>
                  <a:pt x="362582" y="267165"/>
                  <a:pt x="362582" y="267165"/>
                  <a:pt x="362582" y="267165"/>
                </a:cubicBezTo>
                <a:close/>
                <a:moveTo>
                  <a:pt x="362582" y="201075"/>
                </a:moveTo>
                <a:cubicBezTo>
                  <a:pt x="365347" y="208985"/>
                  <a:pt x="361754" y="217712"/>
                  <a:pt x="354221" y="221382"/>
                </a:cubicBezTo>
                <a:lnTo>
                  <a:pt x="352437" y="222125"/>
                </a:lnTo>
                <a:lnTo>
                  <a:pt x="187213" y="279954"/>
                </a:lnTo>
                <a:cubicBezTo>
                  <a:pt x="184401" y="280938"/>
                  <a:pt x="181375" y="281143"/>
                  <a:pt x="178456" y="280548"/>
                </a:cubicBezTo>
                <a:lnTo>
                  <a:pt x="176308" y="279954"/>
                </a:lnTo>
                <a:lnTo>
                  <a:pt x="11084" y="222125"/>
                </a:lnTo>
                <a:cubicBezTo>
                  <a:pt x="2468" y="219119"/>
                  <a:pt x="-2079" y="209697"/>
                  <a:pt x="927" y="201082"/>
                </a:cubicBezTo>
                <a:cubicBezTo>
                  <a:pt x="3691" y="193161"/>
                  <a:pt x="11952" y="188569"/>
                  <a:pt x="20138" y="190402"/>
                </a:cubicBezTo>
                <a:lnTo>
                  <a:pt x="21989" y="190931"/>
                </a:lnTo>
                <a:lnTo>
                  <a:pt x="181760" y="246843"/>
                </a:lnTo>
                <a:lnTo>
                  <a:pt x="341532" y="190931"/>
                </a:lnTo>
                <a:cubicBezTo>
                  <a:pt x="350143" y="187911"/>
                  <a:pt x="359572" y="192444"/>
                  <a:pt x="362591" y="201055"/>
                </a:cubicBezTo>
                <a:cubicBezTo>
                  <a:pt x="362593" y="201062"/>
                  <a:pt x="362596" y="201069"/>
                  <a:pt x="362598" y="201075"/>
                </a:cubicBezTo>
                <a:close/>
                <a:moveTo>
                  <a:pt x="362582" y="134986"/>
                </a:moveTo>
                <a:cubicBezTo>
                  <a:pt x="365347" y="142895"/>
                  <a:pt x="361754" y="151622"/>
                  <a:pt x="354221" y="155292"/>
                </a:cubicBezTo>
                <a:lnTo>
                  <a:pt x="352437" y="156035"/>
                </a:lnTo>
                <a:lnTo>
                  <a:pt x="187213" y="213864"/>
                </a:lnTo>
                <a:cubicBezTo>
                  <a:pt x="184401" y="214848"/>
                  <a:pt x="181375" y="215053"/>
                  <a:pt x="178456" y="214459"/>
                </a:cubicBezTo>
                <a:lnTo>
                  <a:pt x="176308" y="213864"/>
                </a:lnTo>
                <a:lnTo>
                  <a:pt x="11084" y="156035"/>
                </a:lnTo>
                <a:cubicBezTo>
                  <a:pt x="2468" y="153029"/>
                  <a:pt x="-2079" y="143608"/>
                  <a:pt x="927" y="134992"/>
                </a:cubicBezTo>
                <a:cubicBezTo>
                  <a:pt x="3691" y="127071"/>
                  <a:pt x="11952" y="122479"/>
                  <a:pt x="20138" y="124312"/>
                </a:cubicBezTo>
                <a:lnTo>
                  <a:pt x="21989" y="124841"/>
                </a:lnTo>
                <a:lnTo>
                  <a:pt x="181760" y="180753"/>
                </a:lnTo>
                <a:lnTo>
                  <a:pt x="341532" y="124841"/>
                </a:lnTo>
                <a:cubicBezTo>
                  <a:pt x="350146" y="121830"/>
                  <a:pt x="359570" y="126371"/>
                  <a:pt x="362581" y="134985"/>
                </a:cubicBezTo>
                <a:cubicBezTo>
                  <a:pt x="362582" y="134986"/>
                  <a:pt x="362582" y="134986"/>
                  <a:pt x="362582" y="134986"/>
                </a:cubicBezTo>
                <a:close/>
                <a:moveTo>
                  <a:pt x="185032" y="328"/>
                </a:moveTo>
                <a:lnTo>
                  <a:pt x="187163" y="907"/>
                </a:lnTo>
                <a:lnTo>
                  <a:pt x="352387" y="58024"/>
                </a:lnTo>
                <a:cubicBezTo>
                  <a:pt x="366481" y="62899"/>
                  <a:pt x="367191" y="82131"/>
                  <a:pt x="354420" y="88409"/>
                </a:cubicBezTo>
                <a:lnTo>
                  <a:pt x="352503" y="89219"/>
                </a:lnTo>
                <a:lnTo>
                  <a:pt x="187279" y="147758"/>
                </a:lnTo>
                <a:cubicBezTo>
                  <a:pt x="184436" y="148760"/>
                  <a:pt x="181374" y="148966"/>
                  <a:pt x="178423" y="148353"/>
                </a:cubicBezTo>
                <a:lnTo>
                  <a:pt x="176242" y="147758"/>
                </a:lnTo>
                <a:lnTo>
                  <a:pt x="11018" y="89219"/>
                </a:lnTo>
                <a:cubicBezTo>
                  <a:pt x="-3043" y="84229"/>
                  <a:pt x="-3605" y="64997"/>
                  <a:pt x="9200" y="58817"/>
                </a:cubicBezTo>
                <a:lnTo>
                  <a:pt x="11133" y="58024"/>
                </a:lnTo>
                <a:lnTo>
                  <a:pt x="176358" y="907"/>
                </a:lnTo>
                <a:cubicBezTo>
                  <a:pt x="179145" y="-57"/>
                  <a:pt x="182141" y="-257"/>
                  <a:pt x="185032" y="328"/>
                </a:cubicBezTo>
                <a:close/>
                <a:moveTo>
                  <a:pt x="181760" y="34001"/>
                </a:moveTo>
                <a:lnTo>
                  <a:pt x="66549" y="73820"/>
                </a:lnTo>
                <a:lnTo>
                  <a:pt x="181760" y="114647"/>
                </a:lnTo>
                <a:lnTo>
                  <a:pt x="296955" y="73820"/>
                </a:lnTo>
                <a:lnTo>
                  <a:pt x="181760" y="34001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331" name="标题 1"/>
          <p:cNvSpPr/>
          <p:nvPr/>
        </p:nvSpPr>
        <p:spPr>
          <a:xfrm>
            <a:off x="3854880" y="2799360"/>
            <a:ext cx="278640" cy="253800"/>
          </a:xfrm>
          <a:custGeom>
            <a:avLst/>
            <a:gdLst>
              <a:gd name="textAreaLeft" fmla="*/ 0 w 278640"/>
              <a:gd name="textAreaRight" fmla="*/ 279360 w 278640"/>
              <a:gd name="textAreaTop" fmla="*/ 0 h 253800"/>
              <a:gd name="textAreaBottom" fmla="*/ 254520 h 253800"/>
            </a:gdLst>
            <a:ahLst/>
            <a:cxnLst/>
            <a:rect l="textAreaLeft" t="textAreaTop" r="textAreaRight" b="textAreaBottom"/>
            <a:pathLst>
              <a:path w="397990" h="361810">
                <a:moveTo>
                  <a:pt x="18507" y="361810"/>
                </a:moveTo>
                <a:cubicBezTo>
                  <a:pt x="8973" y="361810"/>
                  <a:pt x="1122" y="354755"/>
                  <a:pt x="109" y="345692"/>
                </a:cubicBezTo>
                <a:lnTo>
                  <a:pt x="0" y="343720"/>
                </a:lnTo>
                <a:lnTo>
                  <a:pt x="0" y="126634"/>
                </a:lnTo>
                <a:cubicBezTo>
                  <a:pt x="0" y="117317"/>
                  <a:pt x="7236" y="109628"/>
                  <a:pt x="16499" y="108651"/>
                </a:cubicBezTo>
                <a:lnTo>
                  <a:pt x="18507" y="108543"/>
                </a:lnTo>
                <a:lnTo>
                  <a:pt x="120320" y="108543"/>
                </a:lnTo>
                <a:lnTo>
                  <a:pt x="120320" y="18091"/>
                </a:lnTo>
                <a:cubicBezTo>
                  <a:pt x="120320" y="8774"/>
                  <a:pt x="127556" y="1085"/>
                  <a:pt x="136819" y="109"/>
                </a:cubicBezTo>
                <a:lnTo>
                  <a:pt x="138827" y="0"/>
                </a:lnTo>
                <a:lnTo>
                  <a:pt x="259164" y="0"/>
                </a:lnTo>
                <a:cubicBezTo>
                  <a:pt x="268698" y="0"/>
                  <a:pt x="276549" y="7055"/>
                  <a:pt x="277562" y="16119"/>
                </a:cubicBezTo>
                <a:lnTo>
                  <a:pt x="277671" y="18091"/>
                </a:lnTo>
                <a:lnTo>
                  <a:pt x="277653" y="180905"/>
                </a:lnTo>
                <a:lnTo>
                  <a:pt x="379484" y="180905"/>
                </a:lnTo>
                <a:cubicBezTo>
                  <a:pt x="389018" y="180905"/>
                  <a:pt x="396869" y="187960"/>
                  <a:pt x="397882" y="197024"/>
                </a:cubicBezTo>
                <a:lnTo>
                  <a:pt x="397991" y="198996"/>
                </a:lnTo>
                <a:lnTo>
                  <a:pt x="397991" y="343720"/>
                </a:lnTo>
                <a:cubicBezTo>
                  <a:pt x="397991" y="353705"/>
                  <a:pt x="389706" y="361810"/>
                  <a:pt x="379484" y="361810"/>
                </a:cubicBezTo>
                <a:lnTo>
                  <a:pt x="18507" y="361810"/>
                </a:lnTo>
                <a:close/>
                <a:moveTo>
                  <a:pt x="120320" y="144724"/>
                </a:moveTo>
                <a:lnTo>
                  <a:pt x="37031" y="144724"/>
                </a:lnTo>
                <a:lnTo>
                  <a:pt x="37031" y="325629"/>
                </a:lnTo>
                <a:lnTo>
                  <a:pt x="120302" y="325629"/>
                </a:lnTo>
                <a:lnTo>
                  <a:pt x="120302" y="144724"/>
                </a:lnTo>
                <a:close/>
                <a:moveTo>
                  <a:pt x="240640" y="36181"/>
                </a:moveTo>
                <a:lnTo>
                  <a:pt x="157351" y="36181"/>
                </a:lnTo>
                <a:lnTo>
                  <a:pt x="157351" y="325629"/>
                </a:lnTo>
                <a:lnTo>
                  <a:pt x="240640" y="325629"/>
                </a:lnTo>
                <a:lnTo>
                  <a:pt x="240640" y="36181"/>
                </a:lnTo>
                <a:close/>
                <a:moveTo>
                  <a:pt x="360960" y="217086"/>
                </a:moveTo>
                <a:lnTo>
                  <a:pt x="277689" y="217086"/>
                </a:lnTo>
                <a:lnTo>
                  <a:pt x="277689" y="325629"/>
                </a:lnTo>
                <a:lnTo>
                  <a:pt x="360978" y="325629"/>
                </a:lnTo>
                <a:lnTo>
                  <a:pt x="360978" y="217086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05" name="标题 1"/>
          <p:cNvSpPr/>
          <p:nvPr/>
        </p:nvSpPr>
        <p:spPr>
          <a:xfrm>
            <a:off x="1123575" y="2054160"/>
            <a:ext cx="3680280" cy="3680280"/>
          </a:xfrm>
          <a:prstGeom prst="ellipse">
            <a:avLst/>
          </a:prstGeom>
          <a:noFill/>
          <a:ln w="254000">
            <a:solidFill>
              <a:srgbClr val="172B84"/>
            </a:solidFill>
          </a:ln>
          <a:effectLst>
            <a:outerShdw blurRad="279360" dist="343080" dir="5400000" sx="88000" sy="88000" algn="t" rotWithShape="0">
              <a:srgbClr val="172B84">
                <a:alpha val="17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16" name="图片 3"/>
          <p:cNvSpPr/>
          <p:nvPr/>
        </p:nvSpPr>
        <p:spPr>
          <a:xfrm>
            <a:off x="1568895" y="2494440"/>
            <a:ext cx="2810520" cy="2790720"/>
          </a:xfrm>
          <a:custGeom>
            <a:avLst/>
            <a:gdLst>
              <a:gd name="textAreaLeft" fmla="*/ 0 w 2810520"/>
              <a:gd name="textAreaRight" fmla="*/ 2811240 w 2810520"/>
              <a:gd name="textAreaTop" fmla="*/ 0 h 2790720"/>
              <a:gd name="textAreaBottom" fmla="*/ 2791440 h 2790720"/>
            </a:gdLst>
            <a:ahLst/>
            <a:cxnLst/>
            <a:rect l="textAreaLeft" t="textAreaTop" r="textAreaRight" b="textAreaBottom"/>
            <a:pathLst>
              <a:path w="3328988" h="3305508">
                <a:moveTo>
                  <a:pt x="1664494" y="0"/>
                </a:moveTo>
                <a:cubicBezTo>
                  <a:pt x="2583769" y="0"/>
                  <a:pt x="3328988" y="745219"/>
                  <a:pt x="3328988" y="1664494"/>
                </a:cubicBezTo>
                <a:cubicBezTo>
                  <a:pt x="3328988" y="2468860"/>
                  <a:pt x="2758430" y="3139964"/>
                  <a:pt x="1999948" y="3295172"/>
                </a:cubicBezTo>
                <a:lnTo>
                  <a:pt x="1932220" y="3305508"/>
                </a:lnTo>
                <a:lnTo>
                  <a:pt x="1396769" y="3305508"/>
                </a:lnTo>
                <a:lnTo>
                  <a:pt x="1329041" y="3295172"/>
                </a:lnTo>
                <a:cubicBezTo>
                  <a:pt x="570559" y="3139964"/>
                  <a:pt x="0" y="2468860"/>
                  <a:pt x="0" y="1664494"/>
                </a:cubicBezTo>
                <a:cubicBezTo>
                  <a:pt x="0" y="745219"/>
                  <a:pt x="745219" y="0"/>
                  <a:pt x="1664494" y="0"/>
                </a:cubicBezTo>
                <a:close/>
              </a:path>
            </a:pathLst>
          </a:custGeom>
          <a:blipFill rotWithShape="1">
            <a:blip r:embed="rId1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06" name="标题 1"/>
          <p:cNvSpPr/>
          <p:nvPr>
            <p:custDataLst>
              <p:tags r:id="rId2"/>
            </p:custDataLst>
          </p:nvPr>
        </p:nvSpPr>
        <p:spPr>
          <a:xfrm>
            <a:off x="5447665" y="1877060"/>
            <a:ext cx="540258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p>
            <a:pPr algn="l" defTabSz="914400">
              <a:lnSpc>
                <a:spcPct val="100000"/>
              </a:lnSpc>
            </a:pPr>
            <a:r>
              <a:rPr lang="en-US" altLang="zh-CN" sz="2000" dirty="0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</a:t>
            </a:r>
            <a:r>
              <a:rPr lang="en-US" altLang="zh-CN" sz="2000" dirty="0" err="1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content_points</a:t>
            </a:r>
            <a:r>
              <a:rPr lang="en-US" altLang="zh-CN" sz="2000" dirty="0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[0]}}</a:t>
            </a:r>
            <a:endParaRPr lang="en-US" altLang="zh-CN" sz="2000" b="0" u="none" strike="noStrike" dirty="0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508" name="标题 1"/>
          <p:cNvSpPr/>
          <p:nvPr>
            <p:custDataLst>
              <p:tags r:id="rId3"/>
            </p:custDataLst>
          </p:nvPr>
        </p:nvSpPr>
        <p:spPr>
          <a:xfrm>
            <a:off x="5951855" y="3441700"/>
            <a:ext cx="540258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p>
            <a:pPr algn="l" defTabSz="914400">
              <a:lnSpc>
                <a:spcPct val="100000"/>
              </a:lnSpc>
            </a:pPr>
            <a:r>
              <a:rPr lang="en-US" altLang="zh-CN" sz="2000" dirty="0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</a:t>
            </a:r>
            <a:r>
              <a:rPr lang="en-US" altLang="zh-CN" sz="2000" dirty="0" err="1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content_points</a:t>
            </a:r>
            <a:r>
              <a:rPr lang="en-US" altLang="zh-CN" sz="2000" dirty="0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[1]}}</a:t>
            </a:r>
            <a:endParaRPr lang="en-US" altLang="zh-CN" sz="2000" b="0" u="none" strike="noStrike" dirty="0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510" name="标题 1"/>
          <p:cNvSpPr/>
          <p:nvPr>
            <p:custDataLst>
              <p:tags r:id="rId4"/>
            </p:custDataLst>
          </p:nvPr>
        </p:nvSpPr>
        <p:spPr>
          <a:xfrm>
            <a:off x="5411470" y="5006340"/>
            <a:ext cx="540258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p>
            <a:pPr algn="l" defTabSz="914400">
              <a:lnSpc>
                <a:spcPct val="100000"/>
              </a:lnSpc>
            </a:pPr>
            <a:r>
              <a:rPr lang="en-US" altLang="zh-CN" sz="2000" dirty="0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</a:t>
            </a:r>
            <a:r>
              <a:rPr lang="en-US" altLang="zh-CN" sz="2000" dirty="0" err="1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content_points</a:t>
            </a:r>
            <a:r>
              <a:rPr lang="en-US" altLang="zh-CN" sz="2000" dirty="0">
                <a:solidFill>
                  <a:srgbClr val="172B84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[2]}}</a:t>
            </a:r>
            <a:endParaRPr lang="en-US" altLang="zh-CN" sz="2000" b="0" u="none" strike="noStrike" dirty="0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512" name="标题 1"/>
          <p:cNvSpPr/>
          <p:nvPr>
            <p:custDataLst>
              <p:tags r:id="rId5"/>
            </p:custDataLst>
          </p:nvPr>
        </p:nvSpPr>
        <p:spPr>
          <a:xfrm>
            <a:off x="4494960" y="5081040"/>
            <a:ext cx="531720" cy="531720"/>
          </a:xfrm>
          <a:prstGeom prst="ellipse">
            <a:avLst/>
          </a:prstGeom>
          <a:gradFill rotWithShape="0">
            <a:gsLst>
              <a:gs pos="0">
                <a:srgbClr val="172B84"/>
              </a:gs>
              <a:gs pos="56000">
                <a:srgbClr val="5F98FC">
                  <a:alpha val="70000"/>
                </a:srgbClr>
              </a:gs>
              <a:gs pos="100000">
                <a:srgbClr val="C0D8FD"/>
              </a:gs>
            </a:gsLst>
            <a:lin ang="13500000"/>
          </a:gra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13" name="标题 1"/>
          <p:cNvSpPr/>
          <p:nvPr>
            <p:custDataLst>
              <p:tags r:id="rId6"/>
            </p:custDataLst>
          </p:nvPr>
        </p:nvSpPr>
        <p:spPr>
          <a:xfrm>
            <a:off x="4480200" y="2042640"/>
            <a:ext cx="531720" cy="531720"/>
          </a:xfrm>
          <a:prstGeom prst="ellipse">
            <a:avLst/>
          </a:prstGeom>
          <a:gradFill rotWithShape="0">
            <a:gsLst>
              <a:gs pos="0">
                <a:srgbClr val="172B84"/>
              </a:gs>
              <a:gs pos="56000">
                <a:srgbClr val="5F98FC">
                  <a:alpha val="70000"/>
                </a:srgbClr>
              </a:gs>
              <a:gs pos="100000">
                <a:srgbClr val="C0D8FD"/>
              </a:gs>
            </a:gsLst>
            <a:lin ang="13500000"/>
          </a:gra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14" name="标题 1"/>
          <p:cNvSpPr/>
          <p:nvPr>
            <p:custDataLst>
              <p:tags r:id="rId7"/>
            </p:custDataLst>
          </p:nvPr>
        </p:nvSpPr>
        <p:spPr>
          <a:xfrm>
            <a:off x="5109120" y="3497760"/>
            <a:ext cx="531720" cy="531720"/>
          </a:xfrm>
          <a:prstGeom prst="ellipse">
            <a:avLst/>
          </a:prstGeom>
          <a:gradFill rotWithShape="0">
            <a:gsLst>
              <a:gs pos="0">
                <a:srgbClr val="172B84"/>
              </a:gs>
              <a:gs pos="56000">
                <a:srgbClr val="5F98FC">
                  <a:alpha val="70000"/>
                </a:srgbClr>
              </a:gs>
              <a:gs pos="100000">
                <a:srgbClr val="C0D8FD"/>
              </a:gs>
            </a:gsLst>
            <a:lin ang="13500000"/>
          </a:gra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17" name="标题 1"/>
          <p:cNvSpPr/>
          <p:nvPr>
            <p:custDataLst>
              <p:tags r:id="rId8"/>
            </p:custDataLst>
          </p:nvPr>
        </p:nvSpPr>
        <p:spPr>
          <a:xfrm>
            <a:off x="4602960" y="2161440"/>
            <a:ext cx="286200" cy="286200"/>
          </a:xfrm>
          <a:custGeom>
            <a:avLst/>
            <a:gdLst>
              <a:gd name="textAreaLeft" fmla="*/ 0 w 286200"/>
              <a:gd name="textAreaRight" fmla="*/ 286920 w 286200"/>
              <a:gd name="textAreaTop" fmla="*/ 0 h 286200"/>
              <a:gd name="textAreaBottom" fmla="*/ 286920 h 286200"/>
            </a:gdLst>
            <a:ahLst/>
            <a:cxnLst/>
            <a:rect l="textAreaLeft" t="textAreaTop" r="textAreaRight" b="textAreaBottom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18" name="标题 1"/>
          <p:cNvSpPr/>
          <p:nvPr>
            <p:custDataLst>
              <p:tags r:id="rId9"/>
            </p:custDataLst>
          </p:nvPr>
        </p:nvSpPr>
        <p:spPr>
          <a:xfrm>
            <a:off x="5233320" y="3611520"/>
            <a:ext cx="276120" cy="287280"/>
          </a:xfrm>
          <a:custGeom>
            <a:avLst/>
            <a:gdLst>
              <a:gd name="textAreaLeft" fmla="*/ 0 w 276120"/>
              <a:gd name="textAreaRight" fmla="*/ 276840 w 276120"/>
              <a:gd name="textAreaTop" fmla="*/ 0 h 287280"/>
              <a:gd name="textAreaBottom" fmla="*/ 288000 h 287280"/>
            </a:gdLst>
            <a:ahLst/>
            <a:cxnLst/>
            <a:rect l="textAreaLeft" t="textAreaTop" r="textAreaRight" b="textAreaBottom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19" name="标题 1"/>
          <p:cNvSpPr/>
          <p:nvPr>
            <p:custDataLst>
              <p:tags r:id="rId10"/>
            </p:custDataLst>
          </p:nvPr>
        </p:nvSpPr>
        <p:spPr>
          <a:xfrm>
            <a:off x="4626720" y="5217840"/>
            <a:ext cx="287280" cy="260280"/>
          </a:xfrm>
          <a:custGeom>
            <a:avLst/>
            <a:gdLst>
              <a:gd name="textAreaLeft" fmla="*/ 0 w 287280"/>
              <a:gd name="textAreaRight" fmla="*/ 288000 w 287280"/>
              <a:gd name="textAreaTop" fmla="*/ 0 h 260280"/>
              <a:gd name="textAreaBottom" fmla="*/ 261000 h 260280"/>
            </a:gdLst>
            <a:ahLst/>
            <a:cxnLst/>
            <a:rect l="textAreaLeft" t="textAreaTop" r="textAreaRight" b="textAreaBottom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07" name="标题 1"/>
          <p:cNvSpPr/>
          <p:nvPr>
            <p:custDataLst>
              <p:tags r:id="rId11"/>
            </p:custDataLst>
          </p:nvPr>
        </p:nvSpPr>
        <p:spPr>
          <a:xfrm>
            <a:off x="5483275" y="2290320"/>
            <a:ext cx="5600160" cy="2152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[0]}}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09" name="标题 1"/>
          <p:cNvSpPr/>
          <p:nvPr>
            <p:custDataLst>
              <p:tags r:id="rId12"/>
            </p:custDataLst>
          </p:nvPr>
        </p:nvSpPr>
        <p:spPr>
          <a:xfrm>
            <a:off x="6004555" y="3852360"/>
            <a:ext cx="5206320" cy="2152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[1]}}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11" name="标题 1"/>
          <p:cNvSpPr/>
          <p:nvPr>
            <p:custDataLst>
              <p:tags r:id="rId13"/>
            </p:custDataLst>
          </p:nvPr>
        </p:nvSpPr>
        <p:spPr>
          <a:xfrm>
            <a:off x="5483275" y="5415480"/>
            <a:ext cx="5726880" cy="2152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[2]}}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035" y="1039495"/>
            <a:ext cx="109613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>
                <a:solidFill>
                  <a:srgbClr val="172B84"/>
                </a:solidFill>
                <a:latin typeface="思源黑体" panose="020B0800000000000000" charset="-122"/>
                <a:ea typeface="思源黑体" panose="020B0800000000000000" charset="-122"/>
              </a:rPr>
              <a:t>{{title}}</a:t>
            </a:r>
            <a:endParaRPr lang="en-US" altLang="zh-CN" sz="2200">
              <a:solidFill>
                <a:srgbClr val="172B84"/>
              </a:solidFill>
              <a:latin typeface="思源黑体" panose="020B0800000000000000" charset="-122"/>
              <a:ea typeface="思源黑体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 flipV="1">
            <a:off x="0" y="-6350"/>
            <a:ext cx="12192000" cy="6858000"/>
          </a:xfrm>
          <a:prstGeom prst="rect">
            <a:avLst/>
          </a:prstGeom>
          <a:gradFill>
            <a:gsLst>
              <a:gs pos="0">
                <a:srgbClr val="D3E4FE">
                  <a:alpha val="50000"/>
                </a:srgbClr>
              </a:gs>
              <a:gs pos="60000">
                <a:schemeClr val="bg1"/>
              </a:gs>
            </a:gsLst>
            <a:lin ang="5400000" scaled="0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p>
            <a:pPr algn="ctr"/>
            <a:endParaRPr kumimoji="1" lang="zh-CN" altLang="en-US"/>
          </a:p>
        </p:txBody>
      </p:sp>
      <p:sp>
        <p:nvSpPr>
          <p:cNvPr id="221" name="标题 1"/>
          <p:cNvSpPr/>
          <p:nvPr>
            <p:custDataLst>
              <p:tags r:id="rId1"/>
            </p:custDataLst>
          </p:nvPr>
        </p:nvSpPr>
        <p:spPr>
          <a:xfrm flipH="1" flipV="1">
            <a:off x="10559880" y="2144880"/>
            <a:ext cx="982440" cy="951120"/>
          </a:xfrm>
          <a:custGeom>
            <a:avLst/>
            <a:gdLst>
              <a:gd name="textAreaLeft" fmla="*/ 360 w 982440"/>
              <a:gd name="textAreaRight" fmla="*/ 983520 w 982440"/>
              <a:gd name="textAreaTop" fmla="*/ -360 h 951120"/>
              <a:gd name="textAreaBottom" fmla="*/ 951480 h 951120"/>
            </a:gdLst>
            <a:ahLst/>
            <a:cxnLst/>
            <a:rect l="textAreaLeft" t="textAreaTop" r="textAreaRight" b="textAreaBottom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gradFill rotWithShape="0">
            <a:gsLst>
              <a:gs pos="13000">
                <a:srgbClr val="FFFFFF">
                  <a:alpha val="21000"/>
                </a:srgbClr>
              </a:gs>
              <a:gs pos="98000">
                <a:srgbClr val="FFFFFF">
                  <a:alpha val="82000"/>
                </a:srgbClr>
              </a:gs>
            </a:gsLst>
            <a:lin ang="5400000"/>
          </a:gradFill>
          <a:ln w="186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26" name="Freeform 20"/>
          <p:cNvSpPr/>
          <p:nvPr/>
        </p:nvSpPr>
        <p:spPr>
          <a:xfrm>
            <a:off x="479160" y="3497400"/>
            <a:ext cx="3593880" cy="399240"/>
          </a:xfrm>
          <a:prstGeom prst="roundRect">
            <a:avLst>
              <a:gd name="adj" fmla="val 107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chemeClr val="accent5">
                  <a:lumMod val="75000"/>
                </a:schemeClr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39" name="标题 1"/>
          <p:cNvSpPr/>
          <p:nvPr/>
        </p:nvSpPr>
        <p:spPr>
          <a:xfrm>
            <a:off x="0" y="6351840"/>
            <a:ext cx="12191400" cy="505440"/>
          </a:xfrm>
          <a:prstGeom prst="parallelogram">
            <a:avLst>
              <a:gd name="adj" fmla="val 0"/>
            </a:avLst>
          </a:prstGeom>
          <a:gradFill rotWithShape="0">
            <a:gsLst>
              <a:gs pos="0">
                <a:srgbClr val="172B84">
                  <a:alpha val="0"/>
                </a:srgbClr>
              </a:gs>
              <a:gs pos="50000">
                <a:srgbClr val="172B84"/>
              </a:gs>
              <a:gs pos="100000">
                <a:srgbClr val="172B84">
                  <a:alpha val="0"/>
                </a:srgbClr>
              </a:gs>
            </a:gsLst>
            <a:lin ang="0"/>
          </a:gradFill>
          <a:ln w="1905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54990" y="403225"/>
            <a:ext cx="10793730" cy="505460"/>
            <a:chOff x="874" y="861"/>
            <a:chExt cx="16998" cy="796"/>
          </a:xfrm>
        </p:grpSpPr>
        <p:sp>
          <p:nvSpPr>
            <p:cNvPr id="223" name="标题 1"/>
            <p:cNvSpPr/>
            <p:nvPr/>
          </p:nvSpPr>
          <p:spPr>
            <a:xfrm>
              <a:off x="874" y="861"/>
              <a:ext cx="950" cy="796"/>
            </a:xfrm>
            <a:prstGeom prst="homePlate">
              <a:avLst>
                <a:gd name="adj" fmla="val 44221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7" name="标题 1"/>
            <p:cNvSpPr/>
            <p:nvPr/>
          </p:nvSpPr>
          <p:spPr>
            <a:xfrm>
              <a:off x="1662" y="861"/>
              <a:ext cx="793" cy="796"/>
            </a:xfrm>
            <a:prstGeom prst="chevron">
              <a:avLst>
                <a:gd name="adj" fmla="val 49306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8" name="标题 1"/>
            <p:cNvSpPr/>
            <p:nvPr/>
          </p:nvSpPr>
          <p:spPr>
            <a:xfrm>
              <a:off x="2456" y="861"/>
              <a:ext cx="15416" cy="796"/>
            </a:xfrm>
            <a:prstGeom prst="rect">
              <a:avLst/>
            </a:prstGeom>
            <a:gradFill>
              <a:gsLst>
                <a:gs pos="100000">
                  <a:srgbClr val="F6F7F7">
                    <a:alpha val="0"/>
                  </a:srgbClr>
                </a:gs>
                <a:gs pos="0">
                  <a:srgbClr val="F5F5F7"/>
                </a:gs>
              </a:gsLst>
              <a:lin ang="2700000" scaled="0"/>
            </a:gra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225" name="标题 1"/>
            <p:cNvSpPr/>
            <p:nvPr/>
          </p:nvSpPr>
          <p:spPr>
            <a:xfrm>
              <a:off x="2682" y="920"/>
              <a:ext cx="11671" cy="6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0" tIns="0" rIns="0" bIns="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2800" b="0" u="none" strike="noStrike">
                  <a:solidFill>
                    <a:srgbClr val="172B84"/>
                  </a:solidFill>
                  <a:uFillTx/>
                  <a:latin typeface="思源黑体 CN Bold" panose="020B0800000000000000" charset="-122"/>
                  <a:ea typeface="思源黑体 CN Bold" panose="020B0800000000000000" charset="-122"/>
                </a:rPr>
                <a:t>{{section_title}}</a:t>
              </a:r>
              <a:endParaRPr lang="en-US" altLang="zh-CN" sz="2800" b="0" u="none" strike="noStrike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sp>
        <p:nvSpPr>
          <p:cNvPr id="330" name="标题 1"/>
          <p:cNvSpPr/>
          <p:nvPr>
            <p:custDataLst>
              <p:tags r:id="rId2"/>
            </p:custDataLst>
          </p:nvPr>
        </p:nvSpPr>
        <p:spPr>
          <a:xfrm>
            <a:off x="1680840" y="2699640"/>
            <a:ext cx="294480" cy="280800"/>
          </a:xfrm>
          <a:custGeom>
            <a:avLst/>
            <a:gdLst>
              <a:gd name="textAreaLeft" fmla="*/ 0 w 294480"/>
              <a:gd name="textAreaRight" fmla="*/ 295200 w 294480"/>
              <a:gd name="textAreaTop" fmla="*/ 0 h 280800"/>
              <a:gd name="textAreaBottom" fmla="*/ 281520 h 280800"/>
            </a:gdLst>
            <a:ahLst/>
            <a:cxnLst/>
            <a:rect l="textAreaLeft" t="textAreaTop" r="textAreaRight" b="textAreaBottom"/>
            <a:pathLst>
              <a:path w="363510" h="346970">
                <a:moveTo>
                  <a:pt x="362582" y="267165"/>
                </a:moveTo>
                <a:cubicBezTo>
                  <a:pt x="365347" y="275075"/>
                  <a:pt x="361754" y="283802"/>
                  <a:pt x="354221" y="287471"/>
                </a:cubicBezTo>
                <a:lnTo>
                  <a:pt x="352437" y="288215"/>
                </a:lnTo>
                <a:lnTo>
                  <a:pt x="187213" y="346043"/>
                </a:lnTo>
                <a:cubicBezTo>
                  <a:pt x="184401" y="347027"/>
                  <a:pt x="181375" y="347233"/>
                  <a:pt x="178456" y="346638"/>
                </a:cubicBezTo>
                <a:lnTo>
                  <a:pt x="176308" y="346043"/>
                </a:lnTo>
                <a:lnTo>
                  <a:pt x="11084" y="288215"/>
                </a:lnTo>
                <a:cubicBezTo>
                  <a:pt x="2468" y="285208"/>
                  <a:pt x="-2079" y="275787"/>
                  <a:pt x="927" y="267171"/>
                </a:cubicBezTo>
                <a:cubicBezTo>
                  <a:pt x="3691" y="259251"/>
                  <a:pt x="11952" y="254658"/>
                  <a:pt x="20138" y="256492"/>
                </a:cubicBezTo>
                <a:lnTo>
                  <a:pt x="21989" y="257021"/>
                </a:lnTo>
                <a:lnTo>
                  <a:pt x="181760" y="312932"/>
                </a:lnTo>
                <a:lnTo>
                  <a:pt x="341532" y="257021"/>
                </a:lnTo>
                <a:cubicBezTo>
                  <a:pt x="350146" y="254009"/>
                  <a:pt x="359570" y="258551"/>
                  <a:pt x="362581" y="267165"/>
                </a:cubicBezTo>
                <a:cubicBezTo>
                  <a:pt x="362582" y="267165"/>
                  <a:pt x="362582" y="267165"/>
                  <a:pt x="362582" y="267165"/>
                </a:cubicBezTo>
                <a:close/>
                <a:moveTo>
                  <a:pt x="362582" y="201075"/>
                </a:moveTo>
                <a:cubicBezTo>
                  <a:pt x="365347" y="208985"/>
                  <a:pt x="361754" y="217712"/>
                  <a:pt x="354221" y="221382"/>
                </a:cubicBezTo>
                <a:lnTo>
                  <a:pt x="352437" y="222125"/>
                </a:lnTo>
                <a:lnTo>
                  <a:pt x="187213" y="279954"/>
                </a:lnTo>
                <a:cubicBezTo>
                  <a:pt x="184401" y="280938"/>
                  <a:pt x="181375" y="281143"/>
                  <a:pt x="178456" y="280548"/>
                </a:cubicBezTo>
                <a:lnTo>
                  <a:pt x="176308" y="279954"/>
                </a:lnTo>
                <a:lnTo>
                  <a:pt x="11084" y="222125"/>
                </a:lnTo>
                <a:cubicBezTo>
                  <a:pt x="2468" y="219119"/>
                  <a:pt x="-2079" y="209697"/>
                  <a:pt x="927" y="201082"/>
                </a:cubicBezTo>
                <a:cubicBezTo>
                  <a:pt x="3691" y="193161"/>
                  <a:pt x="11952" y="188569"/>
                  <a:pt x="20138" y="190402"/>
                </a:cubicBezTo>
                <a:lnTo>
                  <a:pt x="21989" y="190931"/>
                </a:lnTo>
                <a:lnTo>
                  <a:pt x="181760" y="246843"/>
                </a:lnTo>
                <a:lnTo>
                  <a:pt x="341532" y="190931"/>
                </a:lnTo>
                <a:cubicBezTo>
                  <a:pt x="350143" y="187911"/>
                  <a:pt x="359572" y="192444"/>
                  <a:pt x="362591" y="201055"/>
                </a:cubicBezTo>
                <a:cubicBezTo>
                  <a:pt x="362593" y="201062"/>
                  <a:pt x="362596" y="201069"/>
                  <a:pt x="362598" y="201075"/>
                </a:cubicBezTo>
                <a:close/>
                <a:moveTo>
                  <a:pt x="362582" y="134986"/>
                </a:moveTo>
                <a:cubicBezTo>
                  <a:pt x="365347" y="142895"/>
                  <a:pt x="361754" y="151622"/>
                  <a:pt x="354221" y="155292"/>
                </a:cubicBezTo>
                <a:lnTo>
                  <a:pt x="352437" y="156035"/>
                </a:lnTo>
                <a:lnTo>
                  <a:pt x="187213" y="213864"/>
                </a:lnTo>
                <a:cubicBezTo>
                  <a:pt x="184401" y="214848"/>
                  <a:pt x="181375" y="215053"/>
                  <a:pt x="178456" y="214459"/>
                </a:cubicBezTo>
                <a:lnTo>
                  <a:pt x="176308" y="213864"/>
                </a:lnTo>
                <a:lnTo>
                  <a:pt x="11084" y="156035"/>
                </a:lnTo>
                <a:cubicBezTo>
                  <a:pt x="2468" y="153029"/>
                  <a:pt x="-2079" y="143608"/>
                  <a:pt x="927" y="134992"/>
                </a:cubicBezTo>
                <a:cubicBezTo>
                  <a:pt x="3691" y="127071"/>
                  <a:pt x="11952" y="122479"/>
                  <a:pt x="20138" y="124312"/>
                </a:cubicBezTo>
                <a:lnTo>
                  <a:pt x="21989" y="124841"/>
                </a:lnTo>
                <a:lnTo>
                  <a:pt x="181760" y="180753"/>
                </a:lnTo>
                <a:lnTo>
                  <a:pt x="341532" y="124841"/>
                </a:lnTo>
                <a:cubicBezTo>
                  <a:pt x="350146" y="121830"/>
                  <a:pt x="359570" y="126371"/>
                  <a:pt x="362581" y="134985"/>
                </a:cubicBezTo>
                <a:cubicBezTo>
                  <a:pt x="362582" y="134986"/>
                  <a:pt x="362582" y="134986"/>
                  <a:pt x="362582" y="134986"/>
                </a:cubicBezTo>
                <a:close/>
                <a:moveTo>
                  <a:pt x="185032" y="328"/>
                </a:moveTo>
                <a:lnTo>
                  <a:pt x="187163" y="907"/>
                </a:lnTo>
                <a:lnTo>
                  <a:pt x="352387" y="58024"/>
                </a:lnTo>
                <a:cubicBezTo>
                  <a:pt x="366481" y="62899"/>
                  <a:pt x="367191" y="82131"/>
                  <a:pt x="354420" y="88409"/>
                </a:cubicBezTo>
                <a:lnTo>
                  <a:pt x="352503" y="89219"/>
                </a:lnTo>
                <a:lnTo>
                  <a:pt x="187279" y="147758"/>
                </a:lnTo>
                <a:cubicBezTo>
                  <a:pt x="184436" y="148760"/>
                  <a:pt x="181374" y="148966"/>
                  <a:pt x="178423" y="148353"/>
                </a:cubicBezTo>
                <a:lnTo>
                  <a:pt x="176242" y="147758"/>
                </a:lnTo>
                <a:lnTo>
                  <a:pt x="11018" y="89219"/>
                </a:lnTo>
                <a:cubicBezTo>
                  <a:pt x="-3043" y="84229"/>
                  <a:pt x="-3605" y="64997"/>
                  <a:pt x="9200" y="58817"/>
                </a:cubicBezTo>
                <a:lnTo>
                  <a:pt x="11133" y="58024"/>
                </a:lnTo>
                <a:lnTo>
                  <a:pt x="176358" y="907"/>
                </a:lnTo>
                <a:cubicBezTo>
                  <a:pt x="179145" y="-57"/>
                  <a:pt x="182141" y="-257"/>
                  <a:pt x="185032" y="328"/>
                </a:cubicBezTo>
                <a:close/>
                <a:moveTo>
                  <a:pt x="181760" y="34001"/>
                </a:moveTo>
                <a:lnTo>
                  <a:pt x="66549" y="73820"/>
                </a:lnTo>
                <a:lnTo>
                  <a:pt x="181760" y="114647"/>
                </a:lnTo>
                <a:lnTo>
                  <a:pt x="296955" y="73820"/>
                </a:lnTo>
                <a:lnTo>
                  <a:pt x="181760" y="34001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331" name="标题 1"/>
          <p:cNvSpPr/>
          <p:nvPr>
            <p:custDataLst>
              <p:tags r:id="rId3"/>
            </p:custDataLst>
          </p:nvPr>
        </p:nvSpPr>
        <p:spPr>
          <a:xfrm>
            <a:off x="3854880" y="2799360"/>
            <a:ext cx="278640" cy="253800"/>
          </a:xfrm>
          <a:custGeom>
            <a:avLst/>
            <a:gdLst>
              <a:gd name="textAreaLeft" fmla="*/ 0 w 278640"/>
              <a:gd name="textAreaRight" fmla="*/ 279360 w 278640"/>
              <a:gd name="textAreaTop" fmla="*/ 0 h 253800"/>
              <a:gd name="textAreaBottom" fmla="*/ 254520 h 253800"/>
            </a:gdLst>
            <a:ahLst/>
            <a:cxnLst/>
            <a:rect l="textAreaLeft" t="textAreaTop" r="textAreaRight" b="textAreaBottom"/>
            <a:pathLst>
              <a:path w="397990" h="361810">
                <a:moveTo>
                  <a:pt x="18507" y="361810"/>
                </a:moveTo>
                <a:cubicBezTo>
                  <a:pt x="8973" y="361810"/>
                  <a:pt x="1122" y="354755"/>
                  <a:pt x="109" y="345692"/>
                </a:cubicBezTo>
                <a:lnTo>
                  <a:pt x="0" y="343720"/>
                </a:lnTo>
                <a:lnTo>
                  <a:pt x="0" y="126634"/>
                </a:lnTo>
                <a:cubicBezTo>
                  <a:pt x="0" y="117317"/>
                  <a:pt x="7236" y="109628"/>
                  <a:pt x="16499" y="108651"/>
                </a:cubicBezTo>
                <a:lnTo>
                  <a:pt x="18507" y="108543"/>
                </a:lnTo>
                <a:lnTo>
                  <a:pt x="120320" y="108543"/>
                </a:lnTo>
                <a:lnTo>
                  <a:pt x="120320" y="18091"/>
                </a:lnTo>
                <a:cubicBezTo>
                  <a:pt x="120320" y="8774"/>
                  <a:pt x="127556" y="1085"/>
                  <a:pt x="136819" y="109"/>
                </a:cubicBezTo>
                <a:lnTo>
                  <a:pt x="138827" y="0"/>
                </a:lnTo>
                <a:lnTo>
                  <a:pt x="259164" y="0"/>
                </a:lnTo>
                <a:cubicBezTo>
                  <a:pt x="268698" y="0"/>
                  <a:pt x="276549" y="7055"/>
                  <a:pt x="277562" y="16119"/>
                </a:cubicBezTo>
                <a:lnTo>
                  <a:pt x="277671" y="18091"/>
                </a:lnTo>
                <a:lnTo>
                  <a:pt x="277653" y="180905"/>
                </a:lnTo>
                <a:lnTo>
                  <a:pt x="379484" y="180905"/>
                </a:lnTo>
                <a:cubicBezTo>
                  <a:pt x="389018" y="180905"/>
                  <a:pt x="396869" y="187960"/>
                  <a:pt x="397882" y="197024"/>
                </a:cubicBezTo>
                <a:lnTo>
                  <a:pt x="397991" y="198996"/>
                </a:lnTo>
                <a:lnTo>
                  <a:pt x="397991" y="343720"/>
                </a:lnTo>
                <a:cubicBezTo>
                  <a:pt x="397991" y="353705"/>
                  <a:pt x="389706" y="361810"/>
                  <a:pt x="379484" y="361810"/>
                </a:cubicBezTo>
                <a:lnTo>
                  <a:pt x="18507" y="361810"/>
                </a:lnTo>
                <a:close/>
                <a:moveTo>
                  <a:pt x="120320" y="144724"/>
                </a:moveTo>
                <a:lnTo>
                  <a:pt x="37031" y="144724"/>
                </a:lnTo>
                <a:lnTo>
                  <a:pt x="37031" y="325629"/>
                </a:lnTo>
                <a:lnTo>
                  <a:pt x="120302" y="325629"/>
                </a:lnTo>
                <a:lnTo>
                  <a:pt x="120302" y="144724"/>
                </a:lnTo>
                <a:close/>
                <a:moveTo>
                  <a:pt x="240640" y="36181"/>
                </a:moveTo>
                <a:lnTo>
                  <a:pt x="157351" y="36181"/>
                </a:lnTo>
                <a:lnTo>
                  <a:pt x="157351" y="325629"/>
                </a:lnTo>
                <a:lnTo>
                  <a:pt x="240640" y="325629"/>
                </a:lnTo>
                <a:lnTo>
                  <a:pt x="240640" y="36181"/>
                </a:lnTo>
                <a:close/>
                <a:moveTo>
                  <a:pt x="360960" y="217086"/>
                </a:moveTo>
                <a:lnTo>
                  <a:pt x="277689" y="217086"/>
                </a:lnTo>
                <a:lnTo>
                  <a:pt x="277689" y="325629"/>
                </a:lnTo>
                <a:lnTo>
                  <a:pt x="360978" y="325629"/>
                </a:lnTo>
                <a:lnTo>
                  <a:pt x="360978" y="217086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89" name="组合 88"/>
          <p:cNvGrpSpPr/>
          <p:nvPr>
            <p:custDataLst>
              <p:tags r:id="rId4"/>
            </p:custDataLst>
          </p:nvPr>
        </p:nvGrpSpPr>
        <p:grpSpPr>
          <a:xfrm>
            <a:off x="500380" y="1607820"/>
            <a:ext cx="3440430" cy="4069715"/>
            <a:chOff x="788" y="2193"/>
            <a:chExt cx="5418" cy="6409"/>
          </a:xfrm>
        </p:grpSpPr>
        <p:sp>
          <p:nvSpPr>
            <p:cNvPr id="88" name="标题 1"/>
            <p:cNvSpPr txBox="1"/>
            <p:nvPr>
              <p:custDataLst>
                <p:tags r:id="rId5"/>
              </p:custDataLst>
            </p:nvPr>
          </p:nvSpPr>
          <p:spPr>
            <a:xfrm>
              <a:off x="788" y="2193"/>
              <a:ext cx="5167" cy="6044"/>
            </a:xfrm>
            <a:prstGeom prst="round2SameRect">
              <a:avLst>
                <a:gd name="adj1" fmla="val 6064"/>
                <a:gd name="adj2" fmla="val 3776"/>
              </a:avLst>
            </a:prstGeom>
            <a:solidFill>
              <a:srgbClr val="172B84"/>
            </a:solidFill>
            <a:ln w="63500" cap="sq">
              <a:noFill/>
              <a:prstDash val="solid"/>
              <a:miter/>
            </a:ln>
            <a:effectLst/>
          </p:spPr>
          <p:txBody>
            <a:bodyPr vert="horz" wrap="square" lIns="91440" tIns="45720" rIns="91440" bIns="45720" rtlCol="0" anchor="t"/>
            <a:p>
              <a:pPr algn="ctr"/>
              <a:endParaRPr kumimoji="1" lang="zh-CN" altLang="en-US"/>
            </a:p>
          </p:txBody>
        </p:sp>
        <p:grpSp>
          <p:nvGrpSpPr>
            <p:cNvPr id="37" name="组合 36"/>
            <p:cNvGrpSpPr/>
            <p:nvPr>
              <p:custDataLst>
                <p:tags r:id="rId6"/>
              </p:custDataLst>
            </p:nvPr>
          </p:nvGrpSpPr>
          <p:grpSpPr>
            <a:xfrm>
              <a:off x="1040" y="2558"/>
              <a:ext cx="5167" cy="6044"/>
              <a:chOff x="1040" y="2558"/>
              <a:chExt cx="5167" cy="6044"/>
            </a:xfrm>
          </p:grpSpPr>
          <p:sp>
            <p:nvSpPr>
              <p:cNvPr id="5" name="标题 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040" y="2558"/>
                <a:ext cx="5167" cy="6044"/>
              </a:xfrm>
              <a:prstGeom prst="round2SameRect">
                <a:avLst>
                  <a:gd name="adj1" fmla="val 6064"/>
                  <a:gd name="adj2" fmla="val 3776"/>
                </a:avLst>
              </a:prstGeom>
              <a:solidFill>
                <a:schemeClr val="bg1"/>
              </a:solidFill>
              <a:ln w="63500" cap="sq">
                <a:noFill/>
                <a:prstDash val="solid"/>
                <a:miter/>
              </a:ln>
              <a:effectLst/>
            </p:spPr>
            <p:txBody>
              <a:bodyPr vert="horz" wrap="square" lIns="91440" tIns="45720" rIns="91440" bIns="45720" rtlCol="0" anchor="t"/>
              <a:p>
                <a:pPr algn="ctr"/>
                <a:endParaRPr kumimoji="1" lang="zh-CN" altLang="en-US"/>
              </a:p>
            </p:txBody>
          </p:sp>
          <p:sp>
            <p:nvSpPr>
              <p:cNvPr id="6" name="标题 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450" y="6534"/>
                <a:ext cx="4394" cy="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p>
                <a:pPr algn="just"/>
                <a:r>
                  <a:rPr kumimoji="1" lang="en-US" altLang="zh-CN" sz="1400">
                    <a:latin typeface="思源黑体 CN Regular" panose="020B0500000000000000" charset="-122"/>
                    <a:ea typeface="思源黑体 CN Regular" panose="020B0500000000000000" charset="-122"/>
                  </a:rPr>
                  <a:t>{{detailed_content[0]}}</a:t>
                </a:r>
                <a:endParaRPr kumimoji="1" lang="en-US" altLang="zh-CN" sz="1400">
                  <a:latin typeface="思源黑体 CN Regular" panose="020B0500000000000000" charset="-122"/>
                  <a:ea typeface="思源黑体 CN Regular" panose="020B0500000000000000" charset="-122"/>
                </a:endParaRPr>
              </a:p>
            </p:txBody>
          </p:sp>
          <p:sp>
            <p:nvSpPr>
              <p:cNvPr id="2" name="标题 1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203" y="5401"/>
                <a:ext cx="3547" cy="9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p>
                <a:pPr algn="l"/>
                <a:r>
                  <a:rPr kumimoji="1" lang="en-US" altLang="zh-CN" sz="2000">
                    <a:solidFill>
                      <a:srgbClr val="172B84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{{content_points[0]}}</a:t>
                </a:r>
                <a:endParaRPr kumimoji="1" lang="en-US" altLang="zh-CN" sz="2000">
                  <a:solidFill>
                    <a:srgbClr val="172B84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pic>
            <p:nvPicPr>
              <p:cNvPr id="18" name="图片 17" descr="C:/Users/hh177/Desktop/cbf817c14755c1270f078f2242b22d24.jpgcbf817c14755c1270f078f2242b22d24"/>
              <p:cNvPicPr preferRelativeResize="0"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1">
                <a:alphaModFix amt="100000"/>
              </a:blip>
              <a:srcRect t="28047" b="28047"/>
              <a:stretch>
                <a:fillRect/>
              </a:stretch>
            </p:blipFill>
            <p:spPr>
              <a:xfrm>
                <a:off x="1293" y="2680"/>
                <a:ext cx="4603" cy="2556"/>
              </a:xfrm>
              <a:custGeom>
                <a:avLst/>
                <a:gdLst>
                  <a:gd name="connsiteX0" fmla="*/ 0 w 3281272"/>
                  <a:gd name="connsiteY0" fmla="*/ 0 h 1623117"/>
                  <a:gd name="connsiteX1" fmla="*/ 3281272 w 3281272"/>
                  <a:gd name="connsiteY1" fmla="*/ 0 h 1623117"/>
                  <a:gd name="connsiteX2" fmla="*/ 3281272 w 3281272"/>
                  <a:gd name="connsiteY2" fmla="*/ 1623117 h 1623117"/>
                  <a:gd name="connsiteX3" fmla="*/ 0 w 3281272"/>
                  <a:gd name="connsiteY3" fmla="*/ 1623117 h 1623117"/>
                </a:gdLst>
                <a:ahLst/>
                <a:cxnLst/>
                <a:rect l="l" t="t" r="r" b="b"/>
                <a:pathLst>
                  <a:path w="3281272" h="1623117">
                    <a:moveTo>
                      <a:pt x="0" y="0"/>
                    </a:moveTo>
                    <a:lnTo>
                      <a:pt x="3281272" y="0"/>
                    </a:lnTo>
                    <a:lnTo>
                      <a:pt x="3281272" y="1623117"/>
                    </a:lnTo>
                    <a:lnTo>
                      <a:pt x="0" y="1623117"/>
                    </a:lnTo>
                    <a:close/>
                  </a:path>
                </a:pathLst>
              </a:custGeom>
              <a:blipFill rotWithShape="1">
                <a:blip r:embed="rId12"/>
                <a:stretch>
                  <a:fillRect/>
                </a:stretch>
              </a:blipFill>
              <a:ln>
                <a:noFill/>
              </a:ln>
            </p:spPr>
          </p:pic>
          <p:grpSp>
            <p:nvGrpSpPr>
              <p:cNvPr id="36" name="组合 35"/>
              <p:cNvGrpSpPr/>
              <p:nvPr/>
            </p:nvGrpSpPr>
            <p:grpSpPr>
              <a:xfrm>
                <a:off x="1450" y="5487"/>
                <a:ext cx="604" cy="604"/>
                <a:chOff x="1450" y="5487"/>
                <a:chExt cx="604" cy="604"/>
              </a:xfrm>
            </p:grpSpPr>
            <p:sp>
              <p:nvSpPr>
                <p:cNvPr id="3" name="标题 1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1450" y="5487"/>
                  <a:ext cx="605" cy="605"/>
                </a:xfrm>
                <a:prstGeom prst="roundRect">
                  <a:avLst/>
                </a:prstGeom>
                <a:gradFill>
                  <a:gsLst>
                    <a:gs pos="0">
                      <a:srgbClr val="C0D8FD"/>
                    </a:gs>
                    <a:gs pos="98000">
                      <a:srgbClr val="172B84"/>
                    </a:gs>
                  </a:gsLst>
                  <a:lin ang="2700000" scaled="0"/>
                </a:gradFill>
                <a:ln w="12700" cap="sq">
                  <a:noFill/>
                  <a:prstDash val="solid"/>
                  <a:miter/>
                </a:ln>
                <a:effectLst>
                  <a:outerShdw blurRad="139700" dist="38100" dir="2700015" rotWithShape="0">
                    <a:srgbClr val="172B84">
                      <a:alpha val="21000"/>
                    </a:srgbClr>
                  </a:outerShdw>
                </a:effectLst>
              </p:spPr>
              <p:txBody>
                <a:bodyPr vert="horz" wrap="square" lIns="91440" tIns="45720" rIns="91440" bIns="45720" rtlCol="0" anchor="ctr"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1" name="标题 1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1572" y="5626"/>
                  <a:ext cx="360" cy="327"/>
                </a:xfrm>
                <a:custGeom>
                  <a:avLst/>
                  <a:gdLst>
                    <a:gd name="connsiteX0" fmla="*/ 351048 w 1543905"/>
                    <a:gd name="connsiteY0" fmla="*/ 523317 h 1399728"/>
                    <a:gd name="connsiteX1" fmla="*/ 351048 w 1543905"/>
                    <a:gd name="connsiteY1" fmla="*/ 523317 h 1399728"/>
                    <a:gd name="connsiteX2" fmla="*/ 351420 w 1543905"/>
                    <a:gd name="connsiteY2" fmla="*/ 523503 h 1399728"/>
                    <a:gd name="connsiteX3" fmla="*/ 351420 w 1543905"/>
                    <a:gd name="connsiteY3" fmla="*/ 1020031 h 1399728"/>
                    <a:gd name="connsiteX4" fmla="*/ 351048 w 1543905"/>
                    <a:gd name="connsiteY4" fmla="*/ 1020403 h 1399728"/>
                    <a:gd name="connsiteX5" fmla="*/ 163525 w 1543905"/>
                    <a:gd name="connsiteY5" fmla="*/ 1020403 h 1399728"/>
                    <a:gd name="connsiteX6" fmla="*/ 163153 w 1543905"/>
                    <a:gd name="connsiteY6" fmla="*/ 1020031 h 1399728"/>
                    <a:gd name="connsiteX7" fmla="*/ 163153 w 1543905"/>
                    <a:gd name="connsiteY7" fmla="*/ 523503 h 1399728"/>
                    <a:gd name="connsiteX8" fmla="*/ 163153 w 1543905"/>
                    <a:gd name="connsiteY8" fmla="*/ 523317 h 1399728"/>
                    <a:gd name="connsiteX9" fmla="*/ 163339 w 1543905"/>
                    <a:gd name="connsiteY9" fmla="*/ 523131 h 1399728"/>
                    <a:gd name="connsiteX10" fmla="*/ 351048 w 1543905"/>
                    <a:gd name="connsiteY10" fmla="*/ 523131 h 1399728"/>
                    <a:gd name="connsiteX11" fmla="*/ 351048 w 1543905"/>
                    <a:gd name="connsiteY11" fmla="*/ 411696 h 1399728"/>
                    <a:gd name="connsiteX12" fmla="*/ 163339 w 1543905"/>
                    <a:gd name="connsiteY12" fmla="*/ 411696 h 1399728"/>
                    <a:gd name="connsiteX13" fmla="*/ 51346 w 1543905"/>
                    <a:gd name="connsiteY13" fmla="*/ 523689 h 1399728"/>
                    <a:gd name="connsiteX14" fmla="*/ 51346 w 1543905"/>
                    <a:gd name="connsiteY14" fmla="*/ 1020217 h 1399728"/>
                    <a:gd name="connsiteX15" fmla="*/ 163339 w 1543905"/>
                    <a:gd name="connsiteY15" fmla="*/ 1132210 h 1399728"/>
                    <a:gd name="connsiteX16" fmla="*/ 351048 w 1543905"/>
                    <a:gd name="connsiteY16" fmla="*/ 1132210 h 1399728"/>
                    <a:gd name="connsiteX17" fmla="*/ 463042 w 1543905"/>
                    <a:gd name="connsiteY17" fmla="*/ 1020217 h 1399728"/>
                    <a:gd name="connsiteX18" fmla="*/ 463042 w 1543905"/>
                    <a:gd name="connsiteY18" fmla="*/ 523503 h 1399728"/>
                    <a:gd name="connsiteX19" fmla="*/ 351048 w 1543905"/>
                    <a:gd name="connsiteY19" fmla="*/ 411696 h 1399728"/>
                    <a:gd name="connsiteX20" fmla="*/ 865808 w 1543905"/>
                    <a:gd name="connsiteY20" fmla="*/ 111621 h 1399728"/>
                    <a:gd name="connsiteX21" fmla="*/ 866180 w 1543905"/>
                    <a:gd name="connsiteY21" fmla="*/ 111807 h 1399728"/>
                    <a:gd name="connsiteX22" fmla="*/ 866180 w 1543905"/>
                    <a:gd name="connsiteY22" fmla="*/ 1020031 h 1399728"/>
                    <a:gd name="connsiteX23" fmla="*/ 865808 w 1543905"/>
                    <a:gd name="connsiteY23" fmla="*/ 1020403 h 1399728"/>
                    <a:gd name="connsiteX24" fmla="*/ 678284 w 1543905"/>
                    <a:gd name="connsiteY24" fmla="*/ 1020403 h 1399728"/>
                    <a:gd name="connsiteX25" fmla="*/ 677912 w 1543905"/>
                    <a:gd name="connsiteY25" fmla="*/ 1020031 h 1399728"/>
                    <a:gd name="connsiteX26" fmla="*/ 677912 w 1543905"/>
                    <a:gd name="connsiteY26" fmla="*/ 111993 h 1399728"/>
                    <a:gd name="connsiteX27" fmla="*/ 677912 w 1543905"/>
                    <a:gd name="connsiteY27" fmla="*/ 111807 h 1399728"/>
                    <a:gd name="connsiteX28" fmla="*/ 678098 w 1543905"/>
                    <a:gd name="connsiteY28" fmla="*/ 111621 h 1399728"/>
                    <a:gd name="connsiteX29" fmla="*/ 865808 w 1543905"/>
                    <a:gd name="connsiteY29" fmla="*/ 111621 h 1399728"/>
                    <a:gd name="connsiteX30" fmla="*/ 865808 w 1543905"/>
                    <a:gd name="connsiteY30" fmla="*/ 0 h 1399728"/>
                    <a:gd name="connsiteX31" fmla="*/ 677912 w 1543905"/>
                    <a:gd name="connsiteY31" fmla="*/ 0 h 1399728"/>
                    <a:gd name="connsiteX32" fmla="*/ 565919 w 1543905"/>
                    <a:gd name="connsiteY32" fmla="*/ 111993 h 1399728"/>
                    <a:gd name="connsiteX33" fmla="*/ 565919 w 1543905"/>
                    <a:gd name="connsiteY33" fmla="*/ 1020217 h 1399728"/>
                    <a:gd name="connsiteX34" fmla="*/ 677912 w 1543905"/>
                    <a:gd name="connsiteY34" fmla="*/ 1132210 h 1399728"/>
                    <a:gd name="connsiteX35" fmla="*/ 865622 w 1543905"/>
                    <a:gd name="connsiteY35" fmla="*/ 1132210 h 1399728"/>
                    <a:gd name="connsiteX36" fmla="*/ 977615 w 1543905"/>
                    <a:gd name="connsiteY36" fmla="*/ 1020217 h 1399728"/>
                    <a:gd name="connsiteX37" fmla="*/ 977615 w 1543905"/>
                    <a:gd name="connsiteY37" fmla="*/ 111993 h 1399728"/>
                    <a:gd name="connsiteX38" fmla="*/ 865808 w 1543905"/>
                    <a:gd name="connsiteY38" fmla="*/ 0 h 1399728"/>
                    <a:gd name="connsiteX39" fmla="*/ 1380381 w 1543905"/>
                    <a:gd name="connsiteY39" fmla="*/ 729072 h 1399728"/>
                    <a:gd name="connsiteX40" fmla="*/ 1380753 w 1543905"/>
                    <a:gd name="connsiteY40" fmla="*/ 729258 h 1399728"/>
                    <a:gd name="connsiteX41" fmla="*/ 1380753 w 1543905"/>
                    <a:gd name="connsiteY41" fmla="*/ 1020031 h 1399728"/>
                    <a:gd name="connsiteX42" fmla="*/ 1380381 w 1543905"/>
                    <a:gd name="connsiteY42" fmla="*/ 1020403 h 1399728"/>
                    <a:gd name="connsiteX43" fmla="*/ 1192858 w 1543905"/>
                    <a:gd name="connsiteY43" fmla="*/ 1020403 h 1399728"/>
                    <a:gd name="connsiteX44" fmla="*/ 1192485 w 1543905"/>
                    <a:gd name="connsiteY44" fmla="*/ 1020031 h 1399728"/>
                    <a:gd name="connsiteX45" fmla="*/ 1192485 w 1543905"/>
                    <a:gd name="connsiteY45" fmla="*/ 729444 h 1399728"/>
                    <a:gd name="connsiteX46" fmla="*/ 1192485 w 1543905"/>
                    <a:gd name="connsiteY46" fmla="*/ 729258 h 1399728"/>
                    <a:gd name="connsiteX47" fmla="*/ 1192671 w 1543905"/>
                    <a:gd name="connsiteY47" fmla="*/ 729072 h 1399728"/>
                    <a:gd name="connsiteX48" fmla="*/ 1380381 w 1543905"/>
                    <a:gd name="connsiteY48" fmla="*/ 729072 h 1399728"/>
                    <a:gd name="connsiteX49" fmla="*/ 1380381 w 1543905"/>
                    <a:gd name="connsiteY49" fmla="*/ 617451 h 1399728"/>
                    <a:gd name="connsiteX50" fmla="*/ 1192671 w 1543905"/>
                    <a:gd name="connsiteY50" fmla="*/ 617451 h 1399728"/>
                    <a:gd name="connsiteX51" fmla="*/ 1080678 w 1543905"/>
                    <a:gd name="connsiteY51" fmla="*/ 729444 h 1399728"/>
                    <a:gd name="connsiteX52" fmla="*/ 1080678 w 1543905"/>
                    <a:gd name="connsiteY52" fmla="*/ 1020031 h 1399728"/>
                    <a:gd name="connsiteX53" fmla="*/ 1192671 w 1543905"/>
                    <a:gd name="connsiteY53" fmla="*/ 1132024 h 1399728"/>
                    <a:gd name="connsiteX54" fmla="*/ 1380381 w 1543905"/>
                    <a:gd name="connsiteY54" fmla="*/ 1132024 h 1399728"/>
                    <a:gd name="connsiteX55" fmla="*/ 1492374 w 1543905"/>
                    <a:gd name="connsiteY55" fmla="*/ 1020031 h 1399728"/>
                    <a:gd name="connsiteX56" fmla="*/ 1492374 w 1543905"/>
                    <a:gd name="connsiteY56" fmla="*/ 729444 h 1399728"/>
                    <a:gd name="connsiteX57" fmla="*/ 1380381 w 1543905"/>
                    <a:gd name="connsiteY57" fmla="*/ 617451 h 1399728"/>
                    <a:gd name="connsiteX58" fmla="*/ 1481956 w 1543905"/>
                    <a:gd name="connsiteY58" fmla="*/ 1276201 h 1399728"/>
                    <a:gd name="connsiteX59" fmla="*/ 61764 w 1543905"/>
                    <a:gd name="connsiteY59" fmla="*/ 1276201 h 1399728"/>
                    <a:gd name="connsiteX60" fmla="*/ 0 w 1543905"/>
                    <a:gd name="connsiteY60" fmla="*/ 1337965 h 1399728"/>
                    <a:gd name="connsiteX61" fmla="*/ 61764 w 1543905"/>
                    <a:gd name="connsiteY61" fmla="*/ 1399729 h 1399728"/>
                    <a:gd name="connsiteX62" fmla="*/ 1482142 w 1543905"/>
                    <a:gd name="connsiteY62" fmla="*/ 1399729 h 1399728"/>
                    <a:gd name="connsiteX63" fmla="*/ 1543906 w 1543905"/>
                    <a:gd name="connsiteY63" fmla="*/ 1337965 h 1399728"/>
                    <a:gd name="connsiteX64" fmla="*/ 1481956 w 1543905"/>
                    <a:gd name="connsiteY64" fmla="*/ 1276201 h 1399728"/>
                  </a:gdLst>
                  <a:ahLst/>
                  <a:cxnLst/>
                  <a:rect l="l" t="t" r="r" b="b"/>
                  <a:pathLst>
                    <a:path w="1543905" h="1399728">
                      <a:moveTo>
                        <a:pt x="351048" y="523317"/>
                      </a:moveTo>
                      <a:cubicBezTo>
                        <a:pt x="351234" y="523317"/>
                        <a:pt x="351234" y="523317"/>
                        <a:pt x="351048" y="523317"/>
                      </a:cubicBezTo>
                      <a:cubicBezTo>
                        <a:pt x="351234" y="523317"/>
                        <a:pt x="351420" y="523503"/>
                        <a:pt x="351420" y="523503"/>
                      </a:cubicBezTo>
                      <a:lnTo>
                        <a:pt x="351420" y="1020031"/>
                      </a:lnTo>
                      <a:lnTo>
                        <a:pt x="351048" y="1020403"/>
                      </a:lnTo>
                      <a:lnTo>
                        <a:pt x="163525" y="1020403"/>
                      </a:lnTo>
                      <a:lnTo>
                        <a:pt x="163153" y="1020031"/>
                      </a:lnTo>
                      <a:lnTo>
                        <a:pt x="163153" y="523503"/>
                      </a:lnTo>
                      <a:lnTo>
                        <a:pt x="163153" y="523317"/>
                      </a:lnTo>
                      <a:lnTo>
                        <a:pt x="163339" y="523131"/>
                      </a:lnTo>
                      <a:lnTo>
                        <a:pt x="351048" y="523131"/>
                      </a:lnTo>
                      <a:moveTo>
                        <a:pt x="351048" y="411696"/>
                      </a:moveTo>
                      <a:lnTo>
                        <a:pt x="163339" y="411696"/>
                      </a:lnTo>
                      <a:cubicBezTo>
                        <a:pt x="101575" y="411696"/>
                        <a:pt x="51346" y="461739"/>
                        <a:pt x="51346" y="523689"/>
                      </a:cubicBezTo>
                      <a:lnTo>
                        <a:pt x="51346" y="1020217"/>
                      </a:lnTo>
                      <a:cubicBezTo>
                        <a:pt x="51346" y="1081795"/>
                        <a:pt x="101761" y="1132210"/>
                        <a:pt x="163339" y="1132210"/>
                      </a:cubicBezTo>
                      <a:lnTo>
                        <a:pt x="351048" y="1132210"/>
                      </a:lnTo>
                      <a:cubicBezTo>
                        <a:pt x="412626" y="1132210"/>
                        <a:pt x="463042" y="1081795"/>
                        <a:pt x="463042" y="1020217"/>
                      </a:cubicBezTo>
                      <a:lnTo>
                        <a:pt x="463042" y="523503"/>
                      </a:lnTo>
                      <a:cubicBezTo>
                        <a:pt x="463042" y="461739"/>
                        <a:pt x="412998" y="411696"/>
                        <a:pt x="351048" y="411696"/>
                      </a:cubicBezTo>
                      <a:close/>
                      <a:moveTo>
                        <a:pt x="865808" y="111621"/>
                      </a:moveTo>
                      <a:cubicBezTo>
                        <a:pt x="865994" y="111621"/>
                        <a:pt x="866180" y="111807"/>
                        <a:pt x="866180" y="111807"/>
                      </a:cubicBezTo>
                      <a:lnTo>
                        <a:pt x="866180" y="1020031"/>
                      </a:lnTo>
                      <a:lnTo>
                        <a:pt x="865808" y="1020403"/>
                      </a:lnTo>
                      <a:lnTo>
                        <a:pt x="678284" y="1020403"/>
                      </a:lnTo>
                      <a:lnTo>
                        <a:pt x="677912" y="1020031"/>
                      </a:lnTo>
                      <a:lnTo>
                        <a:pt x="677912" y="111993"/>
                      </a:lnTo>
                      <a:lnTo>
                        <a:pt x="677912" y="111807"/>
                      </a:lnTo>
                      <a:lnTo>
                        <a:pt x="678098" y="111621"/>
                      </a:lnTo>
                      <a:lnTo>
                        <a:pt x="865808" y="111621"/>
                      </a:lnTo>
                      <a:moveTo>
                        <a:pt x="865808" y="0"/>
                      </a:moveTo>
                      <a:lnTo>
                        <a:pt x="677912" y="0"/>
                      </a:lnTo>
                      <a:cubicBezTo>
                        <a:pt x="616148" y="0"/>
                        <a:pt x="565919" y="50043"/>
                        <a:pt x="565919" y="111993"/>
                      </a:cubicBezTo>
                      <a:lnTo>
                        <a:pt x="565919" y="1020217"/>
                      </a:lnTo>
                      <a:cubicBezTo>
                        <a:pt x="565919" y="1081795"/>
                        <a:pt x="616335" y="1132210"/>
                        <a:pt x="677912" y="1132210"/>
                      </a:cubicBezTo>
                      <a:lnTo>
                        <a:pt x="865622" y="1132210"/>
                      </a:lnTo>
                      <a:cubicBezTo>
                        <a:pt x="927199" y="1132210"/>
                        <a:pt x="977615" y="1081795"/>
                        <a:pt x="977615" y="1020217"/>
                      </a:cubicBezTo>
                      <a:lnTo>
                        <a:pt x="977615" y="111993"/>
                      </a:lnTo>
                      <a:cubicBezTo>
                        <a:pt x="977615" y="50043"/>
                        <a:pt x="927571" y="0"/>
                        <a:pt x="865808" y="0"/>
                      </a:cubicBezTo>
                      <a:close/>
                      <a:moveTo>
                        <a:pt x="1380381" y="729072"/>
                      </a:moveTo>
                      <a:cubicBezTo>
                        <a:pt x="1380567" y="729072"/>
                        <a:pt x="1380753" y="729258"/>
                        <a:pt x="1380753" y="729258"/>
                      </a:cubicBezTo>
                      <a:lnTo>
                        <a:pt x="1380753" y="1020031"/>
                      </a:lnTo>
                      <a:lnTo>
                        <a:pt x="1380381" y="1020403"/>
                      </a:lnTo>
                      <a:lnTo>
                        <a:pt x="1192858" y="1020403"/>
                      </a:lnTo>
                      <a:lnTo>
                        <a:pt x="1192485" y="1020031"/>
                      </a:lnTo>
                      <a:lnTo>
                        <a:pt x="1192485" y="729444"/>
                      </a:lnTo>
                      <a:lnTo>
                        <a:pt x="1192485" y="729258"/>
                      </a:lnTo>
                      <a:lnTo>
                        <a:pt x="1192671" y="729072"/>
                      </a:lnTo>
                      <a:lnTo>
                        <a:pt x="1380381" y="729072"/>
                      </a:lnTo>
                      <a:moveTo>
                        <a:pt x="1380381" y="617451"/>
                      </a:moveTo>
                      <a:lnTo>
                        <a:pt x="1192671" y="617451"/>
                      </a:lnTo>
                      <a:cubicBezTo>
                        <a:pt x="1130908" y="617451"/>
                        <a:pt x="1080678" y="667494"/>
                        <a:pt x="1080678" y="729444"/>
                      </a:cubicBezTo>
                      <a:lnTo>
                        <a:pt x="1080678" y="1020031"/>
                      </a:lnTo>
                      <a:cubicBezTo>
                        <a:pt x="1080678" y="1081608"/>
                        <a:pt x="1131094" y="1132024"/>
                        <a:pt x="1192671" y="1132024"/>
                      </a:cubicBezTo>
                      <a:lnTo>
                        <a:pt x="1380381" y="1132024"/>
                      </a:lnTo>
                      <a:cubicBezTo>
                        <a:pt x="1441959" y="1132024"/>
                        <a:pt x="1492374" y="1081608"/>
                        <a:pt x="1492374" y="1020031"/>
                      </a:cubicBezTo>
                      <a:lnTo>
                        <a:pt x="1492374" y="729444"/>
                      </a:lnTo>
                      <a:cubicBezTo>
                        <a:pt x="1492374" y="667680"/>
                        <a:pt x="1442145" y="617451"/>
                        <a:pt x="1380381" y="617451"/>
                      </a:cubicBezTo>
                      <a:close/>
                      <a:moveTo>
                        <a:pt x="1481956" y="1276201"/>
                      </a:moveTo>
                      <a:lnTo>
                        <a:pt x="61764" y="1276201"/>
                      </a:lnTo>
                      <a:cubicBezTo>
                        <a:pt x="27719" y="1276201"/>
                        <a:pt x="0" y="1303920"/>
                        <a:pt x="0" y="1337965"/>
                      </a:cubicBezTo>
                      <a:cubicBezTo>
                        <a:pt x="0" y="1372009"/>
                        <a:pt x="27719" y="1399729"/>
                        <a:pt x="61764" y="1399729"/>
                      </a:cubicBezTo>
                      <a:lnTo>
                        <a:pt x="1482142" y="1399729"/>
                      </a:lnTo>
                      <a:cubicBezTo>
                        <a:pt x="1516187" y="1399729"/>
                        <a:pt x="1543906" y="1372009"/>
                        <a:pt x="1543906" y="1337965"/>
                      </a:cubicBezTo>
                      <a:cubicBezTo>
                        <a:pt x="1543720" y="1303734"/>
                        <a:pt x="1516187" y="1276201"/>
                        <a:pt x="1481956" y="127620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860" cap="flat">
                  <a:noFill/>
                  <a:prstDash val="solid"/>
                  <a:miter/>
                </a:ln>
              </p:spPr>
              <p:txBody>
                <a:bodyPr vert="horz" wrap="square" lIns="91440" tIns="45720" rIns="91440" bIns="45720" rtlCol="0" anchor="ctr"/>
                <a:p>
                  <a:pPr algn="l"/>
                  <a:endParaRPr kumimoji="1" lang="zh-CN" altLang="en-US"/>
                </a:p>
              </p:txBody>
            </p:sp>
          </p:grpSp>
        </p:grpSp>
      </p:grpSp>
      <p:grpSp>
        <p:nvGrpSpPr>
          <p:cNvPr id="110" name="组合 109"/>
          <p:cNvGrpSpPr/>
          <p:nvPr>
            <p:custDataLst>
              <p:tags r:id="rId15"/>
            </p:custDataLst>
          </p:nvPr>
        </p:nvGrpSpPr>
        <p:grpSpPr>
          <a:xfrm>
            <a:off x="4366895" y="1607820"/>
            <a:ext cx="3440430" cy="4069715"/>
            <a:chOff x="788" y="2193"/>
            <a:chExt cx="5418" cy="6409"/>
          </a:xfrm>
        </p:grpSpPr>
        <p:sp>
          <p:nvSpPr>
            <p:cNvPr id="111" name="标题 1"/>
            <p:cNvSpPr txBox="1"/>
            <p:nvPr>
              <p:custDataLst>
                <p:tags r:id="rId16"/>
              </p:custDataLst>
            </p:nvPr>
          </p:nvSpPr>
          <p:spPr>
            <a:xfrm>
              <a:off x="788" y="2193"/>
              <a:ext cx="5167" cy="6044"/>
            </a:xfrm>
            <a:prstGeom prst="round2SameRect">
              <a:avLst>
                <a:gd name="adj1" fmla="val 6064"/>
                <a:gd name="adj2" fmla="val 3776"/>
              </a:avLst>
            </a:prstGeom>
            <a:solidFill>
              <a:srgbClr val="172B84"/>
            </a:solidFill>
            <a:ln w="63500" cap="sq">
              <a:noFill/>
              <a:prstDash val="solid"/>
              <a:miter/>
            </a:ln>
            <a:effectLst/>
          </p:spPr>
          <p:txBody>
            <a:bodyPr vert="horz" wrap="square" lIns="91440" tIns="45720" rIns="91440" bIns="45720" rtlCol="0" anchor="t"/>
            <a:p>
              <a:pPr algn="ctr"/>
              <a:endParaRPr kumimoji="1" lang="zh-CN" altLang="en-US"/>
            </a:p>
          </p:txBody>
        </p:sp>
        <p:grpSp>
          <p:nvGrpSpPr>
            <p:cNvPr id="112" name="组合 111"/>
            <p:cNvGrpSpPr/>
            <p:nvPr>
              <p:custDataLst>
                <p:tags r:id="rId17"/>
              </p:custDataLst>
            </p:nvPr>
          </p:nvGrpSpPr>
          <p:grpSpPr>
            <a:xfrm>
              <a:off x="1040" y="2558"/>
              <a:ext cx="5167" cy="6044"/>
              <a:chOff x="1040" y="2558"/>
              <a:chExt cx="5167" cy="6044"/>
            </a:xfrm>
          </p:grpSpPr>
          <p:sp>
            <p:nvSpPr>
              <p:cNvPr id="113" name="标题 1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040" y="2558"/>
                <a:ext cx="5167" cy="6044"/>
              </a:xfrm>
              <a:prstGeom prst="round2SameRect">
                <a:avLst>
                  <a:gd name="adj1" fmla="val 6064"/>
                  <a:gd name="adj2" fmla="val 3776"/>
                </a:avLst>
              </a:prstGeom>
              <a:solidFill>
                <a:schemeClr val="bg1"/>
              </a:solidFill>
              <a:ln w="63500" cap="sq">
                <a:noFill/>
                <a:prstDash val="solid"/>
                <a:miter/>
              </a:ln>
              <a:effectLst/>
            </p:spPr>
            <p:txBody>
              <a:bodyPr vert="horz" wrap="square" lIns="91440" tIns="45720" rIns="91440" bIns="45720" rtlCol="0" anchor="t"/>
              <a:p>
                <a:pPr algn="ctr"/>
                <a:endParaRPr kumimoji="1" lang="zh-CN" altLang="en-US"/>
              </a:p>
            </p:txBody>
          </p:sp>
          <p:sp>
            <p:nvSpPr>
              <p:cNvPr id="114" name="标题 1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450" y="6534"/>
                <a:ext cx="4394" cy="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p>
                <a:pPr algn="just"/>
                <a:r>
                  <a:rPr kumimoji="1" lang="en-US" altLang="zh-CN" sz="1400">
                    <a:latin typeface="思源黑体 CN Regular" panose="020B0500000000000000" charset="-122"/>
                    <a:ea typeface="思源黑体 CN Regular" panose="020B0500000000000000" charset="-122"/>
                  </a:rPr>
                  <a:t>{{detailed_content[1]}}</a:t>
                </a:r>
                <a:endParaRPr kumimoji="1" lang="en-US" altLang="zh-CN" sz="1400">
                  <a:latin typeface="思源黑体 CN Regular" panose="020B0500000000000000" charset="-122"/>
                  <a:ea typeface="思源黑体 CN Regular" panose="020B0500000000000000" charset="-122"/>
                </a:endParaRPr>
              </a:p>
            </p:txBody>
          </p:sp>
          <p:sp>
            <p:nvSpPr>
              <p:cNvPr id="115" name="标题 1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2203" y="5401"/>
                <a:ext cx="3547" cy="9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p>
                <a:pPr algn="l"/>
                <a:r>
                  <a:rPr kumimoji="1" lang="en-US" altLang="zh-CN" sz="2000">
                    <a:solidFill>
                      <a:srgbClr val="172B84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{{content_points[1]}}</a:t>
                </a:r>
                <a:endParaRPr kumimoji="1" lang="en-US" altLang="zh-CN" sz="2000">
                  <a:solidFill>
                    <a:srgbClr val="172B84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pic>
            <p:nvPicPr>
              <p:cNvPr id="116" name="图片 115" descr="C:/Users/hh177/Desktop/cbf817c14755c1270f078f2242b22d24.jpgcbf817c14755c1270f078f2242b22d24"/>
              <p:cNvPicPr preferRelativeResize="0">
                <a:picLocks noChangeAspect="1"/>
              </p:cNvPicPr>
              <p:nvPr>
                <p:custDataLst>
                  <p:tags r:id="rId21"/>
                </p:custDataLst>
              </p:nvPr>
            </p:nvPicPr>
            <p:blipFill>
              <a:blip r:embed="rId11">
                <a:alphaModFix amt="100000"/>
              </a:blip>
              <a:srcRect t="28047" b="28047"/>
              <a:stretch>
                <a:fillRect/>
              </a:stretch>
            </p:blipFill>
            <p:spPr>
              <a:xfrm>
                <a:off x="1293" y="2680"/>
                <a:ext cx="4603" cy="2556"/>
              </a:xfrm>
              <a:custGeom>
                <a:avLst/>
                <a:gdLst>
                  <a:gd name="connsiteX0" fmla="*/ 0 w 3281272"/>
                  <a:gd name="connsiteY0" fmla="*/ 0 h 1623117"/>
                  <a:gd name="connsiteX1" fmla="*/ 3281272 w 3281272"/>
                  <a:gd name="connsiteY1" fmla="*/ 0 h 1623117"/>
                  <a:gd name="connsiteX2" fmla="*/ 3281272 w 3281272"/>
                  <a:gd name="connsiteY2" fmla="*/ 1623117 h 1623117"/>
                  <a:gd name="connsiteX3" fmla="*/ 0 w 3281272"/>
                  <a:gd name="connsiteY3" fmla="*/ 1623117 h 1623117"/>
                </a:gdLst>
                <a:ahLst/>
                <a:cxnLst/>
                <a:rect l="l" t="t" r="r" b="b"/>
                <a:pathLst>
                  <a:path w="3281272" h="1623117">
                    <a:moveTo>
                      <a:pt x="0" y="0"/>
                    </a:moveTo>
                    <a:lnTo>
                      <a:pt x="3281272" y="0"/>
                    </a:lnTo>
                    <a:lnTo>
                      <a:pt x="3281272" y="1623117"/>
                    </a:lnTo>
                    <a:lnTo>
                      <a:pt x="0" y="1623117"/>
                    </a:lnTo>
                    <a:close/>
                  </a:path>
                </a:pathLst>
              </a:custGeom>
              <a:blipFill rotWithShape="1">
                <a:blip r:embed="rId12"/>
                <a:stretch>
                  <a:fillRect/>
                </a:stretch>
              </a:blipFill>
              <a:ln>
                <a:noFill/>
              </a:ln>
            </p:spPr>
          </p:pic>
          <p:grpSp>
            <p:nvGrpSpPr>
              <p:cNvPr id="117" name="组合 116"/>
              <p:cNvGrpSpPr/>
              <p:nvPr/>
            </p:nvGrpSpPr>
            <p:grpSpPr>
              <a:xfrm>
                <a:off x="1450" y="5487"/>
                <a:ext cx="604" cy="604"/>
                <a:chOff x="1450" y="5487"/>
                <a:chExt cx="604" cy="604"/>
              </a:xfrm>
            </p:grpSpPr>
            <p:sp>
              <p:nvSpPr>
                <p:cNvPr id="118" name="标题 1"/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1450" y="5487"/>
                  <a:ext cx="605" cy="605"/>
                </a:xfrm>
                <a:prstGeom prst="roundRect">
                  <a:avLst/>
                </a:prstGeom>
                <a:gradFill>
                  <a:gsLst>
                    <a:gs pos="0">
                      <a:srgbClr val="C0D8FD"/>
                    </a:gs>
                    <a:gs pos="98000">
                      <a:srgbClr val="172B84"/>
                    </a:gs>
                  </a:gsLst>
                  <a:lin ang="2700000" scaled="0"/>
                </a:gradFill>
                <a:ln w="12700" cap="sq">
                  <a:noFill/>
                  <a:prstDash val="solid"/>
                  <a:miter/>
                </a:ln>
                <a:effectLst>
                  <a:outerShdw blurRad="139700" dist="38100" dir="2700015" rotWithShape="0">
                    <a:srgbClr val="172B84">
                      <a:alpha val="21000"/>
                    </a:srgbClr>
                  </a:outerShdw>
                </a:effectLst>
              </p:spPr>
              <p:txBody>
                <a:bodyPr vert="horz" wrap="square" lIns="91440" tIns="45720" rIns="91440" bIns="45720" rtlCol="0" anchor="ctr"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19" name="标题 1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1572" y="5626"/>
                  <a:ext cx="360" cy="327"/>
                </a:xfrm>
                <a:custGeom>
                  <a:avLst/>
                  <a:gdLst>
                    <a:gd name="connsiteX0" fmla="*/ 351048 w 1543905"/>
                    <a:gd name="connsiteY0" fmla="*/ 523317 h 1399728"/>
                    <a:gd name="connsiteX1" fmla="*/ 351048 w 1543905"/>
                    <a:gd name="connsiteY1" fmla="*/ 523317 h 1399728"/>
                    <a:gd name="connsiteX2" fmla="*/ 351420 w 1543905"/>
                    <a:gd name="connsiteY2" fmla="*/ 523503 h 1399728"/>
                    <a:gd name="connsiteX3" fmla="*/ 351420 w 1543905"/>
                    <a:gd name="connsiteY3" fmla="*/ 1020031 h 1399728"/>
                    <a:gd name="connsiteX4" fmla="*/ 351048 w 1543905"/>
                    <a:gd name="connsiteY4" fmla="*/ 1020403 h 1399728"/>
                    <a:gd name="connsiteX5" fmla="*/ 163525 w 1543905"/>
                    <a:gd name="connsiteY5" fmla="*/ 1020403 h 1399728"/>
                    <a:gd name="connsiteX6" fmla="*/ 163153 w 1543905"/>
                    <a:gd name="connsiteY6" fmla="*/ 1020031 h 1399728"/>
                    <a:gd name="connsiteX7" fmla="*/ 163153 w 1543905"/>
                    <a:gd name="connsiteY7" fmla="*/ 523503 h 1399728"/>
                    <a:gd name="connsiteX8" fmla="*/ 163153 w 1543905"/>
                    <a:gd name="connsiteY8" fmla="*/ 523317 h 1399728"/>
                    <a:gd name="connsiteX9" fmla="*/ 163339 w 1543905"/>
                    <a:gd name="connsiteY9" fmla="*/ 523131 h 1399728"/>
                    <a:gd name="connsiteX10" fmla="*/ 351048 w 1543905"/>
                    <a:gd name="connsiteY10" fmla="*/ 523131 h 1399728"/>
                    <a:gd name="connsiteX11" fmla="*/ 351048 w 1543905"/>
                    <a:gd name="connsiteY11" fmla="*/ 411696 h 1399728"/>
                    <a:gd name="connsiteX12" fmla="*/ 163339 w 1543905"/>
                    <a:gd name="connsiteY12" fmla="*/ 411696 h 1399728"/>
                    <a:gd name="connsiteX13" fmla="*/ 51346 w 1543905"/>
                    <a:gd name="connsiteY13" fmla="*/ 523689 h 1399728"/>
                    <a:gd name="connsiteX14" fmla="*/ 51346 w 1543905"/>
                    <a:gd name="connsiteY14" fmla="*/ 1020217 h 1399728"/>
                    <a:gd name="connsiteX15" fmla="*/ 163339 w 1543905"/>
                    <a:gd name="connsiteY15" fmla="*/ 1132210 h 1399728"/>
                    <a:gd name="connsiteX16" fmla="*/ 351048 w 1543905"/>
                    <a:gd name="connsiteY16" fmla="*/ 1132210 h 1399728"/>
                    <a:gd name="connsiteX17" fmla="*/ 463042 w 1543905"/>
                    <a:gd name="connsiteY17" fmla="*/ 1020217 h 1399728"/>
                    <a:gd name="connsiteX18" fmla="*/ 463042 w 1543905"/>
                    <a:gd name="connsiteY18" fmla="*/ 523503 h 1399728"/>
                    <a:gd name="connsiteX19" fmla="*/ 351048 w 1543905"/>
                    <a:gd name="connsiteY19" fmla="*/ 411696 h 1399728"/>
                    <a:gd name="connsiteX20" fmla="*/ 865808 w 1543905"/>
                    <a:gd name="connsiteY20" fmla="*/ 111621 h 1399728"/>
                    <a:gd name="connsiteX21" fmla="*/ 866180 w 1543905"/>
                    <a:gd name="connsiteY21" fmla="*/ 111807 h 1399728"/>
                    <a:gd name="connsiteX22" fmla="*/ 866180 w 1543905"/>
                    <a:gd name="connsiteY22" fmla="*/ 1020031 h 1399728"/>
                    <a:gd name="connsiteX23" fmla="*/ 865808 w 1543905"/>
                    <a:gd name="connsiteY23" fmla="*/ 1020403 h 1399728"/>
                    <a:gd name="connsiteX24" fmla="*/ 678284 w 1543905"/>
                    <a:gd name="connsiteY24" fmla="*/ 1020403 h 1399728"/>
                    <a:gd name="connsiteX25" fmla="*/ 677912 w 1543905"/>
                    <a:gd name="connsiteY25" fmla="*/ 1020031 h 1399728"/>
                    <a:gd name="connsiteX26" fmla="*/ 677912 w 1543905"/>
                    <a:gd name="connsiteY26" fmla="*/ 111993 h 1399728"/>
                    <a:gd name="connsiteX27" fmla="*/ 677912 w 1543905"/>
                    <a:gd name="connsiteY27" fmla="*/ 111807 h 1399728"/>
                    <a:gd name="connsiteX28" fmla="*/ 678098 w 1543905"/>
                    <a:gd name="connsiteY28" fmla="*/ 111621 h 1399728"/>
                    <a:gd name="connsiteX29" fmla="*/ 865808 w 1543905"/>
                    <a:gd name="connsiteY29" fmla="*/ 111621 h 1399728"/>
                    <a:gd name="connsiteX30" fmla="*/ 865808 w 1543905"/>
                    <a:gd name="connsiteY30" fmla="*/ 0 h 1399728"/>
                    <a:gd name="connsiteX31" fmla="*/ 677912 w 1543905"/>
                    <a:gd name="connsiteY31" fmla="*/ 0 h 1399728"/>
                    <a:gd name="connsiteX32" fmla="*/ 565919 w 1543905"/>
                    <a:gd name="connsiteY32" fmla="*/ 111993 h 1399728"/>
                    <a:gd name="connsiteX33" fmla="*/ 565919 w 1543905"/>
                    <a:gd name="connsiteY33" fmla="*/ 1020217 h 1399728"/>
                    <a:gd name="connsiteX34" fmla="*/ 677912 w 1543905"/>
                    <a:gd name="connsiteY34" fmla="*/ 1132210 h 1399728"/>
                    <a:gd name="connsiteX35" fmla="*/ 865622 w 1543905"/>
                    <a:gd name="connsiteY35" fmla="*/ 1132210 h 1399728"/>
                    <a:gd name="connsiteX36" fmla="*/ 977615 w 1543905"/>
                    <a:gd name="connsiteY36" fmla="*/ 1020217 h 1399728"/>
                    <a:gd name="connsiteX37" fmla="*/ 977615 w 1543905"/>
                    <a:gd name="connsiteY37" fmla="*/ 111993 h 1399728"/>
                    <a:gd name="connsiteX38" fmla="*/ 865808 w 1543905"/>
                    <a:gd name="connsiteY38" fmla="*/ 0 h 1399728"/>
                    <a:gd name="connsiteX39" fmla="*/ 1380381 w 1543905"/>
                    <a:gd name="connsiteY39" fmla="*/ 729072 h 1399728"/>
                    <a:gd name="connsiteX40" fmla="*/ 1380753 w 1543905"/>
                    <a:gd name="connsiteY40" fmla="*/ 729258 h 1399728"/>
                    <a:gd name="connsiteX41" fmla="*/ 1380753 w 1543905"/>
                    <a:gd name="connsiteY41" fmla="*/ 1020031 h 1399728"/>
                    <a:gd name="connsiteX42" fmla="*/ 1380381 w 1543905"/>
                    <a:gd name="connsiteY42" fmla="*/ 1020403 h 1399728"/>
                    <a:gd name="connsiteX43" fmla="*/ 1192858 w 1543905"/>
                    <a:gd name="connsiteY43" fmla="*/ 1020403 h 1399728"/>
                    <a:gd name="connsiteX44" fmla="*/ 1192485 w 1543905"/>
                    <a:gd name="connsiteY44" fmla="*/ 1020031 h 1399728"/>
                    <a:gd name="connsiteX45" fmla="*/ 1192485 w 1543905"/>
                    <a:gd name="connsiteY45" fmla="*/ 729444 h 1399728"/>
                    <a:gd name="connsiteX46" fmla="*/ 1192485 w 1543905"/>
                    <a:gd name="connsiteY46" fmla="*/ 729258 h 1399728"/>
                    <a:gd name="connsiteX47" fmla="*/ 1192671 w 1543905"/>
                    <a:gd name="connsiteY47" fmla="*/ 729072 h 1399728"/>
                    <a:gd name="connsiteX48" fmla="*/ 1380381 w 1543905"/>
                    <a:gd name="connsiteY48" fmla="*/ 729072 h 1399728"/>
                    <a:gd name="connsiteX49" fmla="*/ 1380381 w 1543905"/>
                    <a:gd name="connsiteY49" fmla="*/ 617451 h 1399728"/>
                    <a:gd name="connsiteX50" fmla="*/ 1192671 w 1543905"/>
                    <a:gd name="connsiteY50" fmla="*/ 617451 h 1399728"/>
                    <a:gd name="connsiteX51" fmla="*/ 1080678 w 1543905"/>
                    <a:gd name="connsiteY51" fmla="*/ 729444 h 1399728"/>
                    <a:gd name="connsiteX52" fmla="*/ 1080678 w 1543905"/>
                    <a:gd name="connsiteY52" fmla="*/ 1020031 h 1399728"/>
                    <a:gd name="connsiteX53" fmla="*/ 1192671 w 1543905"/>
                    <a:gd name="connsiteY53" fmla="*/ 1132024 h 1399728"/>
                    <a:gd name="connsiteX54" fmla="*/ 1380381 w 1543905"/>
                    <a:gd name="connsiteY54" fmla="*/ 1132024 h 1399728"/>
                    <a:gd name="connsiteX55" fmla="*/ 1492374 w 1543905"/>
                    <a:gd name="connsiteY55" fmla="*/ 1020031 h 1399728"/>
                    <a:gd name="connsiteX56" fmla="*/ 1492374 w 1543905"/>
                    <a:gd name="connsiteY56" fmla="*/ 729444 h 1399728"/>
                    <a:gd name="connsiteX57" fmla="*/ 1380381 w 1543905"/>
                    <a:gd name="connsiteY57" fmla="*/ 617451 h 1399728"/>
                    <a:gd name="connsiteX58" fmla="*/ 1481956 w 1543905"/>
                    <a:gd name="connsiteY58" fmla="*/ 1276201 h 1399728"/>
                    <a:gd name="connsiteX59" fmla="*/ 61764 w 1543905"/>
                    <a:gd name="connsiteY59" fmla="*/ 1276201 h 1399728"/>
                    <a:gd name="connsiteX60" fmla="*/ 0 w 1543905"/>
                    <a:gd name="connsiteY60" fmla="*/ 1337965 h 1399728"/>
                    <a:gd name="connsiteX61" fmla="*/ 61764 w 1543905"/>
                    <a:gd name="connsiteY61" fmla="*/ 1399729 h 1399728"/>
                    <a:gd name="connsiteX62" fmla="*/ 1482142 w 1543905"/>
                    <a:gd name="connsiteY62" fmla="*/ 1399729 h 1399728"/>
                    <a:gd name="connsiteX63" fmla="*/ 1543906 w 1543905"/>
                    <a:gd name="connsiteY63" fmla="*/ 1337965 h 1399728"/>
                    <a:gd name="connsiteX64" fmla="*/ 1481956 w 1543905"/>
                    <a:gd name="connsiteY64" fmla="*/ 1276201 h 1399728"/>
                  </a:gdLst>
                  <a:ahLst/>
                  <a:cxnLst/>
                  <a:rect l="l" t="t" r="r" b="b"/>
                  <a:pathLst>
                    <a:path w="1543905" h="1399728">
                      <a:moveTo>
                        <a:pt x="351048" y="523317"/>
                      </a:moveTo>
                      <a:cubicBezTo>
                        <a:pt x="351234" y="523317"/>
                        <a:pt x="351234" y="523317"/>
                        <a:pt x="351048" y="523317"/>
                      </a:cubicBezTo>
                      <a:cubicBezTo>
                        <a:pt x="351234" y="523317"/>
                        <a:pt x="351420" y="523503"/>
                        <a:pt x="351420" y="523503"/>
                      </a:cubicBezTo>
                      <a:lnTo>
                        <a:pt x="351420" y="1020031"/>
                      </a:lnTo>
                      <a:lnTo>
                        <a:pt x="351048" y="1020403"/>
                      </a:lnTo>
                      <a:lnTo>
                        <a:pt x="163525" y="1020403"/>
                      </a:lnTo>
                      <a:lnTo>
                        <a:pt x="163153" y="1020031"/>
                      </a:lnTo>
                      <a:lnTo>
                        <a:pt x="163153" y="523503"/>
                      </a:lnTo>
                      <a:lnTo>
                        <a:pt x="163153" y="523317"/>
                      </a:lnTo>
                      <a:lnTo>
                        <a:pt x="163339" y="523131"/>
                      </a:lnTo>
                      <a:lnTo>
                        <a:pt x="351048" y="523131"/>
                      </a:lnTo>
                      <a:moveTo>
                        <a:pt x="351048" y="411696"/>
                      </a:moveTo>
                      <a:lnTo>
                        <a:pt x="163339" y="411696"/>
                      </a:lnTo>
                      <a:cubicBezTo>
                        <a:pt x="101575" y="411696"/>
                        <a:pt x="51346" y="461739"/>
                        <a:pt x="51346" y="523689"/>
                      </a:cubicBezTo>
                      <a:lnTo>
                        <a:pt x="51346" y="1020217"/>
                      </a:lnTo>
                      <a:cubicBezTo>
                        <a:pt x="51346" y="1081795"/>
                        <a:pt x="101761" y="1132210"/>
                        <a:pt x="163339" y="1132210"/>
                      </a:cubicBezTo>
                      <a:lnTo>
                        <a:pt x="351048" y="1132210"/>
                      </a:lnTo>
                      <a:cubicBezTo>
                        <a:pt x="412626" y="1132210"/>
                        <a:pt x="463042" y="1081795"/>
                        <a:pt x="463042" y="1020217"/>
                      </a:cubicBezTo>
                      <a:lnTo>
                        <a:pt x="463042" y="523503"/>
                      </a:lnTo>
                      <a:cubicBezTo>
                        <a:pt x="463042" y="461739"/>
                        <a:pt x="412998" y="411696"/>
                        <a:pt x="351048" y="411696"/>
                      </a:cubicBezTo>
                      <a:close/>
                      <a:moveTo>
                        <a:pt x="865808" y="111621"/>
                      </a:moveTo>
                      <a:cubicBezTo>
                        <a:pt x="865994" y="111621"/>
                        <a:pt x="866180" y="111807"/>
                        <a:pt x="866180" y="111807"/>
                      </a:cubicBezTo>
                      <a:lnTo>
                        <a:pt x="866180" y="1020031"/>
                      </a:lnTo>
                      <a:lnTo>
                        <a:pt x="865808" y="1020403"/>
                      </a:lnTo>
                      <a:lnTo>
                        <a:pt x="678284" y="1020403"/>
                      </a:lnTo>
                      <a:lnTo>
                        <a:pt x="677912" y="1020031"/>
                      </a:lnTo>
                      <a:lnTo>
                        <a:pt x="677912" y="111993"/>
                      </a:lnTo>
                      <a:lnTo>
                        <a:pt x="677912" y="111807"/>
                      </a:lnTo>
                      <a:lnTo>
                        <a:pt x="678098" y="111621"/>
                      </a:lnTo>
                      <a:lnTo>
                        <a:pt x="865808" y="111621"/>
                      </a:lnTo>
                      <a:moveTo>
                        <a:pt x="865808" y="0"/>
                      </a:moveTo>
                      <a:lnTo>
                        <a:pt x="677912" y="0"/>
                      </a:lnTo>
                      <a:cubicBezTo>
                        <a:pt x="616148" y="0"/>
                        <a:pt x="565919" y="50043"/>
                        <a:pt x="565919" y="111993"/>
                      </a:cubicBezTo>
                      <a:lnTo>
                        <a:pt x="565919" y="1020217"/>
                      </a:lnTo>
                      <a:cubicBezTo>
                        <a:pt x="565919" y="1081795"/>
                        <a:pt x="616335" y="1132210"/>
                        <a:pt x="677912" y="1132210"/>
                      </a:cubicBezTo>
                      <a:lnTo>
                        <a:pt x="865622" y="1132210"/>
                      </a:lnTo>
                      <a:cubicBezTo>
                        <a:pt x="927199" y="1132210"/>
                        <a:pt x="977615" y="1081795"/>
                        <a:pt x="977615" y="1020217"/>
                      </a:cubicBezTo>
                      <a:lnTo>
                        <a:pt x="977615" y="111993"/>
                      </a:lnTo>
                      <a:cubicBezTo>
                        <a:pt x="977615" y="50043"/>
                        <a:pt x="927571" y="0"/>
                        <a:pt x="865808" y="0"/>
                      </a:cubicBezTo>
                      <a:close/>
                      <a:moveTo>
                        <a:pt x="1380381" y="729072"/>
                      </a:moveTo>
                      <a:cubicBezTo>
                        <a:pt x="1380567" y="729072"/>
                        <a:pt x="1380753" y="729258"/>
                        <a:pt x="1380753" y="729258"/>
                      </a:cubicBezTo>
                      <a:lnTo>
                        <a:pt x="1380753" y="1020031"/>
                      </a:lnTo>
                      <a:lnTo>
                        <a:pt x="1380381" y="1020403"/>
                      </a:lnTo>
                      <a:lnTo>
                        <a:pt x="1192858" y="1020403"/>
                      </a:lnTo>
                      <a:lnTo>
                        <a:pt x="1192485" y="1020031"/>
                      </a:lnTo>
                      <a:lnTo>
                        <a:pt x="1192485" y="729444"/>
                      </a:lnTo>
                      <a:lnTo>
                        <a:pt x="1192485" y="729258"/>
                      </a:lnTo>
                      <a:lnTo>
                        <a:pt x="1192671" y="729072"/>
                      </a:lnTo>
                      <a:lnTo>
                        <a:pt x="1380381" y="729072"/>
                      </a:lnTo>
                      <a:moveTo>
                        <a:pt x="1380381" y="617451"/>
                      </a:moveTo>
                      <a:lnTo>
                        <a:pt x="1192671" y="617451"/>
                      </a:lnTo>
                      <a:cubicBezTo>
                        <a:pt x="1130908" y="617451"/>
                        <a:pt x="1080678" y="667494"/>
                        <a:pt x="1080678" y="729444"/>
                      </a:cubicBezTo>
                      <a:lnTo>
                        <a:pt x="1080678" y="1020031"/>
                      </a:lnTo>
                      <a:cubicBezTo>
                        <a:pt x="1080678" y="1081608"/>
                        <a:pt x="1131094" y="1132024"/>
                        <a:pt x="1192671" y="1132024"/>
                      </a:cubicBezTo>
                      <a:lnTo>
                        <a:pt x="1380381" y="1132024"/>
                      </a:lnTo>
                      <a:cubicBezTo>
                        <a:pt x="1441959" y="1132024"/>
                        <a:pt x="1492374" y="1081608"/>
                        <a:pt x="1492374" y="1020031"/>
                      </a:cubicBezTo>
                      <a:lnTo>
                        <a:pt x="1492374" y="729444"/>
                      </a:lnTo>
                      <a:cubicBezTo>
                        <a:pt x="1492374" y="667680"/>
                        <a:pt x="1442145" y="617451"/>
                        <a:pt x="1380381" y="617451"/>
                      </a:cubicBezTo>
                      <a:close/>
                      <a:moveTo>
                        <a:pt x="1481956" y="1276201"/>
                      </a:moveTo>
                      <a:lnTo>
                        <a:pt x="61764" y="1276201"/>
                      </a:lnTo>
                      <a:cubicBezTo>
                        <a:pt x="27719" y="1276201"/>
                        <a:pt x="0" y="1303920"/>
                        <a:pt x="0" y="1337965"/>
                      </a:cubicBezTo>
                      <a:cubicBezTo>
                        <a:pt x="0" y="1372009"/>
                        <a:pt x="27719" y="1399729"/>
                        <a:pt x="61764" y="1399729"/>
                      </a:cubicBezTo>
                      <a:lnTo>
                        <a:pt x="1482142" y="1399729"/>
                      </a:lnTo>
                      <a:cubicBezTo>
                        <a:pt x="1516187" y="1399729"/>
                        <a:pt x="1543906" y="1372009"/>
                        <a:pt x="1543906" y="1337965"/>
                      </a:cubicBezTo>
                      <a:cubicBezTo>
                        <a:pt x="1543720" y="1303734"/>
                        <a:pt x="1516187" y="1276201"/>
                        <a:pt x="1481956" y="127620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860" cap="flat">
                  <a:noFill/>
                  <a:prstDash val="solid"/>
                  <a:miter/>
                </a:ln>
              </p:spPr>
              <p:txBody>
                <a:bodyPr vert="horz" wrap="square" lIns="91440" tIns="45720" rIns="91440" bIns="45720" rtlCol="0" anchor="ctr"/>
                <a:p>
                  <a:pPr algn="l"/>
                  <a:endParaRPr kumimoji="1" lang="zh-CN" altLang="en-US"/>
                </a:p>
              </p:txBody>
            </p:sp>
          </p:grpSp>
        </p:grpSp>
      </p:grpSp>
      <p:grpSp>
        <p:nvGrpSpPr>
          <p:cNvPr id="120" name="组合 119"/>
          <p:cNvGrpSpPr/>
          <p:nvPr>
            <p:custDataLst>
              <p:tags r:id="rId24"/>
            </p:custDataLst>
          </p:nvPr>
        </p:nvGrpSpPr>
        <p:grpSpPr>
          <a:xfrm>
            <a:off x="8233410" y="1607820"/>
            <a:ext cx="3440430" cy="4069715"/>
            <a:chOff x="788" y="2193"/>
            <a:chExt cx="5418" cy="6409"/>
          </a:xfrm>
        </p:grpSpPr>
        <p:sp>
          <p:nvSpPr>
            <p:cNvPr id="121" name="标题 1"/>
            <p:cNvSpPr txBox="1"/>
            <p:nvPr>
              <p:custDataLst>
                <p:tags r:id="rId25"/>
              </p:custDataLst>
            </p:nvPr>
          </p:nvSpPr>
          <p:spPr>
            <a:xfrm>
              <a:off x="788" y="2193"/>
              <a:ext cx="5167" cy="6044"/>
            </a:xfrm>
            <a:prstGeom prst="round2SameRect">
              <a:avLst>
                <a:gd name="adj1" fmla="val 6064"/>
                <a:gd name="adj2" fmla="val 3776"/>
              </a:avLst>
            </a:prstGeom>
            <a:solidFill>
              <a:srgbClr val="172B84"/>
            </a:solidFill>
            <a:ln w="63500" cap="sq">
              <a:noFill/>
              <a:prstDash val="solid"/>
              <a:miter/>
            </a:ln>
            <a:effectLst/>
          </p:spPr>
          <p:txBody>
            <a:bodyPr vert="horz" wrap="square" lIns="91440" tIns="45720" rIns="91440" bIns="45720" rtlCol="0" anchor="t"/>
            <a:p>
              <a:pPr algn="ctr"/>
              <a:endParaRPr kumimoji="1" lang="zh-CN" altLang="en-US"/>
            </a:p>
          </p:txBody>
        </p:sp>
        <p:grpSp>
          <p:nvGrpSpPr>
            <p:cNvPr id="122" name="组合 121"/>
            <p:cNvGrpSpPr/>
            <p:nvPr>
              <p:custDataLst>
                <p:tags r:id="rId26"/>
              </p:custDataLst>
            </p:nvPr>
          </p:nvGrpSpPr>
          <p:grpSpPr>
            <a:xfrm>
              <a:off x="1040" y="2558"/>
              <a:ext cx="5167" cy="6044"/>
              <a:chOff x="1040" y="2558"/>
              <a:chExt cx="5167" cy="6044"/>
            </a:xfrm>
          </p:grpSpPr>
          <p:sp>
            <p:nvSpPr>
              <p:cNvPr id="123" name="标题 1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1040" y="2558"/>
                <a:ext cx="5167" cy="6044"/>
              </a:xfrm>
              <a:prstGeom prst="round2SameRect">
                <a:avLst>
                  <a:gd name="adj1" fmla="val 6064"/>
                  <a:gd name="adj2" fmla="val 3776"/>
                </a:avLst>
              </a:prstGeom>
              <a:solidFill>
                <a:schemeClr val="bg1"/>
              </a:solidFill>
              <a:ln w="63500" cap="sq">
                <a:noFill/>
                <a:prstDash val="solid"/>
                <a:miter/>
              </a:ln>
              <a:effectLst/>
            </p:spPr>
            <p:txBody>
              <a:bodyPr vert="horz" wrap="square" lIns="91440" tIns="45720" rIns="91440" bIns="45720" rtlCol="0" anchor="t"/>
              <a:p>
                <a:pPr algn="ctr"/>
                <a:endParaRPr kumimoji="1" lang="zh-CN" altLang="en-US"/>
              </a:p>
            </p:txBody>
          </p:sp>
          <p:sp>
            <p:nvSpPr>
              <p:cNvPr id="124" name="标题 1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1450" y="6534"/>
                <a:ext cx="4394" cy="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p>
                <a:pPr algn="just"/>
                <a:r>
                  <a:rPr kumimoji="1" lang="en-US" altLang="zh-CN" sz="1400">
                    <a:latin typeface="思源黑体 CN Regular" panose="020B0500000000000000" charset="-122"/>
                    <a:ea typeface="思源黑体 CN Regular" panose="020B0500000000000000" charset="-122"/>
                  </a:rPr>
                  <a:t>{{detailed_content[]}}</a:t>
                </a:r>
                <a:endParaRPr kumimoji="1" lang="en-US" altLang="zh-CN" sz="1400">
                  <a:latin typeface="思源黑体 CN Regular" panose="020B0500000000000000" charset="-122"/>
                  <a:ea typeface="思源黑体 CN Regular" panose="020B0500000000000000" charset="-122"/>
                </a:endParaRPr>
              </a:p>
            </p:txBody>
          </p:sp>
          <p:sp>
            <p:nvSpPr>
              <p:cNvPr id="125" name="标题 1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2203" y="5401"/>
                <a:ext cx="3547" cy="9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p>
                <a:pPr algn="l"/>
                <a:r>
                  <a:rPr kumimoji="1" lang="en-US" altLang="zh-CN" sz="2000">
                    <a:solidFill>
                      <a:srgbClr val="172B84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{{content_points[2]}}</a:t>
                </a:r>
                <a:endParaRPr kumimoji="1" lang="en-US" altLang="zh-CN" sz="2000">
                  <a:solidFill>
                    <a:srgbClr val="172B84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pic>
            <p:nvPicPr>
              <p:cNvPr id="126" name="图片 125" descr="C:/Users/hh177/Desktop/cbf817c14755c1270f078f2242b22d24.jpgcbf817c14755c1270f078f2242b22d24"/>
              <p:cNvPicPr preferRelativeResize="0">
                <a:picLocks noChangeAspect="1"/>
              </p:cNvPicPr>
              <p:nvPr>
                <p:custDataLst>
                  <p:tags r:id="rId30"/>
                </p:custDataLst>
              </p:nvPr>
            </p:nvPicPr>
            <p:blipFill>
              <a:blip r:embed="rId11">
                <a:alphaModFix amt="100000"/>
              </a:blip>
              <a:srcRect t="28047" b="28047"/>
              <a:stretch>
                <a:fillRect/>
              </a:stretch>
            </p:blipFill>
            <p:spPr>
              <a:xfrm>
                <a:off x="1293" y="2680"/>
                <a:ext cx="4603" cy="2556"/>
              </a:xfrm>
              <a:custGeom>
                <a:avLst/>
                <a:gdLst>
                  <a:gd name="connsiteX0" fmla="*/ 0 w 3281272"/>
                  <a:gd name="connsiteY0" fmla="*/ 0 h 1623117"/>
                  <a:gd name="connsiteX1" fmla="*/ 3281272 w 3281272"/>
                  <a:gd name="connsiteY1" fmla="*/ 0 h 1623117"/>
                  <a:gd name="connsiteX2" fmla="*/ 3281272 w 3281272"/>
                  <a:gd name="connsiteY2" fmla="*/ 1623117 h 1623117"/>
                  <a:gd name="connsiteX3" fmla="*/ 0 w 3281272"/>
                  <a:gd name="connsiteY3" fmla="*/ 1623117 h 1623117"/>
                </a:gdLst>
                <a:ahLst/>
                <a:cxnLst/>
                <a:rect l="l" t="t" r="r" b="b"/>
                <a:pathLst>
                  <a:path w="3281272" h="1623117">
                    <a:moveTo>
                      <a:pt x="0" y="0"/>
                    </a:moveTo>
                    <a:lnTo>
                      <a:pt x="3281272" y="0"/>
                    </a:lnTo>
                    <a:lnTo>
                      <a:pt x="3281272" y="1623117"/>
                    </a:lnTo>
                    <a:lnTo>
                      <a:pt x="0" y="1623117"/>
                    </a:lnTo>
                    <a:close/>
                  </a:path>
                </a:pathLst>
              </a:custGeom>
              <a:blipFill rotWithShape="1">
                <a:blip r:embed="rId12"/>
                <a:stretch>
                  <a:fillRect/>
                </a:stretch>
              </a:blipFill>
              <a:ln>
                <a:noFill/>
              </a:ln>
            </p:spPr>
          </p:pic>
          <p:grpSp>
            <p:nvGrpSpPr>
              <p:cNvPr id="127" name="组合 126"/>
              <p:cNvGrpSpPr/>
              <p:nvPr/>
            </p:nvGrpSpPr>
            <p:grpSpPr>
              <a:xfrm>
                <a:off x="1450" y="5487"/>
                <a:ext cx="604" cy="604"/>
                <a:chOff x="1450" y="5487"/>
                <a:chExt cx="604" cy="604"/>
              </a:xfrm>
            </p:grpSpPr>
            <p:sp>
              <p:nvSpPr>
                <p:cNvPr id="128" name="标题 1"/>
                <p:cNvSpPr txBox="1"/>
                <p:nvPr>
                  <p:custDataLst>
                    <p:tags r:id="rId31"/>
                  </p:custDataLst>
                </p:nvPr>
              </p:nvSpPr>
              <p:spPr>
                <a:xfrm>
                  <a:off x="1450" y="5487"/>
                  <a:ext cx="605" cy="605"/>
                </a:xfrm>
                <a:prstGeom prst="roundRect">
                  <a:avLst/>
                </a:prstGeom>
                <a:gradFill>
                  <a:gsLst>
                    <a:gs pos="0">
                      <a:srgbClr val="C0D8FD"/>
                    </a:gs>
                    <a:gs pos="98000">
                      <a:srgbClr val="172B84"/>
                    </a:gs>
                  </a:gsLst>
                  <a:lin ang="2700000" scaled="0"/>
                </a:gradFill>
                <a:ln w="12700" cap="sq">
                  <a:noFill/>
                  <a:prstDash val="solid"/>
                  <a:miter/>
                </a:ln>
                <a:effectLst>
                  <a:outerShdw blurRad="139700" dist="38100" dir="2700015" rotWithShape="0">
                    <a:srgbClr val="172B84">
                      <a:alpha val="21000"/>
                    </a:srgbClr>
                  </a:outerShdw>
                </a:effectLst>
              </p:spPr>
              <p:txBody>
                <a:bodyPr vert="horz" wrap="square" lIns="91440" tIns="45720" rIns="91440" bIns="45720" rtlCol="0" anchor="ctr"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29" name="标题 1"/>
                <p:cNvSpPr txBox="1"/>
                <p:nvPr>
                  <p:custDataLst>
                    <p:tags r:id="rId32"/>
                  </p:custDataLst>
                </p:nvPr>
              </p:nvSpPr>
              <p:spPr>
                <a:xfrm>
                  <a:off x="1572" y="5626"/>
                  <a:ext cx="360" cy="327"/>
                </a:xfrm>
                <a:custGeom>
                  <a:avLst/>
                  <a:gdLst>
                    <a:gd name="connsiteX0" fmla="*/ 351048 w 1543905"/>
                    <a:gd name="connsiteY0" fmla="*/ 523317 h 1399728"/>
                    <a:gd name="connsiteX1" fmla="*/ 351048 w 1543905"/>
                    <a:gd name="connsiteY1" fmla="*/ 523317 h 1399728"/>
                    <a:gd name="connsiteX2" fmla="*/ 351420 w 1543905"/>
                    <a:gd name="connsiteY2" fmla="*/ 523503 h 1399728"/>
                    <a:gd name="connsiteX3" fmla="*/ 351420 w 1543905"/>
                    <a:gd name="connsiteY3" fmla="*/ 1020031 h 1399728"/>
                    <a:gd name="connsiteX4" fmla="*/ 351048 w 1543905"/>
                    <a:gd name="connsiteY4" fmla="*/ 1020403 h 1399728"/>
                    <a:gd name="connsiteX5" fmla="*/ 163525 w 1543905"/>
                    <a:gd name="connsiteY5" fmla="*/ 1020403 h 1399728"/>
                    <a:gd name="connsiteX6" fmla="*/ 163153 w 1543905"/>
                    <a:gd name="connsiteY6" fmla="*/ 1020031 h 1399728"/>
                    <a:gd name="connsiteX7" fmla="*/ 163153 w 1543905"/>
                    <a:gd name="connsiteY7" fmla="*/ 523503 h 1399728"/>
                    <a:gd name="connsiteX8" fmla="*/ 163153 w 1543905"/>
                    <a:gd name="connsiteY8" fmla="*/ 523317 h 1399728"/>
                    <a:gd name="connsiteX9" fmla="*/ 163339 w 1543905"/>
                    <a:gd name="connsiteY9" fmla="*/ 523131 h 1399728"/>
                    <a:gd name="connsiteX10" fmla="*/ 351048 w 1543905"/>
                    <a:gd name="connsiteY10" fmla="*/ 523131 h 1399728"/>
                    <a:gd name="connsiteX11" fmla="*/ 351048 w 1543905"/>
                    <a:gd name="connsiteY11" fmla="*/ 411696 h 1399728"/>
                    <a:gd name="connsiteX12" fmla="*/ 163339 w 1543905"/>
                    <a:gd name="connsiteY12" fmla="*/ 411696 h 1399728"/>
                    <a:gd name="connsiteX13" fmla="*/ 51346 w 1543905"/>
                    <a:gd name="connsiteY13" fmla="*/ 523689 h 1399728"/>
                    <a:gd name="connsiteX14" fmla="*/ 51346 w 1543905"/>
                    <a:gd name="connsiteY14" fmla="*/ 1020217 h 1399728"/>
                    <a:gd name="connsiteX15" fmla="*/ 163339 w 1543905"/>
                    <a:gd name="connsiteY15" fmla="*/ 1132210 h 1399728"/>
                    <a:gd name="connsiteX16" fmla="*/ 351048 w 1543905"/>
                    <a:gd name="connsiteY16" fmla="*/ 1132210 h 1399728"/>
                    <a:gd name="connsiteX17" fmla="*/ 463042 w 1543905"/>
                    <a:gd name="connsiteY17" fmla="*/ 1020217 h 1399728"/>
                    <a:gd name="connsiteX18" fmla="*/ 463042 w 1543905"/>
                    <a:gd name="connsiteY18" fmla="*/ 523503 h 1399728"/>
                    <a:gd name="connsiteX19" fmla="*/ 351048 w 1543905"/>
                    <a:gd name="connsiteY19" fmla="*/ 411696 h 1399728"/>
                    <a:gd name="connsiteX20" fmla="*/ 865808 w 1543905"/>
                    <a:gd name="connsiteY20" fmla="*/ 111621 h 1399728"/>
                    <a:gd name="connsiteX21" fmla="*/ 866180 w 1543905"/>
                    <a:gd name="connsiteY21" fmla="*/ 111807 h 1399728"/>
                    <a:gd name="connsiteX22" fmla="*/ 866180 w 1543905"/>
                    <a:gd name="connsiteY22" fmla="*/ 1020031 h 1399728"/>
                    <a:gd name="connsiteX23" fmla="*/ 865808 w 1543905"/>
                    <a:gd name="connsiteY23" fmla="*/ 1020403 h 1399728"/>
                    <a:gd name="connsiteX24" fmla="*/ 678284 w 1543905"/>
                    <a:gd name="connsiteY24" fmla="*/ 1020403 h 1399728"/>
                    <a:gd name="connsiteX25" fmla="*/ 677912 w 1543905"/>
                    <a:gd name="connsiteY25" fmla="*/ 1020031 h 1399728"/>
                    <a:gd name="connsiteX26" fmla="*/ 677912 w 1543905"/>
                    <a:gd name="connsiteY26" fmla="*/ 111993 h 1399728"/>
                    <a:gd name="connsiteX27" fmla="*/ 677912 w 1543905"/>
                    <a:gd name="connsiteY27" fmla="*/ 111807 h 1399728"/>
                    <a:gd name="connsiteX28" fmla="*/ 678098 w 1543905"/>
                    <a:gd name="connsiteY28" fmla="*/ 111621 h 1399728"/>
                    <a:gd name="connsiteX29" fmla="*/ 865808 w 1543905"/>
                    <a:gd name="connsiteY29" fmla="*/ 111621 h 1399728"/>
                    <a:gd name="connsiteX30" fmla="*/ 865808 w 1543905"/>
                    <a:gd name="connsiteY30" fmla="*/ 0 h 1399728"/>
                    <a:gd name="connsiteX31" fmla="*/ 677912 w 1543905"/>
                    <a:gd name="connsiteY31" fmla="*/ 0 h 1399728"/>
                    <a:gd name="connsiteX32" fmla="*/ 565919 w 1543905"/>
                    <a:gd name="connsiteY32" fmla="*/ 111993 h 1399728"/>
                    <a:gd name="connsiteX33" fmla="*/ 565919 w 1543905"/>
                    <a:gd name="connsiteY33" fmla="*/ 1020217 h 1399728"/>
                    <a:gd name="connsiteX34" fmla="*/ 677912 w 1543905"/>
                    <a:gd name="connsiteY34" fmla="*/ 1132210 h 1399728"/>
                    <a:gd name="connsiteX35" fmla="*/ 865622 w 1543905"/>
                    <a:gd name="connsiteY35" fmla="*/ 1132210 h 1399728"/>
                    <a:gd name="connsiteX36" fmla="*/ 977615 w 1543905"/>
                    <a:gd name="connsiteY36" fmla="*/ 1020217 h 1399728"/>
                    <a:gd name="connsiteX37" fmla="*/ 977615 w 1543905"/>
                    <a:gd name="connsiteY37" fmla="*/ 111993 h 1399728"/>
                    <a:gd name="connsiteX38" fmla="*/ 865808 w 1543905"/>
                    <a:gd name="connsiteY38" fmla="*/ 0 h 1399728"/>
                    <a:gd name="connsiteX39" fmla="*/ 1380381 w 1543905"/>
                    <a:gd name="connsiteY39" fmla="*/ 729072 h 1399728"/>
                    <a:gd name="connsiteX40" fmla="*/ 1380753 w 1543905"/>
                    <a:gd name="connsiteY40" fmla="*/ 729258 h 1399728"/>
                    <a:gd name="connsiteX41" fmla="*/ 1380753 w 1543905"/>
                    <a:gd name="connsiteY41" fmla="*/ 1020031 h 1399728"/>
                    <a:gd name="connsiteX42" fmla="*/ 1380381 w 1543905"/>
                    <a:gd name="connsiteY42" fmla="*/ 1020403 h 1399728"/>
                    <a:gd name="connsiteX43" fmla="*/ 1192858 w 1543905"/>
                    <a:gd name="connsiteY43" fmla="*/ 1020403 h 1399728"/>
                    <a:gd name="connsiteX44" fmla="*/ 1192485 w 1543905"/>
                    <a:gd name="connsiteY44" fmla="*/ 1020031 h 1399728"/>
                    <a:gd name="connsiteX45" fmla="*/ 1192485 w 1543905"/>
                    <a:gd name="connsiteY45" fmla="*/ 729444 h 1399728"/>
                    <a:gd name="connsiteX46" fmla="*/ 1192485 w 1543905"/>
                    <a:gd name="connsiteY46" fmla="*/ 729258 h 1399728"/>
                    <a:gd name="connsiteX47" fmla="*/ 1192671 w 1543905"/>
                    <a:gd name="connsiteY47" fmla="*/ 729072 h 1399728"/>
                    <a:gd name="connsiteX48" fmla="*/ 1380381 w 1543905"/>
                    <a:gd name="connsiteY48" fmla="*/ 729072 h 1399728"/>
                    <a:gd name="connsiteX49" fmla="*/ 1380381 w 1543905"/>
                    <a:gd name="connsiteY49" fmla="*/ 617451 h 1399728"/>
                    <a:gd name="connsiteX50" fmla="*/ 1192671 w 1543905"/>
                    <a:gd name="connsiteY50" fmla="*/ 617451 h 1399728"/>
                    <a:gd name="connsiteX51" fmla="*/ 1080678 w 1543905"/>
                    <a:gd name="connsiteY51" fmla="*/ 729444 h 1399728"/>
                    <a:gd name="connsiteX52" fmla="*/ 1080678 w 1543905"/>
                    <a:gd name="connsiteY52" fmla="*/ 1020031 h 1399728"/>
                    <a:gd name="connsiteX53" fmla="*/ 1192671 w 1543905"/>
                    <a:gd name="connsiteY53" fmla="*/ 1132024 h 1399728"/>
                    <a:gd name="connsiteX54" fmla="*/ 1380381 w 1543905"/>
                    <a:gd name="connsiteY54" fmla="*/ 1132024 h 1399728"/>
                    <a:gd name="connsiteX55" fmla="*/ 1492374 w 1543905"/>
                    <a:gd name="connsiteY55" fmla="*/ 1020031 h 1399728"/>
                    <a:gd name="connsiteX56" fmla="*/ 1492374 w 1543905"/>
                    <a:gd name="connsiteY56" fmla="*/ 729444 h 1399728"/>
                    <a:gd name="connsiteX57" fmla="*/ 1380381 w 1543905"/>
                    <a:gd name="connsiteY57" fmla="*/ 617451 h 1399728"/>
                    <a:gd name="connsiteX58" fmla="*/ 1481956 w 1543905"/>
                    <a:gd name="connsiteY58" fmla="*/ 1276201 h 1399728"/>
                    <a:gd name="connsiteX59" fmla="*/ 61764 w 1543905"/>
                    <a:gd name="connsiteY59" fmla="*/ 1276201 h 1399728"/>
                    <a:gd name="connsiteX60" fmla="*/ 0 w 1543905"/>
                    <a:gd name="connsiteY60" fmla="*/ 1337965 h 1399728"/>
                    <a:gd name="connsiteX61" fmla="*/ 61764 w 1543905"/>
                    <a:gd name="connsiteY61" fmla="*/ 1399729 h 1399728"/>
                    <a:gd name="connsiteX62" fmla="*/ 1482142 w 1543905"/>
                    <a:gd name="connsiteY62" fmla="*/ 1399729 h 1399728"/>
                    <a:gd name="connsiteX63" fmla="*/ 1543906 w 1543905"/>
                    <a:gd name="connsiteY63" fmla="*/ 1337965 h 1399728"/>
                    <a:gd name="connsiteX64" fmla="*/ 1481956 w 1543905"/>
                    <a:gd name="connsiteY64" fmla="*/ 1276201 h 1399728"/>
                  </a:gdLst>
                  <a:ahLst/>
                  <a:cxnLst/>
                  <a:rect l="l" t="t" r="r" b="b"/>
                  <a:pathLst>
                    <a:path w="1543905" h="1399728">
                      <a:moveTo>
                        <a:pt x="351048" y="523317"/>
                      </a:moveTo>
                      <a:cubicBezTo>
                        <a:pt x="351234" y="523317"/>
                        <a:pt x="351234" y="523317"/>
                        <a:pt x="351048" y="523317"/>
                      </a:cubicBezTo>
                      <a:cubicBezTo>
                        <a:pt x="351234" y="523317"/>
                        <a:pt x="351420" y="523503"/>
                        <a:pt x="351420" y="523503"/>
                      </a:cubicBezTo>
                      <a:lnTo>
                        <a:pt x="351420" y="1020031"/>
                      </a:lnTo>
                      <a:lnTo>
                        <a:pt x="351048" y="1020403"/>
                      </a:lnTo>
                      <a:lnTo>
                        <a:pt x="163525" y="1020403"/>
                      </a:lnTo>
                      <a:lnTo>
                        <a:pt x="163153" y="1020031"/>
                      </a:lnTo>
                      <a:lnTo>
                        <a:pt x="163153" y="523503"/>
                      </a:lnTo>
                      <a:lnTo>
                        <a:pt x="163153" y="523317"/>
                      </a:lnTo>
                      <a:lnTo>
                        <a:pt x="163339" y="523131"/>
                      </a:lnTo>
                      <a:lnTo>
                        <a:pt x="351048" y="523131"/>
                      </a:lnTo>
                      <a:moveTo>
                        <a:pt x="351048" y="411696"/>
                      </a:moveTo>
                      <a:lnTo>
                        <a:pt x="163339" y="411696"/>
                      </a:lnTo>
                      <a:cubicBezTo>
                        <a:pt x="101575" y="411696"/>
                        <a:pt x="51346" y="461739"/>
                        <a:pt x="51346" y="523689"/>
                      </a:cubicBezTo>
                      <a:lnTo>
                        <a:pt x="51346" y="1020217"/>
                      </a:lnTo>
                      <a:cubicBezTo>
                        <a:pt x="51346" y="1081795"/>
                        <a:pt x="101761" y="1132210"/>
                        <a:pt x="163339" y="1132210"/>
                      </a:cubicBezTo>
                      <a:lnTo>
                        <a:pt x="351048" y="1132210"/>
                      </a:lnTo>
                      <a:cubicBezTo>
                        <a:pt x="412626" y="1132210"/>
                        <a:pt x="463042" y="1081795"/>
                        <a:pt x="463042" y="1020217"/>
                      </a:cubicBezTo>
                      <a:lnTo>
                        <a:pt x="463042" y="523503"/>
                      </a:lnTo>
                      <a:cubicBezTo>
                        <a:pt x="463042" y="461739"/>
                        <a:pt x="412998" y="411696"/>
                        <a:pt x="351048" y="411696"/>
                      </a:cubicBezTo>
                      <a:close/>
                      <a:moveTo>
                        <a:pt x="865808" y="111621"/>
                      </a:moveTo>
                      <a:cubicBezTo>
                        <a:pt x="865994" y="111621"/>
                        <a:pt x="866180" y="111807"/>
                        <a:pt x="866180" y="111807"/>
                      </a:cubicBezTo>
                      <a:lnTo>
                        <a:pt x="866180" y="1020031"/>
                      </a:lnTo>
                      <a:lnTo>
                        <a:pt x="865808" y="1020403"/>
                      </a:lnTo>
                      <a:lnTo>
                        <a:pt x="678284" y="1020403"/>
                      </a:lnTo>
                      <a:lnTo>
                        <a:pt x="677912" y="1020031"/>
                      </a:lnTo>
                      <a:lnTo>
                        <a:pt x="677912" y="111993"/>
                      </a:lnTo>
                      <a:lnTo>
                        <a:pt x="677912" y="111807"/>
                      </a:lnTo>
                      <a:lnTo>
                        <a:pt x="678098" y="111621"/>
                      </a:lnTo>
                      <a:lnTo>
                        <a:pt x="865808" y="111621"/>
                      </a:lnTo>
                      <a:moveTo>
                        <a:pt x="865808" y="0"/>
                      </a:moveTo>
                      <a:lnTo>
                        <a:pt x="677912" y="0"/>
                      </a:lnTo>
                      <a:cubicBezTo>
                        <a:pt x="616148" y="0"/>
                        <a:pt x="565919" y="50043"/>
                        <a:pt x="565919" y="111993"/>
                      </a:cubicBezTo>
                      <a:lnTo>
                        <a:pt x="565919" y="1020217"/>
                      </a:lnTo>
                      <a:cubicBezTo>
                        <a:pt x="565919" y="1081795"/>
                        <a:pt x="616335" y="1132210"/>
                        <a:pt x="677912" y="1132210"/>
                      </a:cubicBezTo>
                      <a:lnTo>
                        <a:pt x="865622" y="1132210"/>
                      </a:lnTo>
                      <a:cubicBezTo>
                        <a:pt x="927199" y="1132210"/>
                        <a:pt x="977615" y="1081795"/>
                        <a:pt x="977615" y="1020217"/>
                      </a:cubicBezTo>
                      <a:lnTo>
                        <a:pt x="977615" y="111993"/>
                      </a:lnTo>
                      <a:cubicBezTo>
                        <a:pt x="977615" y="50043"/>
                        <a:pt x="927571" y="0"/>
                        <a:pt x="865808" y="0"/>
                      </a:cubicBezTo>
                      <a:close/>
                      <a:moveTo>
                        <a:pt x="1380381" y="729072"/>
                      </a:moveTo>
                      <a:cubicBezTo>
                        <a:pt x="1380567" y="729072"/>
                        <a:pt x="1380753" y="729258"/>
                        <a:pt x="1380753" y="729258"/>
                      </a:cubicBezTo>
                      <a:lnTo>
                        <a:pt x="1380753" y="1020031"/>
                      </a:lnTo>
                      <a:lnTo>
                        <a:pt x="1380381" y="1020403"/>
                      </a:lnTo>
                      <a:lnTo>
                        <a:pt x="1192858" y="1020403"/>
                      </a:lnTo>
                      <a:lnTo>
                        <a:pt x="1192485" y="1020031"/>
                      </a:lnTo>
                      <a:lnTo>
                        <a:pt x="1192485" y="729444"/>
                      </a:lnTo>
                      <a:lnTo>
                        <a:pt x="1192485" y="729258"/>
                      </a:lnTo>
                      <a:lnTo>
                        <a:pt x="1192671" y="729072"/>
                      </a:lnTo>
                      <a:lnTo>
                        <a:pt x="1380381" y="729072"/>
                      </a:lnTo>
                      <a:moveTo>
                        <a:pt x="1380381" y="617451"/>
                      </a:moveTo>
                      <a:lnTo>
                        <a:pt x="1192671" y="617451"/>
                      </a:lnTo>
                      <a:cubicBezTo>
                        <a:pt x="1130908" y="617451"/>
                        <a:pt x="1080678" y="667494"/>
                        <a:pt x="1080678" y="729444"/>
                      </a:cubicBezTo>
                      <a:lnTo>
                        <a:pt x="1080678" y="1020031"/>
                      </a:lnTo>
                      <a:cubicBezTo>
                        <a:pt x="1080678" y="1081608"/>
                        <a:pt x="1131094" y="1132024"/>
                        <a:pt x="1192671" y="1132024"/>
                      </a:cubicBezTo>
                      <a:lnTo>
                        <a:pt x="1380381" y="1132024"/>
                      </a:lnTo>
                      <a:cubicBezTo>
                        <a:pt x="1441959" y="1132024"/>
                        <a:pt x="1492374" y="1081608"/>
                        <a:pt x="1492374" y="1020031"/>
                      </a:cubicBezTo>
                      <a:lnTo>
                        <a:pt x="1492374" y="729444"/>
                      </a:lnTo>
                      <a:cubicBezTo>
                        <a:pt x="1492374" y="667680"/>
                        <a:pt x="1442145" y="617451"/>
                        <a:pt x="1380381" y="617451"/>
                      </a:cubicBezTo>
                      <a:close/>
                      <a:moveTo>
                        <a:pt x="1481956" y="1276201"/>
                      </a:moveTo>
                      <a:lnTo>
                        <a:pt x="61764" y="1276201"/>
                      </a:lnTo>
                      <a:cubicBezTo>
                        <a:pt x="27719" y="1276201"/>
                        <a:pt x="0" y="1303920"/>
                        <a:pt x="0" y="1337965"/>
                      </a:cubicBezTo>
                      <a:cubicBezTo>
                        <a:pt x="0" y="1372009"/>
                        <a:pt x="27719" y="1399729"/>
                        <a:pt x="61764" y="1399729"/>
                      </a:cubicBezTo>
                      <a:lnTo>
                        <a:pt x="1482142" y="1399729"/>
                      </a:lnTo>
                      <a:cubicBezTo>
                        <a:pt x="1516187" y="1399729"/>
                        <a:pt x="1543906" y="1372009"/>
                        <a:pt x="1543906" y="1337965"/>
                      </a:cubicBezTo>
                      <a:cubicBezTo>
                        <a:pt x="1543720" y="1303734"/>
                        <a:pt x="1516187" y="1276201"/>
                        <a:pt x="1481956" y="127620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860" cap="flat">
                  <a:noFill/>
                  <a:prstDash val="solid"/>
                  <a:miter/>
                </a:ln>
              </p:spPr>
              <p:txBody>
                <a:bodyPr vert="horz" wrap="square" lIns="91440" tIns="45720" rIns="91440" bIns="45720" rtlCol="0" anchor="ctr"/>
                <a:p>
                  <a:pPr algn="l"/>
                  <a:endParaRPr kumimoji="1" lang="zh-CN" altLang="en-US"/>
                </a:p>
              </p:txBody>
            </p:sp>
          </p:grpSp>
        </p:grpSp>
      </p:grpSp>
      <p:sp>
        <p:nvSpPr>
          <p:cNvPr id="10" name="文本框 9"/>
          <p:cNvSpPr txBox="1"/>
          <p:nvPr/>
        </p:nvSpPr>
        <p:spPr>
          <a:xfrm>
            <a:off x="407035" y="1039495"/>
            <a:ext cx="109613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>
                <a:solidFill>
                  <a:srgbClr val="172B84"/>
                </a:solidFill>
                <a:latin typeface="思源黑体" panose="020B0800000000000000" charset="-122"/>
                <a:ea typeface="思源黑体" panose="020B0800000000000000" charset="-122"/>
              </a:rPr>
              <a:t>{{title}}</a:t>
            </a:r>
            <a:endParaRPr lang="en-US" altLang="zh-CN" sz="2200">
              <a:solidFill>
                <a:srgbClr val="172B84"/>
              </a:solidFill>
              <a:latin typeface="思源黑体" panose="020B0800000000000000" charset="-122"/>
              <a:ea typeface="思源黑体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 flipV="1">
            <a:off x="0" y="-6350"/>
            <a:ext cx="12192000" cy="6858000"/>
          </a:xfrm>
          <a:prstGeom prst="rect">
            <a:avLst/>
          </a:prstGeom>
          <a:gradFill>
            <a:gsLst>
              <a:gs pos="0">
                <a:srgbClr val="D3E4FE">
                  <a:alpha val="50000"/>
                </a:srgbClr>
              </a:gs>
              <a:gs pos="60000">
                <a:schemeClr val="bg1"/>
              </a:gs>
            </a:gsLst>
            <a:lin ang="5400000" scaled="0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p>
            <a:pPr algn="ctr"/>
            <a:endParaRPr kumimoji="1" lang="zh-CN" altLang="en-US"/>
          </a:p>
        </p:txBody>
      </p:sp>
      <p:sp>
        <p:nvSpPr>
          <p:cNvPr id="221" name="标题 1"/>
          <p:cNvSpPr/>
          <p:nvPr/>
        </p:nvSpPr>
        <p:spPr>
          <a:xfrm flipH="1" flipV="1">
            <a:off x="10559880" y="2144880"/>
            <a:ext cx="982440" cy="951120"/>
          </a:xfrm>
          <a:custGeom>
            <a:avLst/>
            <a:gdLst>
              <a:gd name="textAreaLeft" fmla="*/ 360 w 982440"/>
              <a:gd name="textAreaRight" fmla="*/ 983520 w 982440"/>
              <a:gd name="textAreaTop" fmla="*/ -360 h 951120"/>
              <a:gd name="textAreaBottom" fmla="*/ 951480 h 951120"/>
            </a:gdLst>
            <a:ahLst/>
            <a:cxnLst/>
            <a:rect l="textAreaLeft" t="textAreaTop" r="textAreaRight" b="textAreaBottom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gradFill rotWithShape="0">
            <a:gsLst>
              <a:gs pos="13000">
                <a:srgbClr val="FFFFFF">
                  <a:alpha val="21000"/>
                </a:srgbClr>
              </a:gs>
              <a:gs pos="98000">
                <a:srgbClr val="FFFFFF">
                  <a:alpha val="82000"/>
                </a:srgbClr>
              </a:gs>
            </a:gsLst>
            <a:lin ang="5400000"/>
          </a:gradFill>
          <a:ln w="186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26" name="Freeform 20"/>
          <p:cNvSpPr/>
          <p:nvPr/>
        </p:nvSpPr>
        <p:spPr>
          <a:xfrm>
            <a:off x="479160" y="3497400"/>
            <a:ext cx="3593880" cy="399240"/>
          </a:xfrm>
          <a:prstGeom prst="roundRect">
            <a:avLst>
              <a:gd name="adj" fmla="val 107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chemeClr val="accent5">
                  <a:lumMod val="75000"/>
                </a:schemeClr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39" name="标题 1"/>
          <p:cNvSpPr/>
          <p:nvPr/>
        </p:nvSpPr>
        <p:spPr>
          <a:xfrm>
            <a:off x="0" y="6351840"/>
            <a:ext cx="12191400" cy="505440"/>
          </a:xfrm>
          <a:prstGeom prst="parallelogram">
            <a:avLst>
              <a:gd name="adj" fmla="val 0"/>
            </a:avLst>
          </a:prstGeom>
          <a:gradFill rotWithShape="0">
            <a:gsLst>
              <a:gs pos="0">
                <a:srgbClr val="172B84">
                  <a:alpha val="0"/>
                </a:srgbClr>
              </a:gs>
              <a:gs pos="50000">
                <a:srgbClr val="172B84"/>
              </a:gs>
              <a:gs pos="100000">
                <a:srgbClr val="172B84">
                  <a:alpha val="0"/>
                </a:srgbClr>
              </a:gs>
            </a:gsLst>
            <a:lin ang="0"/>
          </a:gradFill>
          <a:ln w="1905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54990" y="403225"/>
            <a:ext cx="10793730" cy="505460"/>
            <a:chOff x="874" y="861"/>
            <a:chExt cx="16998" cy="796"/>
          </a:xfrm>
        </p:grpSpPr>
        <p:sp>
          <p:nvSpPr>
            <p:cNvPr id="223" name="标题 1"/>
            <p:cNvSpPr/>
            <p:nvPr/>
          </p:nvSpPr>
          <p:spPr>
            <a:xfrm>
              <a:off x="874" y="861"/>
              <a:ext cx="950" cy="796"/>
            </a:xfrm>
            <a:prstGeom prst="homePlate">
              <a:avLst>
                <a:gd name="adj" fmla="val 44221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7" name="标题 1"/>
            <p:cNvSpPr/>
            <p:nvPr/>
          </p:nvSpPr>
          <p:spPr>
            <a:xfrm>
              <a:off x="1662" y="861"/>
              <a:ext cx="793" cy="796"/>
            </a:xfrm>
            <a:prstGeom prst="chevron">
              <a:avLst>
                <a:gd name="adj" fmla="val 49306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8" name="标题 1"/>
            <p:cNvSpPr/>
            <p:nvPr/>
          </p:nvSpPr>
          <p:spPr>
            <a:xfrm>
              <a:off x="2456" y="861"/>
              <a:ext cx="15416" cy="796"/>
            </a:xfrm>
            <a:prstGeom prst="rect">
              <a:avLst/>
            </a:prstGeom>
            <a:gradFill>
              <a:gsLst>
                <a:gs pos="100000">
                  <a:srgbClr val="F6F7F7">
                    <a:alpha val="0"/>
                  </a:srgbClr>
                </a:gs>
                <a:gs pos="0">
                  <a:srgbClr val="F5F5F7"/>
                </a:gs>
              </a:gsLst>
              <a:lin ang="2700000" scaled="0"/>
            </a:gra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225" name="标题 1"/>
            <p:cNvSpPr/>
            <p:nvPr/>
          </p:nvSpPr>
          <p:spPr>
            <a:xfrm>
              <a:off x="2682" y="920"/>
              <a:ext cx="11671" cy="6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0" tIns="0" rIns="0" bIns="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2800" b="0" u="none" strike="noStrike">
                  <a:solidFill>
                    <a:srgbClr val="172B84"/>
                  </a:solidFill>
                  <a:uFillTx/>
                  <a:latin typeface="思源黑体 CN Bold" panose="020B0800000000000000" charset="-122"/>
                  <a:ea typeface="思源黑体 CN Bold" panose="020B0800000000000000" charset="-122"/>
                </a:rPr>
                <a:t>{{section_title}}</a:t>
              </a:r>
              <a:endParaRPr lang="en-US" altLang="zh-CN" sz="2800" b="0" u="none" strike="noStrike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sp>
        <p:nvSpPr>
          <p:cNvPr id="330" name="标题 1"/>
          <p:cNvSpPr/>
          <p:nvPr/>
        </p:nvSpPr>
        <p:spPr>
          <a:xfrm>
            <a:off x="1680840" y="2699640"/>
            <a:ext cx="294480" cy="280800"/>
          </a:xfrm>
          <a:custGeom>
            <a:avLst/>
            <a:gdLst>
              <a:gd name="textAreaLeft" fmla="*/ 0 w 294480"/>
              <a:gd name="textAreaRight" fmla="*/ 295200 w 294480"/>
              <a:gd name="textAreaTop" fmla="*/ 0 h 280800"/>
              <a:gd name="textAreaBottom" fmla="*/ 281520 h 280800"/>
            </a:gdLst>
            <a:ahLst/>
            <a:cxnLst/>
            <a:rect l="textAreaLeft" t="textAreaTop" r="textAreaRight" b="textAreaBottom"/>
            <a:pathLst>
              <a:path w="363510" h="346970">
                <a:moveTo>
                  <a:pt x="362582" y="267165"/>
                </a:moveTo>
                <a:cubicBezTo>
                  <a:pt x="365347" y="275075"/>
                  <a:pt x="361754" y="283802"/>
                  <a:pt x="354221" y="287471"/>
                </a:cubicBezTo>
                <a:lnTo>
                  <a:pt x="352437" y="288215"/>
                </a:lnTo>
                <a:lnTo>
                  <a:pt x="187213" y="346043"/>
                </a:lnTo>
                <a:cubicBezTo>
                  <a:pt x="184401" y="347027"/>
                  <a:pt x="181375" y="347233"/>
                  <a:pt x="178456" y="346638"/>
                </a:cubicBezTo>
                <a:lnTo>
                  <a:pt x="176308" y="346043"/>
                </a:lnTo>
                <a:lnTo>
                  <a:pt x="11084" y="288215"/>
                </a:lnTo>
                <a:cubicBezTo>
                  <a:pt x="2468" y="285208"/>
                  <a:pt x="-2079" y="275787"/>
                  <a:pt x="927" y="267171"/>
                </a:cubicBezTo>
                <a:cubicBezTo>
                  <a:pt x="3691" y="259251"/>
                  <a:pt x="11952" y="254658"/>
                  <a:pt x="20138" y="256492"/>
                </a:cubicBezTo>
                <a:lnTo>
                  <a:pt x="21989" y="257021"/>
                </a:lnTo>
                <a:lnTo>
                  <a:pt x="181760" y="312932"/>
                </a:lnTo>
                <a:lnTo>
                  <a:pt x="341532" y="257021"/>
                </a:lnTo>
                <a:cubicBezTo>
                  <a:pt x="350146" y="254009"/>
                  <a:pt x="359570" y="258551"/>
                  <a:pt x="362581" y="267165"/>
                </a:cubicBezTo>
                <a:cubicBezTo>
                  <a:pt x="362582" y="267165"/>
                  <a:pt x="362582" y="267165"/>
                  <a:pt x="362582" y="267165"/>
                </a:cubicBezTo>
                <a:close/>
                <a:moveTo>
                  <a:pt x="362582" y="201075"/>
                </a:moveTo>
                <a:cubicBezTo>
                  <a:pt x="365347" y="208985"/>
                  <a:pt x="361754" y="217712"/>
                  <a:pt x="354221" y="221382"/>
                </a:cubicBezTo>
                <a:lnTo>
                  <a:pt x="352437" y="222125"/>
                </a:lnTo>
                <a:lnTo>
                  <a:pt x="187213" y="279954"/>
                </a:lnTo>
                <a:cubicBezTo>
                  <a:pt x="184401" y="280938"/>
                  <a:pt x="181375" y="281143"/>
                  <a:pt x="178456" y="280548"/>
                </a:cubicBezTo>
                <a:lnTo>
                  <a:pt x="176308" y="279954"/>
                </a:lnTo>
                <a:lnTo>
                  <a:pt x="11084" y="222125"/>
                </a:lnTo>
                <a:cubicBezTo>
                  <a:pt x="2468" y="219119"/>
                  <a:pt x="-2079" y="209697"/>
                  <a:pt x="927" y="201082"/>
                </a:cubicBezTo>
                <a:cubicBezTo>
                  <a:pt x="3691" y="193161"/>
                  <a:pt x="11952" y="188569"/>
                  <a:pt x="20138" y="190402"/>
                </a:cubicBezTo>
                <a:lnTo>
                  <a:pt x="21989" y="190931"/>
                </a:lnTo>
                <a:lnTo>
                  <a:pt x="181760" y="246843"/>
                </a:lnTo>
                <a:lnTo>
                  <a:pt x="341532" y="190931"/>
                </a:lnTo>
                <a:cubicBezTo>
                  <a:pt x="350143" y="187911"/>
                  <a:pt x="359572" y="192444"/>
                  <a:pt x="362591" y="201055"/>
                </a:cubicBezTo>
                <a:cubicBezTo>
                  <a:pt x="362593" y="201062"/>
                  <a:pt x="362596" y="201069"/>
                  <a:pt x="362598" y="201075"/>
                </a:cubicBezTo>
                <a:close/>
                <a:moveTo>
                  <a:pt x="362582" y="134986"/>
                </a:moveTo>
                <a:cubicBezTo>
                  <a:pt x="365347" y="142895"/>
                  <a:pt x="361754" y="151622"/>
                  <a:pt x="354221" y="155292"/>
                </a:cubicBezTo>
                <a:lnTo>
                  <a:pt x="352437" y="156035"/>
                </a:lnTo>
                <a:lnTo>
                  <a:pt x="187213" y="213864"/>
                </a:lnTo>
                <a:cubicBezTo>
                  <a:pt x="184401" y="214848"/>
                  <a:pt x="181375" y="215053"/>
                  <a:pt x="178456" y="214459"/>
                </a:cubicBezTo>
                <a:lnTo>
                  <a:pt x="176308" y="213864"/>
                </a:lnTo>
                <a:lnTo>
                  <a:pt x="11084" y="156035"/>
                </a:lnTo>
                <a:cubicBezTo>
                  <a:pt x="2468" y="153029"/>
                  <a:pt x="-2079" y="143608"/>
                  <a:pt x="927" y="134992"/>
                </a:cubicBezTo>
                <a:cubicBezTo>
                  <a:pt x="3691" y="127071"/>
                  <a:pt x="11952" y="122479"/>
                  <a:pt x="20138" y="124312"/>
                </a:cubicBezTo>
                <a:lnTo>
                  <a:pt x="21989" y="124841"/>
                </a:lnTo>
                <a:lnTo>
                  <a:pt x="181760" y="180753"/>
                </a:lnTo>
                <a:lnTo>
                  <a:pt x="341532" y="124841"/>
                </a:lnTo>
                <a:cubicBezTo>
                  <a:pt x="350146" y="121830"/>
                  <a:pt x="359570" y="126371"/>
                  <a:pt x="362581" y="134985"/>
                </a:cubicBezTo>
                <a:cubicBezTo>
                  <a:pt x="362582" y="134986"/>
                  <a:pt x="362582" y="134986"/>
                  <a:pt x="362582" y="134986"/>
                </a:cubicBezTo>
                <a:close/>
                <a:moveTo>
                  <a:pt x="185032" y="328"/>
                </a:moveTo>
                <a:lnTo>
                  <a:pt x="187163" y="907"/>
                </a:lnTo>
                <a:lnTo>
                  <a:pt x="352387" y="58024"/>
                </a:lnTo>
                <a:cubicBezTo>
                  <a:pt x="366481" y="62899"/>
                  <a:pt x="367191" y="82131"/>
                  <a:pt x="354420" y="88409"/>
                </a:cubicBezTo>
                <a:lnTo>
                  <a:pt x="352503" y="89219"/>
                </a:lnTo>
                <a:lnTo>
                  <a:pt x="187279" y="147758"/>
                </a:lnTo>
                <a:cubicBezTo>
                  <a:pt x="184436" y="148760"/>
                  <a:pt x="181374" y="148966"/>
                  <a:pt x="178423" y="148353"/>
                </a:cubicBezTo>
                <a:lnTo>
                  <a:pt x="176242" y="147758"/>
                </a:lnTo>
                <a:lnTo>
                  <a:pt x="11018" y="89219"/>
                </a:lnTo>
                <a:cubicBezTo>
                  <a:pt x="-3043" y="84229"/>
                  <a:pt x="-3605" y="64997"/>
                  <a:pt x="9200" y="58817"/>
                </a:cubicBezTo>
                <a:lnTo>
                  <a:pt x="11133" y="58024"/>
                </a:lnTo>
                <a:lnTo>
                  <a:pt x="176358" y="907"/>
                </a:lnTo>
                <a:cubicBezTo>
                  <a:pt x="179145" y="-57"/>
                  <a:pt x="182141" y="-257"/>
                  <a:pt x="185032" y="328"/>
                </a:cubicBezTo>
                <a:close/>
                <a:moveTo>
                  <a:pt x="181760" y="34001"/>
                </a:moveTo>
                <a:lnTo>
                  <a:pt x="66549" y="73820"/>
                </a:lnTo>
                <a:lnTo>
                  <a:pt x="181760" y="114647"/>
                </a:lnTo>
                <a:lnTo>
                  <a:pt x="296955" y="73820"/>
                </a:lnTo>
                <a:lnTo>
                  <a:pt x="181760" y="34001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331" name="标题 1"/>
          <p:cNvSpPr/>
          <p:nvPr/>
        </p:nvSpPr>
        <p:spPr>
          <a:xfrm>
            <a:off x="3854880" y="2799360"/>
            <a:ext cx="278640" cy="253800"/>
          </a:xfrm>
          <a:custGeom>
            <a:avLst/>
            <a:gdLst>
              <a:gd name="textAreaLeft" fmla="*/ 0 w 278640"/>
              <a:gd name="textAreaRight" fmla="*/ 279360 w 278640"/>
              <a:gd name="textAreaTop" fmla="*/ 0 h 253800"/>
              <a:gd name="textAreaBottom" fmla="*/ 254520 h 253800"/>
            </a:gdLst>
            <a:ahLst/>
            <a:cxnLst/>
            <a:rect l="textAreaLeft" t="textAreaTop" r="textAreaRight" b="textAreaBottom"/>
            <a:pathLst>
              <a:path w="397990" h="361810">
                <a:moveTo>
                  <a:pt x="18507" y="361810"/>
                </a:moveTo>
                <a:cubicBezTo>
                  <a:pt x="8973" y="361810"/>
                  <a:pt x="1122" y="354755"/>
                  <a:pt x="109" y="345692"/>
                </a:cubicBezTo>
                <a:lnTo>
                  <a:pt x="0" y="343720"/>
                </a:lnTo>
                <a:lnTo>
                  <a:pt x="0" y="126634"/>
                </a:lnTo>
                <a:cubicBezTo>
                  <a:pt x="0" y="117317"/>
                  <a:pt x="7236" y="109628"/>
                  <a:pt x="16499" y="108651"/>
                </a:cubicBezTo>
                <a:lnTo>
                  <a:pt x="18507" y="108543"/>
                </a:lnTo>
                <a:lnTo>
                  <a:pt x="120320" y="108543"/>
                </a:lnTo>
                <a:lnTo>
                  <a:pt x="120320" y="18091"/>
                </a:lnTo>
                <a:cubicBezTo>
                  <a:pt x="120320" y="8774"/>
                  <a:pt x="127556" y="1085"/>
                  <a:pt x="136819" y="109"/>
                </a:cubicBezTo>
                <a:lnTo>
                  <a:pt x="138827" y="0"/>
                </a:lnTo>
                <a:lnTo>
                  <a:pt x="259164" y="0"/>
                </a:lnTo>
                <a:cubicBezTo>
                  <a:pt x="268698" y="0"/>
                  <a:pt x="276549" y="7055"/>
                  <a:pt x="277562" y="16119"/>
                </a:cubicBezTo>
                <a:lnTo>
                  <a:pt x="277671" y="18091"/>
                </a:lnTo>
                <a:lnTo>
                  <a:pt x="277653" y="180905"/>
                </a:lnTo>
                <a:lnTo>
                  <a:pt x="379484" y="180905"/>
                </a:lnTo>
                <a:cubicBezTo>
                  <a:pt x="389018" y="180905"/>
                  <a:pt x="396869" y="187960"/>
                  <a:pt x="397882" y="197024"/>
                </a:cubicBezTo>
                <a:lnTo>
                  <a:pt x="397991" y="198996"/>
                </a:lnTo>
                <a:lnTo>
                  <a:pt x="397991" y="343720"/>
                </a:lnTo>
                <a:cubicBezTo>
                  <a:pt x="397991" y="353705"/>
                  <a:pt x="389706" y="361810"/>
                  <a:pt x="379484" y="361810"/>
                </a:cubicBezTo>
                <a:lnTo>
                  <a:pt x="18507" y="361810"/>
                </a:lnTo>
                <a:close/>
                <a:moveTo>
                  <a:pt x="120320" y="144724"/>
                </a:moveTo>
                <a:lnTo>
                  <a:pt x="37031" y="144724"/>
                </a:lnTo>
                <a:lnTo>
                  <a:pt x="37031" y="325629"/>
                </a:lnTo>
                <a:lnTo>
                  <a:pt x="120302" y="325629"/>
                </a:lnTo>
                <a:lnTo>
                  <a:pt x="120302" y="144724"/>
                </a:lnTo>
                <a:close/>
                <a:moveTo>
                  <a:pt x="240640" y="36181"/>
                </a:moveTo>
                <a:lnTo>
                  <a:pt x="157351" y="36181"/>
                </a:lnTo>
                <a:lnTo>
                  <a:pt x="157351" y="325629"/>
                </a:lnTo>
                <a:lnTo>
                  <a:pt x="240640" y="325629"/>
                </a:lnTo>
                <a:lnTo>
                  <a:pt x="240640" y="36181"/>
                </a:lnTo>
                <a:close/>
                <a:moveTo>
                  <a:pt x="360960" y="217086"/>
                </a:moveTo>
                <a:lnTo>
                  <a:pt x="277689" y="217086"/>
                </a:lnTo>
                <a:lnTo>
                  <a:pt x="277689" y="325629"/>
                </a:lnTo>
                <a:lnTo>
                  <a:pt x="360978" y="325629"/>
                </a:lnTo>
                <a:lnTo>
                  <a:pt x="360978" y="217086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34" name="标题 1"/>
          <p:cNvSpPr/>
          <p:nvPr/>
        </p:nvSpPr>
        <p:spPr>
          <a:xfrm>
            <a:off x="5752080" y="4602240"/>
            <a:ext cx="4906800" cy="1321920"/>
          </a:xfrm>
          <a:custGeom>
            <a:avLst/>
            <a:gdLst>
              <a:gd name="textAreaLeft" fmla="*/ 0 w 4906800"/>
              <a:gd name="textAreaRight" fmla="*/ 4907520 w 4906800"/>
              <a:gd name="textAreaTop" fmla="*/ 0 h 1321920"/>
              <a:gd name="textAreaBottom" fmla="*/ 1322640 h 1321920"/>
            </a:gdLst>
            <a:ahLst/>
            <a:cxnLst/>
            <a:rect l="textAreaLeft" t="textAreaTop" r="textAreaRight" b="textAreaBottom"/>
            <a:pathLst>
              <a:path w="4907457" h="1322650">
                <a:moveTo>
                  <a:pt x="4145751" y="0"/>
                </a:moveTo>
                <a:lnTo>
                  <a:pt x="3951523" y="0"/>
                </a:lnTo>
                <a:lnTo>
                  <a:pt x="955934" y="0"/>
                </a:lnTo>
                <a:lnTo>
                  <a:pt x="761706" y="0"/>
                </a:lnTo>
                <a:lnTo>
                  <a:pt x="0" y="1322650"/>
                </a:lnTo>
                <a:lnTo>
                  <a:pt x="194228" y="1322650"/>
                </a:lnTo>
                <a:lnTo>
                  <a:pt x="4713229" y="1322650"/>
                </a:lnTo>
                <a:lnTo>
                  <a:pt x="4907457" y="1322650"/>
                </a:lnTo>
                <a:close/>
              </a:path>
            </a:pathLst>
          </a:custGeom>
          <a:gradFill rotWithShape="0">
            <a:gsLst>
              <a:gs pos="0">
                <a:srgbClr val="FFF4D4">
                  <a:alpha val="0"/>
                </a:srgbClr>
              </a:gs>
              <a:gs pos="29000">
                <a:srgbClr val="FFE9A3"/>
              </a:gs>
            </a:gsLst>
            <a:lin ang="1980000"/>
          </a:gradFill>
          <a:ln w="25400" cap="sq">
            <a:solidFill>
              <a:srgbClr val="F7F3F9"/>
            </a:solidFill>
            <a:miter/>
          </a:ln>
          <a:effectLst>
            <a:outerShdw blurRad="254160" dist="177681" dir="2700000" algn="tl" rotWithShape="0">
              <a:srgbClr val="FFCC2E">
                <a:alpha val="2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485720" tIns="63360" rIns="1486080" bIns="6336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35" name="标题 1"/>
          <p:cNvSpPr/>
          <p:nvPr/>
        </p:nvSpPr>
        <p:spPr>
          <a:xfrm flipH="1">
            <a:off x="6576480" y="3058920"/>
            <a:ext cx="3269880" cy="1387800"/>
          </a:xfrm>
          <a:custGeom>
            <a:avLst/>
            <a:gdLst>
              <a:gd name="textAreaLeft" fmla="*/ 360 w 3269880"/>
              <a:gd name="textAreaRight" fmla="*/ 3270960 w 3269880"/>
              <a:gd name="textAreaTop" fmla="*/ 0 h 1387800"/>
              <a:gd name="textAreaBottom" fmla="*/ 1388520 h 1387800"/>
            </a:gdLst>
            <a:ahLst/>
            <a:cxnLst/>
            <a:rect l="textAreaLeft" t="textAreaTop" r="textAreaRight" b="textAreaBottom"/>
            <a:pathLst>
              <a:path w="3270702" h="1388594">
                <a:moveTo>
                  <a:pt x="2471020" y="0"/>
                </a:moveTo>
                <a:lnTo>
                  <a:pt x="2399050" y="0"/>
                </a:lnTo>
                <a:lnTo>
                  <a:pt x="2383810" y="0"/>
                </a:lnTo>
                <a:lnTo>
                  <a:pt x="886893" y="0"/>
                </a:lnTo>
                <a:lnTo>
                  <a:pt x="871653" y="0"/>
                </a:lnTo>
                <a:lnTo>
                  <a:pt x="799683" y="0"/>
                </a:lnTo>
                <a:lnTo>
                  <a:pt x="0" y="1388594"/>
                </a:lnTo>
                <a:lnTo>
                  <a:pt x="71970" y="1388594"/>
                </a:lnTo>
                <a:lnTo>
                  <a:pt x="87210" y="1388594"/>
                </a:lnTo>
                <a:lnTo>
                  <a:pt x="3183493" y="1388594"/>
                </a:lnTo>
                <a:lnTo>
                  <a:pt x="3198733" y="1388594"/>
                </a:lnTo>
                <a:lnTo>
                  <a:pt x="3270702" y="1388594"/>
                </a:lnTo>
                <a:close/>
              </a:path>
            </a:pathLst>
          </a:custGeom>
          <a:gradFill rotWithShape="0">
            <a:gsLst>
              <a:gs pos="10000">
                <a:srgbClr val="ACF6D3">
                  <a:alpha val="0"/>
                </a:srgbClr>
              </a:gs>
              <a:gs pos="63000">
                <a:srgbClr val="ACF6D3"/>
              </a:gs>
            </a:gsLst>
            <a:lin ang="8820000"/>
          </a:gradFill>
          <a:ln w="25400" cap="sq">
            <a:solidFill>
              <a:srgbClr val="FAFDFC"/>
            </a:solidFill>
            <a:miter/>
          </a:ln>
          <a:effectLst>
            <a:outerShdw blurRad="254160" dist="177681" dir="2700000" algn="tl" rotWithShape="0">
              <a:srgbClr val="00B050">
                <a:alpha val="2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011600" tIns="63360" rIns="1011600" bIns="6336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36" name="标题 1"/>
          <p:cNvSpPr/>
          <p:nvPr/>
        </p:nvSpPr>
        <p:spPr>
          <a:xfrm>
            <a:off x="8149680" y="1575360"/>
            <a:ext cx="3303720" cy="132768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BED6FE">
                  <a:alpha val="0"/>
                </a:srgbClr>
              </a:gs>
              <a:gs pos="100000">
                <a:srgbClr val="BED6FE"/>
              </a:gs>
            </a:gsLst>
            <a:lin ang="0"/>
          </a:gra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37" name="标题 1"/>
          <p:cNvSpPr/>
          <p:nvPr/>
        </p:nvSpPr>
        <p:spPr>
          <a:xfrm>
            <a:off x="478800" y="1635120"/>
            <a:ext cx="3959280" cy="359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zh-CN" sz="2000" b="1" u="none" strike="noStrike">
                <a:solidFill>
                  <a:schemeClr val="lt1"/>
                </a:solidFill>
                <a:uFillTx/>
                <a:latin typeface="思源黑体 CN Medium" panose="020B0600000000000000" charset="-122"/>
                <a:ea typeface="思源黑体 CN Medium" panose="020B0600000000000000" charset="-122"/>
              </a:rPr>
              <a:t>行业背景简述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42" name="Freeform 20"/>
          <p:cNvSpPr/>
          <p:nvPr/>
        </p:nvSpPr>
        <p:spPr>
          <a:xfrm>
            <a:off x="606160" y="3624400"/>
            <a:ext cx="3593880" cy="399240"/>
          </a:xfrm>
          <a:prstGeom prst="roundRect">
            <a:avLst>
              <a:gd name="adj" fmla="val 107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chemeClr val="accent5">
                  <a:lumMod val="75000"/>
                </a:schemeClr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43" name="标题 1"/>
          <p:cNvSpPr/>
          <p:nvPr/>
        </p:nvSpPr>
        <p:spPr>
          <a:xfrm>
            <a:off x="740880" y="1575360"/>
            <a:ext cx="7833960" cy="1327680"/>
          </a:xfrm>
          <a:prstGeom prst="roundRect">
            <a:avLst>
              <a:gd name="adj" fmla="val 0"/>
            </a:avLst>
          </a:prstGeom>
          <a:gradFill rotWithShape="0">
            <a:gsLst>
              <a:gs pos="53000">
                <a:srgbClr val="BED6FE"/>
              </a:gs>
              <a:gs pos="100000">
                <a:srgbClr val="BED6FE">
                  <a:alpha val="0"/>
                </a:srgbClr>
              </a:gs>
            </a:gsLst>
            <a:lin ang="0"/>
          </a:gra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44" name="标题 1"/>
          <p:cNvSpPr/>
          <p:nvPr/>
        </p:nvSpPr>
        <p:spPr>
          <a:xfrm>
            <a:off x="695160" y="1575360"/>
            <a:ext cx="45000" cy="1327680"/>
          </a:xfrm>
          <a:prstGeom prst="roundRect">
            <a:avLst>
              <a:gd name="adj" fmla="val 0"/>
            </a:avLst>
          </a:prstGeom>
          <a:solidFill>
            <a:srgbClr val="73A9FC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45" name="标题 1"/>
          <p:cNvSpPr/>
          <p:nvPr/>
        </p:nvSpPr>
        <p:spPr>
          <a:xfrm>
            <a:off x="1052830" y="1684020"/>
            <a:ext cx="3435350" cy="511175"/>
          </a:xfrm>
          <a:prstGeom prst="roundRect">
            <a:avLst>
              <a:gd name="adj" fmla="val 50000"/>
            </a:avLst>
          </a:prstGeom>
          <a:solidFill>
            <a:srgbClr val="73A9FC"/>
          </a:solidFill>
          <a:ln w="19050">
            <a:noFill/>
          </a:ln>
          <a:effectLst>
            <a:outerShdw blurRad="228600" dist="367880" dir="1738374" sx="76000" sy="76000" algn="t" rotWithShape="0">
              <a:srgbClr val="1771F7">
                <a:alpha val="29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21960" tIns="11160" rIns="21960" bIns="1116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46" name="标题 1"/>
          <p:cNvSpPr/>
          <p:nvPr/>
        </p:nvSpPr>
        <p:spPr>
          <a:xfrm>
            <a:off x="740880" y="3078000"/>
            <a:ext cx="6751800" cy="1321920"/>
          </a:xfrm>
          <a:prstGeom prst="roundRect">
            <a:avLst>
              <a:gd name="adj" fmla="val 0"/>
            </a:avLst>
          </a:prstGeom>
          <a:gradFill rotWithShape="0">
            <a:gsLst>
              <a:gs pos="53000">
                <a:srgbClr val="ACF6D3"/>
              </a:gs>
              <a:gs pos="100000">
                <a:srgbClr val="ACF6D3">
                  <a:alpha val="0"/>
                </a:srgbClr>
              </a:gs>
            </a:gsLst>
            <a:lin ang="0"/>
          </a:gra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47" name="标题 1"/>
          <p:cNvSpPr/>
          <p:nvPr/>
        </p:nvSpPr>
        <p:spPr>
          <a:xfrm>
            <a:off x="695160" y="3086640"/>
            <a:ext cx="45000" cy="1327680"/>
          </a:xfrm>
          <a:prstGeom prst="roundRect">
            <a:avLst>
              <a:gd name="adj" fmla="val 0"/>
            </a:avLst>
          </a:prstGeom>
          <a:solidFill>
            <a:srgbClr val="61E8BA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48" name="标题 1"/>
          <p:cNvSpPr/>
          <p:nvPr/>
        </p:nvSpPr>
        <p:spPr>
          <a:xfrm>
            <a:off x="1052830" y="3200400"/>
            <a:ext cx="3435350" cy="511175"/>
          </a:xfrm>
          <a:prstGeom prst="roundRect">
            <a:avLst>
              <a:gd name="adj" fmla="val 50000"/>
            </a:avLst>
          </a:prstGeom>
          <a:solidFill>
            <a:srgbClr val="61E8BA"/>
          </a:solidFill>
          <a:ln w="19050">
            <a:noFill/>
          </a:ln>
          <a:effectLst>
            <a:outerShdw blurRad="228600" dist="367880" dir="1738374" sx="76000" sy="76000" algn="t" rotWithShape="0">
              <a:srgbClr val="22D89A">
                <a:alpha val="29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21960" tIns="11160" rIns="21960" bIns="1116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49" name="标题 1"/>
          <p:cNvSpPr/>
          <p:nvPr/>
        </p:nvSpPr>
        <p:spPr>
          <a:xfrm>
            <a:off x="740880" y="4602600"/>
            <a:ext cx="5841360" cy="1321920"/>
          </a:xfrm>
          <a:prstGeom prst="roundRect">
            <a:avLst>
              <a:gd name="adj" fmla="val 0"/>
            </a:avLst>
          </a:prstGeom>
          <a:gradFill rotWithShape="0">
            <a:gsLst>
              <a:gs pos="73000">
                <a:srgbClr val="FFEEB9">
                  <a:alpha val="80000"/>
                </a:srgbClr>
              </a:gs>
              <a:gs pos="100000">
                <a:srgbClr val="FFE9A3">
                  <a:alpha val="0"/>
                </a:srgbClr>
              </a:gs>
            </a:gsLst>
            <a:lin ang="0"/>
          </a:gra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50" name="标题 1"/>
          <p:cNvSpPr/>
          <p:nvPr/>
        </p:nvSpPr>
        <p:spPr>
          <a:xfrm>
            <a:off x="695160" y="4602240"/>
            <a:ext cx="45000" cy="1327680"/>
          </a:xfrm>
          <a:prstGeom prst="roundRect">
            <a:avLst>
              <a:gd name="adj" fmla="val 0"/>
            </a:avLst>
          </a:prstGeom>
          <a:solidFill>
            <a:srgbClr val="FFDE79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ED452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51" name="标题 1"/>
          <p:cNvSpPr/>
          <p:nvPr/>
        </p:nvSpPr>
        <p:spPr>
          <a:xfrm>
            <a:off x="1052830" y="4716780"/>
            <a:ext cx="3435985" cy="511175"/>
          </a:xfrm>
          <a:prstGeom prst="roundRect">
            <a:avLst>
              <a:gd name="adj" fmla="val 50000"/>
            </a:avLst>
          </a:prstGeom>
          <a:solidFill>
            <a:srgbClr val="FFD864"/>
          </a:solidFill>
          <a:ln w="19050">
            <a:noFill/>
          </a:ln>
          <a:effectLst>
            <a:outerShdw blurRad="228600" dist="367880" dir="1738374" sx="76000" sy="76000" algn="t" rotWithShape="0">
              <a:srgbClr val="FFB525">
                <a:alpha val="29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21960" tIns="11160" rIns="21960" bIns="1116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52" name="标题 1"/>
          <p:cNvSpPr/>
          <p:nvPr/>
        </p:nvSpPr>
        <p:spPr>
          <a:xfrm flipH="1">
            <a:off x="7449840" y="1575360"/>
            <a:ext cx="1529280" cy="1327680"/>
          </a:xfrm>
          <a:custGeom>
            <a:avLst/>
            <a:gdLst>
              <a:gd name="textAreaLeft" fmla="*/ -360 w 1529280"/>
              <a:gd name="textAreaRight" fmla="*/ 1529640 w 1529280"/>
              <a:gd name="textAreaTop" fmla="*/ 0 h 1327680"/>
              <a:gd name="textAreaBottom" fmla="*/ 1328400 h 1327680"/>
            </a:gdLst>
            <a:ahLst/>
            <a:cxnLst/>
            <a:rect l="textAreaLeft" t="textAreaTop" r="textAreaRight" b="textAreaBottom"/>
            <a:pathLst>
              <a:path w="2709333" h="1806222">
                <a:moveTo>
                  <a:pt x="0" y="1806222"/>
                </a:moveTo>
                <a:lnTo>
                  <a:pt x="1354667" y="0"/>
                </a:lnTo>
                <a:lnTo>
                  <a:pt x="1354667" y="0"/>
                </a:lnTo>
                <a:lnTo>
                  <a:pt x="2709333" y="1806222"/>
                </a:lnTo>
                <a:lnTo>
                  <a:pt x="0" y="1806222"/>
                </a:lnTo>
                <a:close/>
              </a:path>
            </a:pathLst>
          </a:custGeom>
          <a:gradFill rotWithShape="0">
            <a:gsLst>
              <a:gs pos="22000">
                <a:srgbClr val="EFF5FE"/>
              </a:gs>
              <a:gs pos="63000">
                <a:srgbClr val="BED6FE"/>
              </a:gs>
            </a:gsLst>
            <a:lin ang="8820000"/>
          </a:gradFill>
          <a:ln w="25400" cap="sq">
            <a:solidFill>
              <a:srgbClr val="EFF5FE"/>
            </a:solidFill>
            <a:miter/>
          </a:ln>
          <a:effectLst>
            <a:outerShdw blurRad="254160" dist="177681" dir="2700000" algn="tl" rotWithShape="0">
              <a:srgbClr val="5F98FC">
                <a:alpha val="20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63360" tIns="63360" rIns="63360" bIns="6336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53" name="标题 1"/>
          <p:cNvSpPr/>
          <p:nvPr/>
        </p:nvSpPr>
        <p:spPr>
          <a:xfrm>
            <a:off x="6966360" y="3491640"/>
            <a:ext cx="25772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61E8BA"/>
                </a:solidFill>
                <a:uFillTx/>
                <a:latin typeface="OPPOSans H" panose="00020600040101010101" charset="-122"/>
                <a:ea typeface="OPPOSans H" panose="00020600040101010101" charset="-122"/>
              </a:rPr>
              <a:t>02</a:t>
            </a:r>
            <a:endParaRPr lang="en-US" sz="2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54" name="标题 1"/>
          <p:cNvSpPr/>
          <p:nvPr/>
        </p:nvSpPr>
        <p:spPr>
          <a:xfrm>
            <a:off x="1238885" y="4819650"/>
            <a:ext cx="2894965" cy="307340"/>
          </a:xfrm>
          <a:prstGeom prst="rect">
            <a:avLst/>
          </a:prstGeom>
          <a:noFill/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altLang="zh-CN" sz="2000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{{content_points[2]}}</a:t>
            </a:r>
            <a:endParaRPr lang="en-US" altLang="zh-CN" sz="2000" b="0" u="none" strike="noStrike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555" name="标题 1"/>
          <p:cNvSpPr/>
          <p:nvPr/>
        </p:nvSpPr>
        <p:spPr>
          <a:xfrm>
            <a:off x="1166040" y="5300820"/>
            <a:ext cx="4559760" cy="2152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rgbClr val="262626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rgbClr val="262626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[2]}}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56" name="标题 1"/>
          <p:cNvSpPr/>
          <p:nvPr/>
        </p:nvSpPr>
        <p:spPr>
          <a:xfrm>
            <a:off x="1238885" y="3302318"/>
            <a:ext cx="2979420" cy="307340"/>
          </a:xfrm>
          <a:prstGeom prst="rect">
            <a:avLst/>
          </a:prstGeom>
          <a:noFill/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altLang="zh-CN" sz="2000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{{content_points[1]}}</a:t>
            </a:r>
            <a:endParaRPr lang="en-US" altLang="zh-CN" sz="2000" b="0" u="none" strike="noStrike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557" name="标题 1"/>
          <p:cNvSpPr/>
          <p:nvPr/>
        </p:nvSpPr>
        <p:spPr>
          <a:xfrm>
            <a:off x="1118160" y="3792630"/>
            <a:ext cx="5981040" cy="2152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rgbClr val="262626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rgbClr val="262626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[0]}}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58" name="标题 1"/>
          <p:cNvSpPr/>
          <p:nvPr/>
        </p:nvSpPr>
        <p:spPr>
          <a:xfrm>
            <a:off x="1287145" y="1785938"/>
            <a:ext cx="2931795" cy="307340"/>
          </a:xfrm>
          <a:prstGeom prst="rect">
            <a:avLst/>
          </a:prstGeom>
          <a:noFill/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altLang="zh-CN" sz="2000" b="0" u="none" strike="noStrike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{{content_points[0]}}</a:t>
            </a:r>
            <a:endParaRPr lang="en-US" altLang="zh-CN" sz="2000" b="0" u="none" strike="noStrike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559" name="标题 1"/>
          <p:cNvSpPr/>
          <p:nvPr/>
        </p:nvSpPr>
        <p:spPr>
          <a:xfrm>
            <a:off x="1146960" y="2288895"/>
            <a:ext cx="6171480" cy="2152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rgbClr val="262626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rgbClr val="262626"/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[0]}}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61" name="标题 1"/>
          <p:cNvSpPr/>
          <p:nvPr/>
        </p:nvSpPr>
        <p:spPr>
          <a:xfrm flipH="1">
            <a:off x="9124920" y="3091680"/>
            <a:ext cx="2327760" cy="1321920"/>
          </a:xfrm>
          <a:prstGeom prst="roundRect">
            <a:avLst>
              <a:gd name="adj" fmla="val 0"/>
            </a:avLst>
          </a:prstGeom>
          <a:gradFill rotWithShape="0">
            <a:gsLst>
              <a:gs pos="100000">
                <a:srgbClr val="ACF6D3"/>
              </a:gs>
              <a:gs pos="7000">
                <a:srgbClr val="ACF6D3">
                  <a:alpha val="0"/>
                </a:srgbClr>
              </a:gs>
            </a:gsLst>
            <a:lin ang="0"/>
          </a:gra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62" name="标题 1"/>
          <p:cNvSpPr/>
          <p:nvPr/>
        </p:nvSpPr>
        <p:spPr>
          <a:xfrm flipH="1">
            <a:off x="10080000" y="4602600"/>
            <a:ext cx="1373400" cy="1321920"/>
          </a:xfrm>
          <a:prstGeom prst="roundRect">
            <a:avLst>
              <a:gd name="adj" fmla="val 0"/>
            </a:avLst>
          </a:prstGeom>
          <a:gradFill rotWithShape="0">
            <a:gsLst>
              <a:gs pos="100000">
                <a:srgbClr val="FFEEB9">
                  <a:alpha val="80000"/>
                </a:srgbClr>
              </a:gs>
              <a:gs pos="0">
                <a:srgbClr val="FFE9A3">
                  <a:alpha val="0"/>
                </a:srgbClr>
              </a:gs>
            </a:gsLst>
            <a:lin ang="0"/>
          </a:gra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563" name="标题 1"/>
          <p:cNvSpPr/>
          <p:nvPr/>
        </p:nvSpPr>
        <p:spPr>
          <a:xfrm>
            <a:off x="6966360" y="2122200"/>
            <a:ext cx="25772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73A9FC"/>
                </a:solidFill>
                <a:uFillTx/>
                <a:latin typeface="OPPOSans H" panose="00020600040101010101" charset="-122"/>
                <a:ea typeface="OPPOSans H" panose="00020600040101010101" charset="-122"/>
              </a:rPr>
              <a:t>01</a:t>
            </a:r>
            <a:endParaRPr lang="en-US" sz="2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67" name="标题 1"/>
          <p:cNvSpPr/>
          <p:nvPr/>
        </p:nvSpPr>
        <p:spPr>
          <a:xfrm>
            <a:off x="6993360" y="5002200"/>
            <a:ext cx="25772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FCC51A"/>
                </a:solidFill>
                <a:uFillTx/>
                <a:latin typeface="OPPOSans H" panose="00020600040101010101" charset="-122"/>
                <a:ea typeface="OPPOSans H" panose="00020600040101010101" charset="-122"/>
              </a:rPr>
              <a:t>03</a:t>
            </a:r>
            <a:endParaRPr lang="en-US" sz="2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035" y="1039495"/>
            <a:ext cx="109613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>
                <a:solidFill>
                  <a:srgbClr val="172B84"/>
                </a:solidFill>
                <a:latin typeface="思源黑体" panose="020B0800000000000000" charset="-122"/>
                <a:ea typeface="思源黑体" panose="020B0800000000000000" charset="-122"/>
              </a:rPr>
              <a:t>{{title}}</a:t>
            </a:r>
            <a:endParaRPr lang="en-US" altLang="zh-CN" sz="2200">
              <a:solidFill>
                <a:srgbClr val="172B84"/>
              </a:solidFill>
              <a:latin typeface="思源黑体" panose="020B0800000000000000" charset="-122"/>
              <a:ea typeface="思源黑体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 flipV="1">
            <a:off x="0" y="-6350"/>
            <a:ext cx="12192000" cy="6858000"/>
          </a:xfrm>
          <a:prstGeom prst="rect">
            <a:avLst/>
          </a:prstGeom>
          <a:gradFill>
            <a:gsLst>
              <a:gs pos="0">
                <a:srgbClr val="D3E4FE">
                  <a:alpha val="50000"/>
                </a:srgbClr>
              </a:gs>
              <a:gs pos="60000">
                <a:schemeClr val="bg1"/>
              </a:gs>
            </a:gsLst>
            <a:lin ang="5400000" scaled="0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p>
            <a:pPr algn="ctr"/>
            <a:endParaRPr kumimoji="1" lang="zh-CN" altLang="en-US"/>
          </a:p>
        </p:txBody>
      </p:sp>
      <p:grpSp>
        <p:nvGrpSpPr>
          <p:cNvPr id="581" name="组合 21"/>
          <p:cNvGrpSpPr/>
          <p:nvPr>
            <p:custDataLst>
              <p:tags r:id="rId1"/>
            </p:custDataLst>
          </p:nvPr>
        </p:nvGrpSpPr>
        <p:grpSpPr>
          <a:xfrm>
            <a:off x="640885" y="1405545"/>
            <a:ext cx="4788360" cy="4753440"/>
            <a:chOff x="641520" y="1266480"/>
            <a:chExt cx="4788360" cy="4753440"/>
          </a:xfrm>
        </p:grpSpPr>
        <p:sp>
          <p:nvSpPr>
            <p:cNvPr id="582" name="标题 1"/>
            <p:cNvSpPr/>
            <p:nvPr/>
          </p:nvSpPr>
          <p:spPr>
            <a:xfrm rot="19641000" flipV="1">
              <a:off x="2392560" y="4721400"/>
              <a:ext cx="648720" cy="470520"/>
            </a:xfrm>
            <a:custGeom>
              <a:avLst/>
              <a:gdLst>
                <a:gd name="textAreaLeft" fmla="*/ 0 w 648720"/>
                <a:gd name="textAreaRight" fmla="*/ 649440 w 648720"/>
                <a:gd name="textAreaTop" fmla="*/ 360 h 470520"/>
                <a:gd name="textAreaBottom" fmla="*/ 471600 h 470520"/>
              </a:gdLst>
              <a:ahLst/>
              <a:cxnLst/>
              <a:rect l="textAreaLeft" t="textAreaTop" r="textAreaRight" b="textAreaBottom"/>
              <a:pathLst>
                <a:path w="1673569" h="1159396">
                  <a:moveTo>
                    <a:pt x="238714" y="0"/>
                  </a:moveTo>
                  <a:lnTo>
                    <a:pt x="1358427" y="0"/>
                  </a:lnTo>
                  <a:cubicBezTo>
                    <a:pt x="1298580" y="183626"/>
                    <a:pt x="1302125" y="424075"/>
                    <a:pt x="1379974" y="668159"/>
                  </a:cubicBezTo>
                  <a:cubicBezTo>
                    <a:pt x="1444682" y="871041"/>
                    <a:pt x="1549792" y="1042153"/>
                    <a:pt x="1673569" y="1159396"/>
                  </a:cubicBezTo>
                  <a:lnTo>
                    <a:pt x="0" y="1159396"/>
                  </a:lnTo>
                  <a:cubicBezTo>
                    <a:pt x="121244" y="1027568"/>
                    <a:pt x="217761" y="835364"/>
                    <a:pt x="264199" y="611606"/>
                  </a:cubicBezTo>
                  <a:cubicBezTo>
                    <a:pt x="310990" y="386150"/>
                    <a:pt x="298390" y="169853"/>
                    <a:pt x="23871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72B84"/>
                </a:gs>
                <a:gs pos="100000">
                  <a:srgbClr val="C0D8FD"/>
                </a:gs>
              </a:gsLst>
              <a:lin ang="1962000"/>
            </a:gradFill>
            <a:ln w="254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165600" tIns="82800" rIns="165600" bIns="828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583" name="标题 1"/>
            <p:cNvSpPr/>
            <p:nvPr/>
          </p:nvSpPr>
          <p:spPr>
            <a:xfrm rot="16384800" flipV="1">
              <a:off x="3152160" y="3433680"/>
              <a:ext cx="761400" cy="650880"/>
            </a:xfrm>
            <a:custGeom>
              <a:avLst/>
              <a:gdLst>
                <a:gd name="textAreaLeft" fmla="*/ 0 w 761400"/>
                <a:gd name="textAreaRight" fmla="*/ 762120 w 761400"/>
                <a:gd name="textAreaTop" fmla="*/ 360 h 650880"/>
                <a:gd name="textAreaBottom" fmla="*/ 651960 h 650880"/>
              </a:gdLst>
              <a:ahLst/>
              <a:cxnLst/>
              <a:rect l="textAreaLeft" t="textAreaTop" r="textAreaRight" b="textAreaBottom"/>
              <a:pathLst>
                <a:path w="1673569" h="1159396">
                  <a:moveTo>
                    <a:pt x="238714" y="0"/>
                  </a:moveTo>
                  <a:lnTo>
                    <a:pt x="1358427" y="0"/>
                  </a:lnTo>
                  <a:cubicBezTo>
                    <a:pt x="1298580" y="183626"/>
                    <a:pt x="1302125" y="424075"/>
                    <a:pt x="1379974" y="668159"/>
                  </a:cubicBezTo>
                  <a:cubicBezTo>
                    <a:pt x="1444682" y="871041"/>
                    <a:pt x="1549792" y="1042153"/>
                    <a:pt x="1673569" y="1159396"/>
                  </a:cubicBezTo>
                  <a:lnTo>
                    <a:pt x="0" y="1159396"/>
                  </a:lnTo>
                  <a:cubicBezTo>
                    <a:pt x="121244" y="1027568"/>
                    <a:pt x="217761" y="835364"/>
                    <a:pt x="264199" y="611606"/>
                  </a:cubicBezTo>
                  <a:cubicBezTo>
                    <a:pt x="310990" y="386150"/>
                    <a:pt x="298390" y="169853"/>
                    <a:pt x="23871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72B84"/>
                </a:gs>
                <a:gs pos="100000">
                  <a:srgbClr val="C0D8FD"/>
                </a:gs>
              </a:gsLst>
              <a:lin ang="5220000"/>
            </a:gradFill>
            <a:ln w="254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165600" tIns="82800" rIns="165600" bIns="828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584" name="标题 1"/>
            <p:cNvSpPr/>
            <p:nvPr/>
          </p:nvSpPr>
          <p:spPr>
            <a:xfrm rot="13340400" flipV="1">
              <a:off x="2626200" y="2264040"/>
              <a:ext cx="839520" cy="577440"/>
            </a:xfrm>
            <a:custGeom>
              <a:avLst/>
              <a:gdLst>
                <a:gd name="textAreaLeft" fmla="*/ 0 w 839520"/>
                <a:gd name="textAreaRight" fmla="*/ 839880 w 839520"/>
                <a:gd name="textAreaTop" fmla="*/ -360 h 577440"/>
                <a:gd name="textAreaBottom" fmla="*/ 577800 h 577440"/>
              </a:gdLst>
              <a:ahLst/>
              <a:cxnLst/>
              <a:rect l="textAreaLeft" t="textAreaTop" r="textAreaRight" b="textAreaBottom"/>
              <a:pathLst>
                <a:path w="1673569" h="1159396">
                  <a:moveTo>
                    <a:pt x="238714" y="0"/>
                  </a:moveTo>
                  <a:lnTo>
                    <a:pt x="1358427" y="0"/>
                  </a:lnTo>
                  <a:cubicBezTo>
                    <a:pt x="1298580" y="183626"/>
                    <a:pt x="1302125" y="424075"/>
                    <a:pt x="1379974" y="668159"/>
                  </a:cubicBezTo>
                  <a:cubicBezTo>
                    <a:pt x="1444682" y="871041"/>
                    <a:pt x="1549792" y="1042153"/>
                    <a:pt x="1673569" y="1159396"/>
                  </a:cubicBezTo>
                  <a:lnTo>
                    <a:pt x="0" y="1159396"/>
                  </a:lnTo>
                  <a:cubicBezTo>
                    <a:pt x="121244" y="1027568"/>
                    <a:pt x="217761" y="835364"/>
                    <a:pt x="264199" y="611606"/>
                  </a:cubicBezTo>
                  <a:cubicBezTo>
                    <a:pt x="310990" y="386150"/>
                    <a:pt x="298390" y="169853"/>
                    <a:pt x="23871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72B84"/>
                </a:gs>
                <a:gs pos="100000">
                  <a:srgbClr val="C0D8FD"/>
                </a:gs>
              </a:gsLst>
              <a:lin ang="8262000"/>
            </a:gradFill>
            <a:ln w="254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165600" tIns="82800" rIns="165600" bIns="828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585" name="标题 1"/>
            <p:cNvSpPr/>
            <p:nvPr/>
          </p:nvSpPr>
          <p:spPr>
            <a:xfrm rot="10800000" flipV="1">
              <a:off x="641520" y="2346120"/>
              <a:ext cx="2671920" cy="2675880"/>
            </a:xfrm>
            <a:prstGeom prst="ellipse">
              <a:avLst/>
            </a:prstGeom>
            <a:gradFill rotWithShape="0">
              <a:gsLst>
                <a:gs pos="0">
                  <a:srgbClr val="172B84"/>
                </a:gs>
                <a:gs pos="100000">
                  <a:srgbClr val="C0D8FD"/>
                </a:gs>
              </a:gsLst>
              <a:lin ang="10800000"/>
            </a:gradFill>
            <a:ln w="254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124200" tIns="62280" rIns="124200" bIns="62280" anchor="t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586" name="标题 1"/>
            <p:cNvSpPr/>
            <p:nvPr/>
          </p:nvSpPr>
          <p:spPr>
            <a:xfrm rot="10800000" flipV="1">
              <a:off x="2982600" y="1266480"/>
              <a:ext cx="1356840" cy="1358640"/>
            </a:xfrm>
            <a:prstGeom prst="ellipse">
              <a:avLst/>
            </a:prstGeom>
            <a:gradFill rotWithShape="0">
              <a:gsLst>
                <a:gs pos="0">
                  <a:srgbClr val="172B84"/>
                </a:gs>
                <a:gs pos="100000">
                  <a:srgbClr val="C0D8FD"/>
                </a:gs>
              </a:gsLst>
              <a:lin ang="10800000"/>
            </a:gra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165600" tIns="82800" rIns="165600" bIns="828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587" name="标题 1"/>
            <p:cNvSpPr/>
            <p:nvPr>
              <p:custDataLst>
                <p:tags r:id="rId2"/>
              </p:custDataLst>
            </p:nvPr>
          </p:nvSpPr>
          <p:spPr>
            <a:xfrm rot="10800000" flipV="1">
              <a:off x="3732480" y="2980080"/>
              <a:ext cx="1697400" cy="1692720"/>
            </a:xfrm>
            <a:prstGeom prst="ellipse">
              <a:avLst/>
            </a:prstGeom>
            <a:gradFill rotWithShape="0">
              <a:gsLst>
                <a:gs pos="0">
                  <a:srgbClr val="172B84"/>
                </a:gs>
                <a:gs pos="100000">
                  <a:srgbClr val="C0D8FD"/>
                </a:gs>
              </a:gsLst>
              <a:lin ang="10800000"/>
            </a:gra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165600" tIns="82800" rIns="165600" bIns="828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588" name="标题 1"/>
            <p:cNvSpPr/>
            <p:nvPr/>
          </p:nvSpPr>
          <p:spPr>
            <a:xfrm rot="10800000" flipV="1">
              <a:off x="2527920" y="5022720"/>
              <a:ext cx="1000080" cy="996840"/>
            </a:xfrm>
            <a:prstGeom prst="ellipse">
              <a:avLst/>
            </a:prstGeom>
            <a:gradFill rotWithShape="0">
              <a:gsLst>
                <a:gs pos="0">
                  <a:srgbClr val="172B84"/>
                </a:gs>
                <a:gs pos="100000">
                  <a:srgbClr val="C0D8FD"/>
                </a:gs>
              </a:gsLst>
              <a:lin ang="10800000"/>
            </a:gra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165600" tIns="82800" rIns="165600" bIns="828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</p:grpSp>
      <p:sp>
        <p:nvSpPr>
          <p:cNvPr id="221" name="标题 1"/>
          <p:cNvSpPr/>
          <p:nvPr/>
        </p:nvSpPr>
        <p:spPr>
          <a:xfrm flipH="1" flipV="1">
            <a:off x="10559880" y="2288390"/>
            <a:ext cx="982440" cy="951120"/>
          </a:xfrm>
          <a:custGeom>
            <a:avLst/>
            <a:gdLst>
              <a:gd name="textAreaLeft" fmla="*/ 360 w 982440"/>
              <a:gd name="textAreaRight" fmla="*/ 983520 w 982440"/>
              <a:gd name="textAreaTop" fmla="*/ -360 h 951120"/>
              <a:gd name="textAreaBottom" fmla="*/ 951480 h 951120"/>
            </a:gdLst>
            <a:ahLst/>
            <a:cxnLst/>
            <a:rect l="textAreaLeft" t="textAreaTop" r="textAreaRight" b="textAreaBottom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gradFill rotWithShape="0">
            <a:gsLst>
              <a:gs pos="13000">
                <a:srgbClr val="FFFFFF">
                  <a:alpha val="21000"/>
                </a:srgbClr>
              </a:gs>
              <a:gs pos="98000">
                <a:srgbClr val="FFFFFF">
                  <a:alpha val="82000"/>
                </a:srgbClr>
              </a:gs>
            </a:gsLst>
            <a:lin ang="5400000"/>
          </a:gradFill>
          <a:ln w="186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26" name="Freeform 20"/>
          <p:cNvSpPr/>
          <p:nvPr/>
        </p:nvSpPr>
        <p:spPr>
          <a:xfrm>
            <a:off x="479160" y="3640910"/>
            <a:ext cx="3593880" cy="399240"/>
          </a:xfrm>
          <a:prstGeom prst="roundRect">
            <a:avLst>
              <a:gd name="adj" fmla="val 107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chemeClr val="accent5">
                  <a:lumMod val="75000"/>
                </a:schemeClr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39" name="标题 1"/>
          <p:cNvSpPr/>
          <p:nvPr/>
        </p:nvSpPr>
        <p:spPr>
          <a:xfrm>
            <a:off x="0" y="6351840"/>
            <a:ext cx="12191400" cy="505440"/>
          </a:xfrm>
          <a:prstGeom prst="parallelogram">
            <a:avLst>
              <a:gd name="adj" fmla="val 0"/>
            </a:avLst>
          </a:prstGeom>
          <a:gradFill rotWithShape="0">
            <a:gsLst>
              <a:gs pos="0">
                <a:srgbClr val="172B84">
                  <a:alpha val="0"/>
                </a:srgbClr>
              </a:gs>
              <a:gs pos="50000">
                <a:srgbClr val="172B84"/>
              </a:gs>
              <a:gs pos="100000">
                <a:srgbClr val="172B84">
                  <a:alpha val="0"/>
                </a:srgbClr>
              </a:gs>
            </a:gsLst>
            <a:lin ang="0"/>
          </a:gradFill>
          <a:ln w="1905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54990" y="403225"/>
            <a:ext cx="10793730" cy="505460"/>
            <a:chOff x="874" y="861"/>
            <a:chExt cx="16998" cy="796"/>
          </a:xfrm>
        </p:grpSpPr>
        <p:sp>
          <p:nvSpPr>
            <p:cNvPr id="223" name="标题 1"/>
            <p:cNvSpPr/>
            <p:nvPr/>
          </p:nvSpPr>
          <p:spPr>
            <a:xfrm>
              <a:off x="874" y="861"/>
              <a:ext cx="950" cy="796"/>
            </a:xfrm>
            <a:prstGeom prst="homePlate">
              <a:avLst>
                <a:gd name="adj" fmla="val 44221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7" name="标题 1"/>
            <p:cNvSpPr/>
            <p:nvPr/>
          </p:nvSpPr>
          <p:spPr>
            <a:xfrm>
              <a:off x="1662" y="861"/>
              <a:ext cx="793" cy="796"/>
            </a:xfrm>
            <a:prstGeom prst="chevron">
              <a:avLst>
                <a:gd name="adj" fmla="val 49306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8" name="标题 1"/>
            <p:cNvSpPr/>
            <p:nvPr/>
          </p:nvSpPr>
          <p:spPr>
            <a:xfrm>
              <a:off x="2456" y="861"/>
              <a:ext cx="15416" cy="796"/>
            </a:xfrm>
            <a:prstGeom prst="rect">
              <a:avLst/>
            </a:prstGeom>
            <a:gradFill>
              <a:gsLst>
                <a:gs pos="100000">
                  <a:srgbClr val="F6F7F7">
                    <a:alpha val="0"/>
                  </a:srgbClr>
                </a:gs>
                <a:gs pos="0">
                  <a:srgbClr val="F5F5F7"/>
                </a:gs>
              </a:gsLst>
              <a:lin ang="2700000" scaled="0"/>
            </a:gra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225" name="标题 1"/>
            <p:cNvSpPr/>
            <p:nvPr/>
          </p:nvSpPr>
          <p:spPr>
            <a:xfrm>
              <a:off x="2682" y="920"/>
              <a:ext cx="11671" cy="6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0" tIns="0" rIns="0" bIns="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2800" b="0" u="none" strike="noStrike">
                  <a:solidFill>
                    <a:srgbClr val="172B84"/>
                  </a:solidFill>
                  <a:uFillTx/>
                  <a:latin typeface="思源黑体 CN Bold" panose="020B0800000000000000" charset="-122"/>
                  <a:ea typeface="思源黑体 CN Bold" panose="020B0800000000000000" charset="-122"/>
                </a:rPr>
                <a:t>{{section_title}}</a:t>
              </a:r>
              <a:endParaRPr lang="en-US" altLang="zh-CN" sz="2800" b="0" u="none" strike="noStrike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sp>
        <p:nvSpPr>
          <p:cNvPr id="330" name="标题 1"/>
          <p:cNvSpPr/>
          <p:nvPr/>
        </p:nvSpPr>
        <p:spPr>
          <a:xfrm>
            <a:off x="1680840" y="2843150"/>
            <a:ext cx="294480" cy="280800"/>
          </a:xfrm>
          <a:custGeom>
            <a:avLst/>
            <a:gdLst>
              <a:gd name="textAreaLeft" fmla="*/ 0 w 294480"/>
              <a:gd name="textAreaRight" fmla="*/ 295200 w 294480"/>
              <a:gd name="textAreaTop" fmla="*/ 0 h 280800"/>
              <a:gd name="textAreaBottom" fmla="*/ 281520 h 280800"/>
            </a:gdLst>
            <a:ahLst/>
            <a:cxnLst/>
            <a:rect l="textAreaLeft" t="textAreaTop" r="textAreaRight" b="textAreaBottom"/>
            <a:pathLst>
              <a:path w="363510" h="346970">
                <a:moveTo>
                  <a:pt x="362582" y="267165"/>
                </a:moveTo>
                <a:cubicBezTo>
                  <a:pt x="365347" y="275075"/>
                  <a:pt x="361754" y="283802"/>
                  <a:pt x="354221" y="287471"/>
                </a:cubicBezTo>
                <a:lnTo>
                  <a:pt x="352437" y="288215"/>
                </a:lnTo>
                <a:lnTo>
                  <a:pt x="187213" y="346043"/>
                </a:lnTo>
                <a:cubicBezTo>
                  <a:pt x="184401" y="347027"/>
                  <a:pt x="181375" y="347233"/>
                  <a:pt x="178456" y="346638"/>
                </a:cubicBezTo>
                <a:lnTo>
                  <a:pt x="176308" y="346043"/>
                </a:lnTo>
                <a:lnTo>
                  <a:pt x="11084" y="288215"/>
                </a:lnTo>
                <a:cubicBezTo>
                  <a:pt x="2468" y="285208"/>
                  <a:pt x="-2079" y="275787"/>
                  <a:pt x="927" y="267171"/>
                </a:cubicBezTo>
                <a:cubicBezTo>
                  <a:pt x="3691" y="259251"/>
                  <a:pt x="11952" y="254658"/>
                  <a:pt x="20138" y="256492"/>
                </a:cubicBezTo>
                <a:lnTo>
                  <a:pt x="21989" y="257021"/>
                </a:lnTo>
                <a:lnTo>
                  <a:pt x="181760" y="312932"/>
                </a:lnTo>
                <a:lnTo>
                  <a:pt x="341532" y="257021"/>
                </a:lnTo>
                <a:cubicBezTo>
                  <a:pt x="350146" y="254009"/>
                  <a:pt x="359570" y="258551"/>
                  <a:pt x="362581" y="267165"/>
                </a:cubicBezTo>
                <a:cubicBezTo>
                  <a:pt x="362582" y="267165"/>
                  <a:pt x="362582" y="267165"/>
                  <a:pt x="362582" y="267165"/>
                </a:cubicBezTo>
                <a:close/>
                <a:moveTo>
                  <a:pt x="362582" y="201075"/>
                </a:moveTo>
                <a:cubicBezTo>
                  <a:pt x="365347" y="208985"/>
                  <a:pt x="361754" y="217712"/>
                  <a:pt x="354221" y="221382"/>
                </a:cubicBezTo>
                <a:lnTo>
                  <a:pt x="352437" y="222125"/>
                </a:lnTo>
                <a:lnTo>
                  <a:pt x="187213" y="279954"/>
                </a:lnTo>
                <a:cubicBezTo>
                  <a:pt x="184401" y="280938"/>
                  <a:pt x="181375" y="281143"/>
                  <a:pt x="178456" y="280548"/>
                </a:cubicBezTo>
                <a:lnTo>
                  <a:pt x="176308" y="279954"/>
                </a:lnTo>
                <a:lnTo>
                  <a:pt x="11084" y="222125"/>
                </a:lnTo>
                <a:cubicBezTo>
                  <a:pt x="2468" y="219119"/>
                  <a:pt x="-2079" y="209697"/>
                  <a:pt x="927" y="201082"/>
                </a:cubicBezTo>
                <a:cubicBezTo>
                  <a:pt x="3691" y="193161"/>
                  <a:pt x="11952" y="188569"/>
                  <a:pt x="20138" y="190402"/>
                </a:cubicBezTo>
                <a:lnTo>
                  <a:pt x="21989" y="190931"/>
                </a:lnTo>
                <a:lnTo>
                  <a:pt x="181760" y="246843"/>
                </a:lnTo>
                <a:lnTo>
                  <a:pt x="341532" y="190931"/>
                </a:lnTo>
                <a:cubicBezTo>
                  <a:pt x="350143" y="187911"/>
                  <a:pt x="359572" y="192444"/>
                  <a:pt x="362591" y="201055"/>
                </a:cubicBezTo>
                <a:cubicBezTo>
                  <a:pt x="362593" y="201062"/>
                  <a:pt x="362596" y="201069"/>
                  <a:pt x="362598" y="201075"/>
                </a:cubicBezTo>
                <a:close/>
                <a:moveTo>
                  <a:pt x="362582" y="134986"/>
                </a:moveTo>
                <a:cubicBezTo>
                  <a:pt x="365347" y="142895"/>
                  <a:pt x="361754" y="151622"/>
                  <a:pt x="354221" y="155292"/>
                </a:cubicBezTo>
                <a:lnTo>
                  <a:pt x="352437" y="156035"/>
                </a:lnTo>
                <a:lnTo>
                  <a:pt x="187213" y="213864"/>
                </a:lnTo>
                <a:cubicBezTo>
                  <a:pt x="184401" y="214848"/>
                  <a:pt x="181375" y="215053"/>
                  <a:pt x="178456" y="214459"/>
                </a:cubicBezTo>
                <a:lnTo>
                  <a:pt x="176308" y="213864"/>
                </a:lnTo>
                <a:lnTo>
                  <a:pt x="11084" y="156035"/>
                </a:lnTo>
                <a:cubicBezTo>
                  <a:pt x="2468" y="153029"/>
                  <a:pt x="-2079" y="143608"/>
                  <a:pt x="927" y="134992"/>
                </a:cubicBezTo>
                <a:cubicBezTo>
                  <a:pt x="3691" y="127071"/>
                  <a:pt x="11952" y="122479"/>
                  <a:pt x="20138" y="124312"/>
                </a:cubicBezTo>
                <a:lnTo>
                  <a:pt x="21989" y="124841"/>
                </a:lnTo>
                <a:lnTo>
                  <a:pt x="181760" y="180753"/>
                </a:lnTo>
                <a:lnTo>
                  <a:pt x="341532" y="124841"/>
                </a:lnTo>
                <a:cubicBezTo>
                  <a:pt x="350146" y="121830"/>
                  <a:pt x="359570" y="126371"/>
                  <a:pt x="362581" y="134985"/>
                </a:cubicBezTo>
                <a:cubicBezTo>
                  <a:pt x="362582" y="134986"/>
                  <a:pt x="362582" y="134986"/>
                  <a:pt x="362582" y="134986"/>
                </a:cubicBezTo>
                <a:close/>
                <a:moveTo>
                  <a:pt x="185032" y="328"/>
                </a:moveTo>
                <a:lnTo>
                  <a:pt x="187163" y="907"/>
                </a:lnTo>
                <a:lnTo>
                  <a:pt x="352387" y="58024"/>
                </a:lnTo>
                <a:cubicBezTo>
                  <a:pt x="366481" y="62899"/>
                  <a:pt x="367191" y="82131"/>
                  <a:pt x="354420" y="88409"/>
                </a:cubicBezTo>
                <a:lnTo>
                  <a:pt x="352503" y="89219"/>
                </a:lnTo>
                <a:lnTo>
                  <a:pt x="187279" y="147758"/>
                </a:lnTo>
                <a:cubicBezTo>
                  <a:pt x="184436" y="148760"/>
                  <a:pt x="181374" y="148966"/>
                  <a:pt x="178423" y="148353"/>
                </a:cubicBezTo>
                <a:lnTo>
                  <a:pt x="176242" y="147758"/>
                </a:lnTo>
                <a:lnTo>
                  <a:pt x="11018" y="89219"/>
                </a:lnTo>
                <a:cubicBezTo>
                  <a:pt x="-3043" y="84229"/>
                  <a:pt x="-3605" y="64997"/>
                  <a:pt x="9200" y="58817"/>
                </a:cubicBezTo>
                <a:lnTo>
                  <a:pt x="11133" y="58024"/>
                </a:lnTo>
                <a:lnTo>
                  <a:pt x="176358" y="907"/>
                </a:lnTo>
                <a:cubicBezTo>
                  <a:pt x="179145" y="-57"/>
                  <a:pt x="182141" y="-257"/>
                  <a:pt x="185032" y="328"/>
                </a:cubicBezTo>
                <a:close/>
                <a:moveTo>
                  <a:pt x="181760" y="34001"/>
                </a:moveTo>
                <a:lnTo>
                  <a:pt x="66549" y="73820"/>
                </a:lnTo>
                <a:lnTo>
                  <a:pt x="181760" y="114647"/>
                </a:lnTo>
                <a:lnTo>
                  <a:pt x="296955" y="73820"/>
                </a:lnTo>
                <a:lnTo>
                  <a:pt x="181760" y="34001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589" name="组合 22"/>
          <p:cNvGrpSpPr/>
          <p:nvPr>
            <p:custDataLst>
              <p:tags r:id="rId3"/>
            </p:custDataLst>
          </p:nvPr>
        </p:nvGrpSpPr>
        <p:grpSpPr>
          <a:xfrm>
            <a:off x="752400" y="1477670"/>
            <a:ext cx="4587840" cy="4587840"/>
            <a:chOff x="752400" y="1334160"/>
            <a:chExt cx="4587840" cy="4587840"/>
          </a:xfrm>
        </p:grpSpPr>
        <p:sp>
          <p:nvSpPr>
            <p:cNvPr id="590" name="图片 11"/>
            <p:cNvSpPr/>
            <p:nvPr>
              <p:custDataLst>
                <p:tags r:id="rId4"/>
              </p:custDataLst>
            </p:nvPr>
          </p:nvSpPr>
          <p:spPr>
            <a:xfrm>
              <a:off x="3852000" y="3094920"/>
              <a:ext cx="1488240" cy="1488240"/>
            </a:xfrm>
            <a:custGeom>
              <a:avLst/>
              <a:gdLst>
                <a:gd name="textAreaLeft" fmla="*/ 0 w 1488240"/>
                <a:gd name="textAreaRight" fmla="*/ 1488960 w 1488240"/>
                <a:gd name="textAreaTop" fmla="*/ 0 h 1488240"/>
                <a:gd name="textAreaBottom" fmla="*/ 1488960 h 1488240"/>
              </a:gdLst>
              <a:ahLst/>
              <a:cxnLst/>
              <a:rect l="textAreaLeft" t="textAreaTop" r="textAreaRight" b="textAreaBottom"/>
              <a:pathLst>
                <a:path w="1485900" h="1485900">
                  <a:moveTo>
                    <a:pt x="744448" y="0"/>
                  </a:moveTo>
                  <a:cubicBezTo>
                    <a:pt x="1155595" y="0"/>
                    <a:pt x="1488896" y="333301"/>
                    <a:pt x="1488896" y="744448"/>
                  </a:cubicBezTo>
                  <a:cubicBezTo>
                    <a:pt x="1488896" y="1155595"/>
                    <a:pt x="1155595" y="1488896"/>
                    <a:pt x="744448" y="1488896"/>
                  </a:cubicBezTo>
                  <a:cubicBezTo>
                    <a:pt x="333301" y="1488896"/>
                    <a:pt x="0" y="1155595"/>
                    <a:pt x="0" y="744448"/>
                  </a:cubicBezTo>
                  <a:cubicBezTo>
                    <a:pt x="0" y="333301"/>
                    <a:pt x="333301" y="0"/>
                    <a:pt x="744448" y="0"/>
                  </a:cubicBezTo>
                  <a:close/>
                </a:path>
              </a:pathLst>
            </a:custGeom>
            <a:blipFill rotWithShape="1">
              <a:blip r:embed="rId5"/>
              <a:srcRect/>
              <a:stretch>
                <a:fillRect/>
              </a:stretch>
            </a:blip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endParaRPr>
            </a:p>
          </p:txBody>
        </p:sp>
        <p:sp>
          <p:nvSpPr>
            <p:cNvPr id="591" name="图片 14"/>
            <p:cNvSpPr/>
            <p:nvPr/>
          </p:nvSpPr>
          <p:spPr>
            <a:xfrm>
              <a:off x="2646720" y="5121360"/>
              <a:ext cx="800640" cy="800640"/>
            </a:xfrm>
            <a:custGeom>
              <a:avLst/>
              <a:gdLst>
                <a:gd name="textAreaLeft" fmla="*/ 0 w 800640"/>
                <a:gd name="textAreaRight" fmla="*/ 801360 w 800640"/>
                <a:gd name="textAreaTop" fmla="*/ 0 h 800640"/>
                <a:gd name="textAreaBottom" fmla="*/ 801360 h 800640"/>
              </a:gdLst>
              <a:ahLst/>
              <a:cxnLst/>
              <a:rect l="textAreaLeft" t="textAreaTop" r="textAreaRight" b="textAreaBottom"/>
              <a:pathLst>
                <a:path w="800100" h="800100">
                  <a:moveTo>
                    <a:pt x="400686" y="0"/>
                  </a:moveTo>
                  <a:cubicBezTo>
                    <a:pt x="621979" y="0"/>
                    <a:pt x="801372" y="179393"/>
                    <a:pt x="801372" y="400686"/>
                  </a:cubicBezTo>
                  <a:cubicBezTo>
                    <a:pt x="801372" y="621979"/>
                    <a:pt x="621979" y="801372"/>
                    <a:pt x="400686" y="801372"/>
                  </a:cubicBezTo>
                  <a:cubicBezTo>
                    <a:pt x="179393" y="801372"/>
                    <a:pt x="0" y="621979"/>
                    <a:pt x="0" y="400686"/>
                  </a:cubicBezTo>
                  <a:cubicBezTo>
                    <a:pt x="0" y="179393"/>
                    <a:pt x="179393" y="0"/>
                    <a:pt x="400686" y="0"/>
                  </a:cubicBezTo>
                  <a:close/>
                </a:path>
              </a:pathLst>
            </a:custGeom>
            <a:blipFill rotWithShape="1">
              <a:blip r:embed="rId5"/>
              <a:srcRect/>
              <a:stretch>
                <a:fillRect/>
              </a:stretch>
            </a:blip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endParaRPr>
            </a:p>
          </p:txBody>
        </p:sp>
        <p:sp>
          <p:nvSpPr>
            <p:cNvPr id="592" name="图片 9"/>
            <p:cNvSpPr/>
            <p:nvPr/>
          </p:nvSpPr>
          <p:spPr>
            <a:xfrm>
              <a:off x="3074760" y="1334160"/>
              <a:ext cx="1198800" cy="1198800"/>
            </a:xfrm>
            <a:custGeom>
              <a:avLst/>
              <a:gdLst>
                <a:gd name="textAreaLeft" fmla="*/ 0 w 1198800"/>
                <a:gd name="textAreaRight" fmla="*/ 1199520 w 1198800"/>
                <a:gd name="textAreaTop" fmla="*/ 0 h 1198800"/>
                <a:gd name="textAreaBottom" fmla="*/ 1199520 h 1198800"/>
              </a:gdLst>
              <a:ahLst/>
              <a:cxnLst/>
              <a:rect l="textAreaLeft" t="textAreaTop" r="textAreaRight" b="textAreaBottom"/>
              <a:pathLst>
                <a:path w="1193800" h="1193800">
                  <a:moveTo>
                    <a:pt x="599875" y="0"/>
                  </a:moveTo>
                  <a:cubicBezTo>
                    <a:pt x="931177" y="0"/>
                    <a:pt x="1199750" y="268573"/>
                    <a:pt x="1199750" y="599875"/>
                  </a:cubicBezTo>
                  <a:cubicBezTo>
                    <a:pt x="1199750" y="931177"/>
                    <a:pt x="931177" y="1199750"/>
                    <a:pt x="599875" y="1199750"/>
                  </a:cubicBezTo>
                  <a:cubicBezTo>
                    <a:pt x="268573" y="1199750"/>
                    <a:pt x="0" y="931177"/>
                    <a:pt x="0" y="599875"/>
                  </a:cubicBezTo>
                  <a:cubicBezTo>
                    <a:pt x="0" y="268573"/>
                    <a:pt x="268573" y="0"/>
                    <a:pt x="599875" y="0"/>
                  </a:cubicBezTo>
                  <a:close/>
                </a:path>
              </a:pathLst>
            </a:custGeom>
            <a:blipFill rotWithShape="1">
              <a:blip r:embed="rId5"/>
              <a:srcRect/>
              <a:stretch>
                <a:fillRect/>
              </a:stretch>
            </a:blip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endParaRPr>
            </a:p>
          </p:txBody>
        </p:sp>
        <p:sp>
          <p:nvSpPr>
            <p:cNvPr id="593" name="图片 7"/>
            <p:cNvSpPr/>
            <p:nvPr/>
          </p:nvSpPr>
          <p:spPr>
            <a:xfrm>
              <a:off x="752400" y="2471400"/>
              <a:ext cx="2448360" cy="2448360"/>
            </a:xfrm>
            <a:custGeom>
              <a:avLst/>
              <a:gdLst>
                <a:gd name="textAreaLeft" fmla="*/ 0 w 2448360"/>
                <a:gd name="textAreaRight" fmla="*/ 2449080 w 2448360"/>
                <a:gd name="textAreaTop" fmla="*/ 0 h 2448360"/>
                <a:gd name="textAreaBottom" fmla="*/ 2449080 h 2448360"/>
              </a:gdLst>
              <a:ahLst/>
              <a:cxnLst/>
              <a:rect l="textAreaLeft" t="textAreaTop" r="textAreaRight" b="textAreaBottom"/>
              <a:pathLst>
                <a:path w="2451100" h="2451100">
                  <a:moveTo>
                    <a:pt x="1224677" y="0"/>
                  </a:moveTo>
                  <a:cubicBezTo>
                    <a:pt x="1901047" y="0"/>
                    <a:pt x="2449354" y="548307"/>
                    <a:pt x="2449354" y="1224677"/>
                  </a:cubicBezTo>
                  <a:cubicBezTo>
                    <a:pt x="2449354" y="1901047"/>
                    <a:pt x="1901047" y="2449354"/>
                    <a:pt x="1224677" y="2449354"/>
                  </a:cubicBezTo>
                  <a:cubicBezTo>
                    <a:pt x="548307" y="2449354"/>
                    <a:pt x="0" y="1901047"/>
                    <a:pt x="0" y="1224677"/>
                  </a:cubicBezTo>
                  <a:cubicBezTo>
                    <a:pt x="0" y="548307"/>
                    <a:pt x="548307" y="0"/>
                    <a:pt x="1224677" y="0"/>
                  </a:cubicBezTo>
                  <a:close/>
                </a:path>
              </a:pathLst>
            </a:custGeom>
            <a:blipFill rotWithShape="1">
              <a:blip r:embed="rId5"/>
              <a:srcRect/>
              <a:stretch>
                <a:fillRect/>
              </a:stretch>
            </a:blip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endParaRPr>
            </a:p>
          </p:txBody>
        </p:sp>
      </p:grpSp>
      <p:sp>
        <p:nvSpPr>
          <p:cNvPr id="598" name="标题 1"/>
          <p:cNvSpPr/>
          <p:nvPr>
            <p:custDataLst>
              <p:tags r:id="rId6"/>
            </p:custDataLst>
          </p:nvPr>
        </p:nvSpPr>
        <p:spPr>
          <a:xfrm>
            <a:off x="4908960" y="1472860"/>
            <a:ext cx="626112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algn="l" defTabSz="914400">
              <a:lnSpc>
                <a:spcPct val="100000"/>
              </a:lnSpc>
            </a:pPr>
            <a:r>
              <a:rPr lang="en-US" altLang="zh-CN" sz="2000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{{content_points[0]}}</a:t>
            </a:r>
            <a:endParaRPr lang="en-US" altLang="zh-CN" sz="2000" b="0" u="none" strike="noStrike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599" name="标题 1"/>
          <p:cNvSpPr/>
          <p:nvPr>
            <p:custDataLst>
              <p:tags r:id="rId7"/>
            </p:custDataLst>
          </p:nvPr>
        </p:nvSpPr>
        <p:spPr>
          <a:xfrm>
            <a:off x="4908960" y="1785830"/>
            <a:ext cx="6261120" cy="3225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just">
              <a:lnSpc>
                <a:spcPct val="150000"/>
              </a:lnSpc>
            </a:pPr>
            <a:r>
              <a:rPr lang="en-US" altLang="zh-CN" sz="1400" dirty="0">
                <a:solidFill>
                  <a:srgbClr val="0D0D0D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rgbClr val="0D0D0D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rgbClr val="0D0D0D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[0]}}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00" name="标题 1"/>
          <p:cNvSpPr/>
          <p:nvPr>
            <p:custDataLst>
              <p:tags r:id="rId8"/>
            </p:custDataLst>
          </p:nvPr>
        </p:nvSpPr>
        <p:spPr>
          <a:xfrm>
            <a:off x="5724000" y="3364300"/>
            <a:ext cx="555300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algn="l" defTabSz="914400">
              <a:lnSpc>
                <a:spcPct val="100000"/>
              </a:lnSpc>
            </a:pPr>
            <a:r>
              <a:rPr lang="en-US" altLang="zh-CN" sz="2000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{{content_points[1]}}</a:t>
            </a:r>
            <a:endParaRPr lang="en-US" altLang="zh-CN" sz="2000" b="0" u="none" strike="noStrike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601" name="标题 1"/>
          <p:cNvSpPr/>
          <p:nvPr>
            <p:custDataLst>
              <p:tags r:id="rId9"/>
            </p:custDataLst>
          </p:nvPr>
        </p:nvSpPr>
        <p:spPr>
          <a:xfrm>
            <a:off x="5724000" y="3733790"/>
            <a:ext cx="5553000" cy="3225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just">
              <a:lnSpc>
                <a:spcPct val="150000"/>
              </a:lnSpc>
            </a:pPr>
            <a:r>
              <a:rPr lang="en-US" altLang="zh-CN" sz="1400" dirty="0">
                <a:solidFill>
                  <a:srgbClr val="0D0D0D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rgbClr val="0D0D0D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rgbClr val="0D0D0D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[1]}}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02" name="标题 1"/>
          <p:cNvSpPr/>
          <p:nvPr>
            <p:custDataLst>
              <p:tags r:id="rId10"/>
            </p:custDataLst>
          </p:nvPr>
        </p:nvSpPr>
        <p:spPr>
          <a:xfrm>
            <a:off x="3943440" y="5424940"/>
            <a:ext cx="626112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algn="l" defTabSz="914400">
              <a:lnSpc>
                <a:spcPct val="100000"/>
              </a:lnSpc>
            </a:pPr>
            <a:r>
              <a:rPr lang="en-US" altLang="zh-CN" sz="2000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{{content_points[2]}}</a:t>
            </a:r>
            <a:endParaRPr lang="en-US" altLang="zh-CN" sz="2000" b="0" u="none" strike="noStrike">
              <a:solidFill>
                <a:srgbClr val="172B84"/>
              </a:solidFill>
              <a:uFillTx/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2" name="标题 1"/>
          <p:cNvSpPr/>
          <p:nvPr>
            <p:custDataLst>
              <p:tags r:id="rId11"/>
            </p:custDataLst>
          </p:nvPr>
        </p:nvSpPr>
        <p:spPr>
          <a:xfrm>
            <a:off x="3943440" y="5742930"/>
            <a:ext cx="5553000" cy="3225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just">
              <a:lnSpc>
                <a:spcPct val="150000"/>
              </a:lnSpc>
            </a:pPr>
            <a:r>
              <a:rPr lang="en-US" altLang="zh-CN" sz="1400" dirty="0">
                <a:solidFill>
                  <a:srgbClr val="0D0D0D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rgbClr val="0D0D0D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rgbClr val="0D0D0D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[1]}}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035" y="1039495"/>
            <a:ext cx="109613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>
                <a:solidFill>
                  <a:srgbClr val="172B84"/>
                </a:solidFill>
                <a:latin typeface="思源黑体" panose="020B0800000000000000" charset="-122"/>
                <a:ea typeface="思源黑体" panose="020B0800000000000000" charset="-122"/>
              </a:rPr>
              <a:t>{{title}}</a:t>
            </a:r>
            <a:endParaRPr lang="en-US" altLang="zh-CN" sz="2200">
              <a:solidFill>
                <a:srgbClr val="172B84"/>
              </a:solidFill>
              <a:latin typeface="思源黑体" panose="020B0800000000000000" charset="-122"/>
              <a:ea typeface="思源黑体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 flipV="1">
            <a:off x="0" y="-6350"/>
            <a:ext cx="12192000" cy="6858000"/>
          </a:xfrm>
          <a:prstGeom prst="rect">
            <a:avLst/>
          </a:prstGeom>
          <a:gradFill>
            <a:gsLst>
              <a:gs pos="0">
                <a:srgbClr val="D3E4FE">
                  <a:alpha val="50000"/>
                </a:srgbClr>
              </a:gs>
              <a:gs pos="60000">
                <a:schemeClr val="bg1"/>
              </a:gs>
            </a:gsLst>
            <a:lin ang="5400000" scaled="0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p>
            <a:pPr algn="ctr"/>
            <a:endParaRPr kumimoji="1" lang="zh-CN" altLang="en-US"/>
          </a:p>
        </p:txBody>
      </p:sp>
      <p:sp>
        <p:nvSpPr>
          <p:cNvPr id="221" name="标题 1"/>
          <p:cNvSpPr/>
          <p:nvPr/>
        </p:nvSpPr>
        <p:spPr>
          <a:xfrm flipH="1" flipV="1">
            <a:off x="10559880" y="2144880"/>
            <a:ext cx="982440" cy="951120"/>
          </a:xfrm>
          <a:custGeom>
            <a:avLst/>
            <a:gdLst>
              <a:gd name="textAreaLeft" fmla="*/ 360 w 982440"/>
              <a:gd name="textAreaRight" fmla="*/ 983520 w 982440"/>
              <a:gd name="textAreaTop" fmla="*/ -360 h 951120"/>
              <a:gd name="textAreaBottom" fmla="*/ 951480 h 951120"/>
            </a:gdLst>
            <a:ahLst/>
            <a:cxnLst/>
            <a:rect l="textAreaLeft" t="textAreaTop" r="textAreaRight" b="textAreaBottom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gradFill rotWithShape="0">
            <a:gsLst>
              <a:gs pos="13000">
                <a:srgbClr val="FFFFFF">
                  <a:alpha val="21000"/>
                </a:srgbClr>
              </a:gs>
              <a:gs pos="98000">
                <a:srgbClr val="FFFFFF">
                  <a:alpha val="82000"/>
                </a:srgbClr>
              </a:gs>
            </a:gsLst>
            <a:lin ang="5400000"/>
          </a:gradFill>
          <a:ln w="186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26" name="Freeform 20"/>
          <p:cNvSpPr/>
          <p:nvPr/>
        </p:nvSpPr>
        <p:spPr>
          <a:xfrm>
            <a:off x="479160" y="3497400"/>
            <a:ext cx="3593880" cy="399240"/>
          </a:xfrm>
          <a:prstGeom prst="roundRect">
            <a:avLst>
              <a:gd name="adj" fmla="val 107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chemeClr val="accent5">
                  <a:lumMod val="75000"/>
                </a:schemeClr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39" name="标题 1"/>
          <p:cNvSpPr/>
          <p:nvPr/>
        </p:nvSpPr>
        <p:spPr>
          <a:xfrm>
            <a:off x="0" y="6351840"/>
            <a:ext cx="12191400" cy="505440"/>
          </a:xfrm>
          <a:prstGeom prst="parallelogram">
            <a:avLst>
              <a:gd name="adj" fmla="val 0"/>
            </a:avLst>
          </a:prstGeom>
          <a:gradFill rotWithShape="0">
            <a:gsLst>
              <a:gs pos="0">
                <a:srgbClr val="172B84">
                  <a:alpha val="0"/>
                </a:srgbClr>
              </a:gs>
              <a:gs pos="50000">
                <a:srgbClr val="172B84"/>
              </a:gs>
              <a:gs pos="100000">
                <a:srgbClr val="172B84">
                  <a:alpha val="0"/>
                </a:srgbClr>
              </a:gs>
            </a:gsLst>
            <a:lin ang="0"/>
          </a:gradFill>
          <a:ln w="1905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54990" y="403225"/>
            <a:ext cx="10793730" cy="505460"/>
            <a:chOff x="874" y="861"/>
            <a:chExt cx="16998" cy="796"/>
          </a:xfrm>
        </p:grpSpPr>
        <p:sp>
          <p:nvSpPr>
            <p:cNvPr id="223" name="标题 1"/>
            <p:cNvSpPr/>
            <p:nvPr/>
          </p:nvSpPr>
          <p:spPr>
            <a:xfrm>
              <a:off x="874" y="861"/>
              <a:ext cx="950" cy="796"/>
            </a:xfrm>
            <a:prstGeom prst="homePlate">
              <a:avLst>
                <a:gd name="adj" fmla="val 44221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7" name="标题 1"/>
            <p:cNvSpPr/>
            <p:nvPr/>
          </p:nvSpPr>
          <p:spPr>
            <a:xfrm>
              <a:off x="1662" y="861"/>
              <a:ext cx="793" cy="796"/>
            </a:xfrm>
            <a:prstGeom prst="chevron">
              <a:avLst>
                <a:gd name="adj" fmla="val 49306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8" name="标题 1"/>
            <p:cNvSpPr/>
            <p:nvPr/>
          </p:nvSpPr>
          <p:spPr>
            <a:xfrm>
              <a:off x="2456" y="861"/>
              <a:ext cx="15416" cy="796"/>
            </a:xfrm>
            <a:prstGeom prst="rect">
              <a:avLst/>
            </a:prstGeom>
            <a:gradFill>
              <a:gsLst>
                <a:gs pos="100000">
                  <a:srgbClr val="F6F7F7">
                    <a:alpha val="0"/>
                  </a:srgbClr>
                </a:gs>
                <a:gs pos="0">
                  <a:srgbClr val="F5F5F7"/>
                </a:gs>
              </a:gsLst>
              <a:lin ang="2700000" scaled="0"/>
            </a:gra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225" name="标题 1"/>
            <p:cNvSpPr/>
            <p:nvPr/>
          </p:nvSpPr>
          <p:spPr>
            <a:xfrm>
              <a:off x="2682" y="920"/>
              <a:ext cx="11671" cy="6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0" tIns="0" rIns="0" bIns="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2800" b="0" u="none" strike="noStrike">
                  <a:solidFill>
                    <a:srgbClr val="172B84"/>
                  </a:solidFill>
                  <a:uFillTx/>
                  <a:latin typeface="思源黑体 CN Bold" panose="020B0800000000000000" charset="-122"/>
                  <a:ea typeface="思源黑体 CN Bold" panose="020B0800000000000000" charset="-122"/>
                </a:rPr>
                <a:t>{{section_title}}</a:t>
              </a:r>
              <a:endParaRPr lang="en-US" altLang="zh-CN" sz="2800" b="0" u="none" strike="noStrike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sp>
        <p:nvSpPr>
          <p:cNvPr id="330" name="标题 1"/>
          <p:cNvSpPr/>
          <p:nvPr>
            <p:custDataLst>
              <p:tags r:id="rId1"/>
            </p:custDataLst>
          </p:nvPr>
        </p:nvSpPr>
        <p:spPr>
          <a:xfrm>
            <a:off x="1680840" y="2699640"/>
            <a:ext cx="294480" cy="280800"/>
          </a:xfrm>
          <a:custGeom>
            <a:avLst/>
            <a:gdLst>
              <a:gd name="textAreaLeft" fmla="*/ 0 w 294480"/>
              <a:gd name="textAreaRight" fmla="*/ 295200 w 294480"/>
              <a:gd name="textAreaTop" fmla="*/ 0 h 280800"/>
              <a:gd name="textAreaBottom" fmla="*/ 281520 h 280800"/>
            </a:gdLst>
            <a:ahLst/>
            <a:cxnLst/>
            <a:rect l="textAreaLeft" t="textAreaTop" r="textAreaRight" b="textAreaBottom"/>
            <a:pathLst>
              <a:path w="363510" h="346970">
                <a:moveTo>
                  <a:pt x="362582" y="267165"/>
                </a:moveTo>
                <a:cubicBezTo>
                  <a:pt x="365347" y="275075"/>
                  <a:pt x="361754" y="283802"/>
                  <a:pt x="354221" y="287471"/>
                </a:cubicBezTo>
                <a:lnTo>
                  <a:pt x="352437" y="288215"/>
                </a:lnTo>
                <a:lnTo>
                  <a:pt x="187213" y="346043"/>
                </a:lnTo>
                <a:cubicBezTo>
                  <a:pt x="184401" y="347027"/>
                  <a:pt x="181375" y="347233"/>
                  <a:pt x="178456" y="346638"/>
                </a:cubicBezTo>
                <a:lnTo>
                  <a:pt x="176308" y="346043"/>
                </a:lnTo>
                <a:lnTo>
                  <a:pt x="11084" y="288215"/>
                </a:lnTo>
                <a:cubicBezTo>
                  <a:pt x="2468" y="285208"/>
                  <a:pt x="-2079" y="275787"/>
                  <a:pt x="927" y="267171"/>
                </a:cubicBezTo>
                <a:cubicBezTo>
                  <a:pt x="3691" y="259251"/>
                  <a:pt x="11952" y="254658"/>
                  <a:pt x="20138" y="256492"/>
                </a:cubicBezTo>
                <a:lnTo>
                  <a:pt x="21989" y="257021"/>
                </a:lnTo>
                <a:lnTo>
                  <a:pt x="181760" y="312932"/>
                </a:lnTo>
                <a:lnTo>
                  <a:pt x="341532" y="257021"/>
                </a:lnTo>
                <a:cubicBezTo>
                  <a:pt x="350146" y="254009"/>
                  <a:pt x="359570" y="258551"/>
                  <a:pt x="362581" y="267165"/>
                </a:cubicBezTo>
                <a:cubicBezTo>
                  <a:pt x="362582" y="267165"/>
                  <a:pt x="362582" y="267165"/>
                  <a:pt x="362582" y="267165"/>
                </a:cubicBezTo>
                <a:close/>
                <a:moveTo>
                  <a:pt x="362582" y="201075"/>
                </a:moveTo>
                <a:cubicBezTo>
                  <a:pt x="365347" y="208985"/>
                  <a:pt x="361754" y="217712"/>
                  <a:pt x="354221" y="221382"/>
                </a:cubicBezTo>
                <a:lnTo>
                  <a:pt x="352437" y="222125"/>
                </a:lnTo>
                <a:lnTo>
                  <a:pt x="187213" y="279954"/>
                </a:lnTo>
                <a:cubicBezTo>
                  <a:pt x="184401" y="280938"/>
                  <a:pt x="181375" y="281143"/>
                  <a:pt x="178456" y="280548"/>
                </a:cubicBezTo>
                <a:lnTo>
                  <a:pt x="176308" y="279954"/>
                </a:lnTo>
                <a:lnTo>
                  <a:pt x="11084" y="222125"/>
                </a:lnTo>
                <a:cubicBezTo>
                  <a:pt x="2468" y="219119"/>
                  <a:pt x="-2079" y="209697"/>
                  <a:pt x="927" y="201082"/>
                </a:cubicBezTo>
                <a:cubicBezTo>
                  <a:pt x="3691" y="193161"/>
                  <a:pt x="11952" y="188569"/>
                  <a:pt x="20138" y="190402"/>
                </a:cubicBezTo>
                <a:lnTo>
                  <a:pt x="21989" y="190931"/>
                </a:lnTo>
                <a:lnTo>
                  <a:pt x="181760" y="246843"/>
                </a:lnTo>
                <a:lnTo>
                  <a:pt x="341532" y="190931"/>
                </a:lnTo>
                <a:cubicBezTo>
                  <a:pt x="350143" y="187911"/>
                  <a:pt x="359572" y="192444"/>
                  <a:pt x="362591" y="201055"/>
                </a:cubicBezTo>
                <a:cubicBezTo>
                  <a:pt x="362593" y="201062"/>
                  <a:pt x="362596" y="201069"/>
                  <a:pt x="362598" y="201075"/>
                </a:cubicBezTo>
                <a:close/>
                <a:moveTo>
                  <a:pt x="362582" y="134986"/>
                </a:moveTo>
                <a:cubicBezTo>
                  <a:pt x="365347" y="142895"/>
                  <a:pt x="361754" y="151622"/>
                  <a:pt x="354221" y="155292"/>
                </a:cubicBezTo>
                <a:lnTo>
                  <a:pt x="352437" y="156035"/>
                </a:lnTo>
                <a:lnTo>
                  <a:pt x="187213" y="213864"/>
                </a:lnTo>
                <a:cubicBezTo>
                  <a:pt x="184401" y="214848"/>
                  <a:pt x="181375" y="215053"/>
                  <a:pt x="178456" y="214459"/>
                </a:cubicBezTo>
                <a:lnTo>
                  <a:pt x="176308" y="213864"/>
                </a:lnTo>
                <a:lnTo>
                  <a:pt x="11084" y="156035"/>
                </a:lnTo>
                <a:cubicBezTo>
                  <a:pt x="2468" y="153029"/>
                  <a:pt x="-2079" y="143608"/>
                  <a:pt x="927" y="134992"/>
                </a:cubicBezTo>
                <a:cubicBezTo>
                  <a:pt x="3691" y="127071"/>
                  <a:pt x="11952" y="122479"/>
                  <a:pt x="20138" y="124312"/>
                </a:cubicBezTo>
                <a:lnTo>
                  <a:pt x="21989" y="124841"/>
                </a:lnTo>
                <a:lnTo>
                  <a:pt x="181760" y="180753"/>
                </a:lnTo>
                <a:lnTo>
                  <a:pt x="341532" y="124841"/>
                </a:lnTo>
                <a:cubicBezTo>
                  <a:pt x="350146" y="121830"/>
                  <a:pt x="359570" y="126371"/>
                  <a:pt x="362581" y="134985"/>
                </a:cubicBezTo>
                <a:cubicBezTo>
                  <a:pt x="362582" y="134986"/>
                  <a:pt x="362582" y="134986"/>
                  <a:pt x="362582" y="134986"/>
                </a:cubicBezTo>
                <a:close/>
                <a:moveTo>
                  <a:pt x="185032" y="328"/>
                </a:moveTo>
                <a:lnTo>
                  <a:pt x="187163" y="907"/>
                </a:lnTo>
                <a:lnTo>
                  <a:pt x="352387" y="58024"/>
                </a:lnTo>
                <a:cubicBezTo>
                  <a:pt x="366481" y="62899"/>
                  <a:pt x="367191" y="82131"/>
                  <a:pt x="354420" y="88409"/>
                </a:cubicBezTo>
                <a:lnTo>
                  <a:pt x="352503" y="89219"/>
                </a:lnTo>
                <a:lnTo>
                  <a:pt x="187279" y="147758"/>
                </a:lnTo>
                <a:cubicBezTo>
                  <a:pt x="184436" y="148760"/>
                  <a:pt x="181374" y="148966"/>
                  <a:pt x="178423" y="148353"/>
                </a:cubicBezTo>
                <a:lnTo>
                  <a:pt x="176242" y="147758"/>
                </a:lnTo>
                <a:lnTo>
                  <a:pt x="11018" y="89219"/>
                </a:lnTo>
                <a:cubicBezTo>
                  <a:pt x="-3043" y="84229"/>
                  <a:pt x="-3605" y="64997"/>
                  <a:pt x="9200" y="58817"/>
                </a:cubicBezTo>
                <a:lnTo>
                  <a:pt x="11133" y="58024"/>
                </a:lnTo>
                <a:lnTo>
                  <a:pt x="176358" y="907"/>
                </a:lnTo>
                <a:cubicBezTo>
                  <a:pt x="179145" y="-57"/>
                  <a:pt x="182141" y="-257"/>
                  <a:pt x="185032" y="328"/>
                </a:cubicBezTo>
                <a:close/>
                <a:moveTo>
                  <a:pt x="181760" y="34001"/>
                </a:moveTo>
                <a:lnTo>
                  <a:pt x="66549" y="73820"/>
                </a:lnTo>
                <a:lnTo>
                  <a:pt x="181760" y="114647"/>
                </a:lnTo>
                <a:lnTo>
                  <a:pt x="296955" y="73820"/>
                </a:lnTo>
                <a:lnTo>
                  <a:pt x="181760" y="34001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331" name="标题 1"/>
          <p:cNvSpPr/>
          <p:nvPr>
            <p:custDataLst>
              <p:tags r:id="rId2"/>
            </p:custDataLst>
          </p:nvPr>
        </p:nvSpPr>
        <p:spPr>
          <a:xfrm>
            <a:off x="3854880" y="2799360"/>
            <a:ext cx="278640" cy="253800"/>
          </a:xfrm>
          <a:custGeom>
            <a:avLst/>
            <a:gdLst>
              <a:gd name="textAreaLeft" fmla="*/ 0 w 278640"/>
              <a:gd name="textAreaRight" fmla="*/ 279360 w 278640"/>
              <a:gd name="textAreaTop" fmla="*/ 0 h 253800"/>
              <a:gd name="textAreaBottom" fmla="*/ 254520 h 253800"/>
            </a:gdLst>
            <a:ahLst/>
            <a:cxnLst/>
            <a:rect l="textAreaLeft" t="textAreaTop" r="textAreaRight" b="textAreaBottom"/>
            <a:pathLst>
              <a:path w="397990" h="361810">
                <a:moveTo>
                  <a:pt x="18507" y="361810"/>
                </a:moveTo>
                <a:cubicBezTo>
                  <a:pt x="8973" y="361810"/>
                  <a:pt x="1122" y="354755"/>
                  <a:pt x="109" y="345692"/>
                </a:cubicBezTo>
                <a:lnTo>
                  <a:pt x="0" y="343720"/>
                </a:lnTo>
                <a:lnTo>
                  <a:pt x="0" y="126634"/>
                </a:lnTo>
                <a:cubicBezTo>
                  <a:pt x="0" y="117317"/>
                  <a:pt x="7236" y="109628"/>
                  <a:pt x="16499" y="108651"/>
                </a:cubicBezTo>
                <a:lnTo>
                  <a:pt x="18507" y="108543"/>
                </a:lnTo>
                <a:lnTo>
                  <a:pt x="120320" y="108543"/>
                </a:lnTo>
                <a:lnTo>
                  <a:pt x="120320" y="18091"/>
                </a:lnTo>
                <a:cubicBezTo>
                  <a:pt x="120320" y="8774"/>
                  <a:pt x="127556" y="1085"/>
                  <a:pt x="136819" y="109"/>
                </a:cubicBezTo>
                <a:lnTo>
                  <a:pt x="138827" y="0"/>
                </a:lnTo>
                <a:lnTo>
                  <a:pt x="259164" y="0"/>
                </a:lnTo>
                <a:cubicBezTo>
                  <a:pt x="268698" y="0"/>
                  <a:pt x="276549" y="7055"/>
                  <a:pt x="277562" y="16119"/>
                </a:cubicBezTo>
                <a:lnTo>
                  <a:pt x="277671" y="18091"/>
                </a:lnTo>
                <a:lnTo>
                  <a:pt x="277653" y="180905"/>
                </a:lnTo>
                <a:lnTo>
                  <a:pt x="379484" y="180905"/>
                </a:lnTo>
                <a:cubicBezTo>
                  <a:pt x="389018" y="180905"/>
                  <a:pt x="396869" y="187960"/>
                  <a:pt x="397882" y="197024"/>
                </a:cubicBezTo>
                <a:lnTo>
                  <a:pt x="397991" y="198996"/>
                </a:lnTo>
                <a:lnTo>
                  <a:pt x="397991" y="343720"/>
                </a:lnTo>
                <a:cubicBezTo>
                  <a:pt x="397991" y="353705"/>
                  <a:pt x="389706" y="361810"/>
                  <a:pt x="379484" y="361810"/>
                </a:cubicBezTo>
                <a:lnTo>
                  <a:pt x="18507" y="361810"/>
                </a:lnTo>
                <a:close/>
                <a:moveTo>
                  <a:pt x="120320" y="144724"/>
                </a:moveTo>
                <a:lnTo>
                  <a:pt x="37031" y="144724"/>
                </a:lnTo>
                <a:lnTo>
                  <a:pt x="37031" y="325629"/>
                </a:lnTo>
                <a:lnTo>
                  <a:pt x="120302" y="325629"/>
                </a:lnTo>
                <a:lnTo>
                  <a:pt x="120302" y="144724"/>
                </a:lnTo>
                <a:close/>
                <a:moveTo>
                  <a:pt x="240640" y="36181"/>
                </a:moveTo>
                <a:lnTo>
                  <a:pt x="157351" y="36181"/>
                </a:lnTo>
                <a:lnTo>
                  <a:pt x="157351" y="325629"/>
                </a:lnTo>
                <a:lnTo>
                  <a:pt x="240640" y="325629"/>
                </a:lnTo>
                <a:lnTo>
                  <a:pt x="240640" y="36181"/>
                </a:lnTo>
                <a:close/>
                <a:moveTo>
                  <a:pt x="360960" y="217086"/>
                </a:moveTo>
                <a:lnTo>
                  <a:pt x="277689" y="217086"/>
                </a:lnTo>
                <a:lnTo>
                  <a:pt x="277689" y="325629"/>
                </a:lnTo>
                <a:lnTo>
                  <a:pt x="360978" y="325629"/>
                </a:lnTo>
                <a:lnTo>
                  <a:pt x="360978" y="217086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622" name="标题 1"/>
          <p:cNvSpPr/>
          <p:nvPr>
            <p:custDataLst>
              <p:tags r:id="rId3"/>
            </p:custDataLst>
          </p:nvPr>
        </p:nvSpPr>
        <p:spPr>
          <a:xfrm>
            <a:off x="1736725" y="4507865"/>
            <a:ext cx="277622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altLang="zh-CN" sz="2000">
                <a:solidFill>
                  <a:srgbClr val="0445A8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{{content_points[0]}}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23" name="标题 1"/>
          <p:cNvSpPr/>
          <p:nvPr>
            <p:custDataLst>
              <p:tags r:id="rId4"/>
            </p:custDataLst>
          </p:nvPr>
        </p:nvSpPr>
        <p:spPr>
          <a:xfrm>
            <a:off x="1875790" y="4904105"/>
            <a:ext cx="2450465" cy="3041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/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[0]}}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grpSp>
        <p:nvGrpSpPr>
          <p:cNvPr id="624" name="组合 59"/>
          <p:cNvGrpSpPr/>
          <p:nvPr>
            <p:custDataLst>
              <p:tags r:id="rId5"/>
            </p:custDataLst>
          </p:nvPr>
        </p:nvGrpSpPr>
        <p:grpSpPr>
          <a:xfrm rot="0">
            <a:off x="1998980" y="1704975"/>
            <a:ext cx="2228215" cy="2548255"/>
            <a:chOff x="1974960" y="1628640"/>
            <a:chExt cx="2228040" cy="2548080"/>
          </a:xfrm>
        </p:grpSpPr>
        <p:sp>
          <p:nvSpPr>
            <p:cNvPr id="625" name="标题 1"/>
            <p:cNvSpPr/>
            <p:nvPr>
              <p:custDataLst>
                <p:tags r:id="rId6"/>
              </p:custDataLst>
            </p:nvPr>
          </p:nvSpPr>
          <p:spPr>
            <a:xfrm>
              <a:off x="1974960" y="1628640"/>
              <a:ext cx="2228040" cy="2548080"/>
            </a:xfrm>
            <a:custGeom>
              <a:avLst/>
              <a:gdLst>
                <a:gd name="textAreaLeft" fmla="*/ 0 w 2228040"/>
                <a:gd name="textAreaRight" fmla="*/ 2228760 w 2228040"/>
                <a:gd name="textAreaTop" fmla="*/ 0 h 2548080"/>
                <a:gd name="textAreaBottom" fmla="*/ 2548800 h 2548080"/>
              </a:gdLst>
              <a:ahLst/>
              <a:cxnLst/>
              <a:rect l="textAreaLeft" t="textAreaTop" r="textAreaRight" b="textAreaBottom"/>
              <a:pathLst>
                <a:path w="2556231" h="2923670">
                  <a:moveTo>
                    <a:pt x="1219295" y="2906252"/>
                  </a:moveTo>
                  <a:lnTo>
                    <a:pt x="49179" y="2146378"/>
                  </a:lnTo>
                  <a:cubicBezTo>
                    <a:pt x="18492" y="2126449"/>
                    <a:pt x="0" y="2092393"/>
                    <a:pt x="0" y="2055801"/>
                  </a:cubicBezTo>
                  <a:lnTo>
                    <a:pt x="0" y="867869"/>
                  </a:lnTo>
                  <a:cubicBezTo>
                    <a:pt x="0" y="831278"/>
                    <a:pt x="18492" y="797221"/>
                    <a:pt x="49179" y="777292"/>
                  </a:cubicBezTo>
                  <a:lnTo>
                    <a:pt x="1219295" y="17418"/>
                  </a:lnTo>
                  <a:cubicBezTo>
                    <a:pt x="1255058" y="-5806"/>
                    <a:pt x="1301174" y="-5806"/>
                    <a:pt x="1336937" y="17418"/>
                  </a:cubicBezTo>
                  <a:lnTo>
                    <a:pt x="2507051" y="777292"/>
                  </a:lnTo>
                  <a:cubicBezTo>
                    <a:pt x="2537739" y="797221"/>
                    <a:pt x="2556231" y="831278"/>
                    <a:pt x="2556231" y="867869"/>
                  </a:cubicBezTo>
                  <a:lnTo>
                    <a:pt x="2556231" y="2055801"/>
                  </a:lnTo>
                  <a:cubicBezTo>
                    <a:pt x="2556231" y="2092393"/>
                    <a:pt x="2537739" y="2126449"/>
                    <a:pt x="2507051" y="2146378"/>
                  </a:cubicBezTo>
                  <a:lnTo>
                    <a:pt x="1336937" y="2906252"/>
                  </a:lnTo>
                  <a:cubicBezTo>
                    <a:pt x="1301174" y="2929476"/>
                    <a:pt x="1255058" y="2929476"/>
                    <a:pt x="1219295" y="2906252"/>
                  </a:cubicBezTo>
                </a:path>
              </a:pathLst>
            </a:custGeom>
            <a:blipFill rotWithShape="1">
              <a:blip r:embed="rId7"/>
              <a:srcRect/>
              <a:stretch>
                <a:fillRect/>
              </a:stretch>
            </a:blipFill>
            <a:ln w="127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626" name="标题 1"/>
            <p:cNvSpPr/>
            <p:nvPr>
              <p:custDataLst>
                <p:tags r:id="rId8"/>
              </p:custDataLst>
            </p:nvPr>
          </p:nvSpPr>
          <p:spPr>
            <a:xfrm>
              <a:off x="2869560" y="1886760"/>
              <a:ext cx="438840" cy="438840"/>
            </a:xfrm>
            <a:prstGeom prst="ellipse">
              <a:avLst/>
            </a:prstGeom>
            <a:gradFill rotWithShape="0">
              <a:gsLst>
                <a:gs pos="0">
                  <a:srgbClr val="C0D8FD"/>
                </a:gs>
                <a:gs pos="100000">
                  <a:srgbClr val="5F98FC"/>
                </a:gs>
              </a:gsLst>
              <a:lin ang="5400000"/>
            </a:gra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627" name="标题 1"/>
            <p:cNvSpPr/>
            <p:nvPr>
              <p:custDataLst>
                <p:tags r:id="rId9"/>
              </p:custDataLst>
            </p:nvPr>
          </p:nvSpPr>
          <p:spPr>
            <a:xfrm>
              <a:off x="2901240" y="1971720"/>
              <a:ext cx="3751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uFillTx/>
                  <a:latin typeface="OPPOSans H" panose="00020600040101010101" charset="-122"/>
                  <a:ea typeface="OPPOSans H" panose="00020600040101010101" charset="-122"/>
                </a:rPr>
                <a:t>01</a:t>
              </a:r>
              <a:endPara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endParaRPr>
            </a:p>
          </p:txBody>
        </p:sp>
      </p:grpSp>
      <p:sp>
        <p:nvSpPr>
          <p:cNvPr id="628" name="标题 1"/>
          <p:cNvSpPr/>
          <p:nvPr>
            <p:custDataLst>
              <p:tags r:id="rId10"/>
            </p:custDataLst>
          </p:nvPr>
        </p:nvSpPr>
        <p:spPr>
          <a:xfrm>
            <a:off x="4737735" y="4507865"/>
            <a:ext cx="2806065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altLang="zh-CN" sz="2000">
                <a:solidFill>
                  <a:srgbClr val="0445A8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{{content_points[1]}}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29" name="标题 1"/>
          <p:cNvSpPr/>
          <p:nvPr>
            <p:custDataLst>
              <p:tags r:id="rId11"/>
            </p:custDataLst>
          </p:nvPr>
        </p:nvSpPr>
        <p:spPr>
          <a:xfrm>
            <a:off x="4882505" y="4903985"/>
            <a:ext cx="2450520" cy="3041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/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[1]}}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grpSp>
        <p:nvGrpSpPr>
          <p:cNvPr id="630" name="组合 66"/>
          <p:cNvGrpSpPr/>
          <p:nvPr>
            <p:custDataLst>
              <p:tags r:id="rId12"/>
            </p:custDataLst>
          </p:nvPr>
        </p:nvGrpSpPr>
        <p:grpSpPr>
          <a:xfrm>
            <a:off x="5005810" y="1704840"/>
            <a:ext cx="2228040" cy="2548080"/>
            <a:chOff x="4981680" y="1628640"/>
            <a:chExt cx="2228040" cy="2548080"/>
          </a:xfrm>
        </p:grpSpPr>
        <p:sp>
          <p:nvSpPr>
            <p:cNvPr id="631" name="标题 1"/>
            <p:cNvSpPr/>
            <p:nvPr>
              <p:custDataLst>
                <p:tags r:id="rId13"/>
              </p:custDataLst>
            </p:nvPr>
          </p:nvSpPr>
          <p:spPr>
            <a:xfrm>
              <a:off x="4981680" y="1628640"/>
              <a:ext cx="2228040" cy="2548080"/>
            </a:xfrm>
            <a:custGeom>
              <a:avLst/>
              <a:gdLst>
                <a:gd name="textAreaLeft" fmla="*/ 0 w 2228040"/>
                <a:gd name="textAreaRight" fmla="*/ 2228760 w 2228040"/>
                <a:gd name="textAreaTop" fmla="*/ 0 h 2548080"/>
                <a:gd name="textAreaBottom" fmla="*/ 2548800 h 2548080"/>
              </a:gdLst>
              <a:ahLst/>
              <a:cxnLst/>
              <a:rect l="textAreaLeft" t="textAreaTop" r="textAreaRight" b="textAreaBottom"/>
              <a:pathLst>
                <a:path w="2556231" h="2923670">
                  <a:moveTo>
                    <a:pt x="1219295" y="2906252"/>
                  </a:moveTo>
                  <a:lnTo>
                    <a:pt x="49179" y="2146378"/>
                  </a:lnTo>
                  <a:cubicBezTo>
                    <a:pt x="18492" y="2126449"/>
                    <a:pt x="0" y="2092393"/>
                    <a:pt x="0" y="2055801"/>
                  </a:cubicBezTo>
                  <a:lnTo>
                    <a:pt x="0" y="867869"/>
                  </a:lnTo>
                  <a:cubicBezTo>
                    <a:pt x="0" y="831278"/>
                    <a:pt x="18492" y="797221"/>
                    <a:pt x="49179" y="777292"/>
                  </a:cubicBezTo>
                  <a:lnTo>
                    <a:pt x="1219295" y="17418"/>
                  </a:lnTo>
                  <a:cubicBezTo>
                    <a:pt x="1255058" y="-5806"/>
                    <a:pt x="1301174" y="-5806"/>
                    <a:pt x="1336937" y="17418"/>
                  </a:cubicBezTo>
                  <a:lnTo>
                    <a:pt x="2507051" y="777292"/>
                  </a:lnTo>
                  <a:cubicBezTo>
                    <a:pt x="2537739" y="797221"/>
                    <a:pt x="2556231" y="831278"/>
                    <a:pt x="2556231" y="867869"/>
                  </a:cubicBezTo>
                  <a:lnTo>
                    <a:pt x="2556231" y="2055801"/>
                  </a:lnTo>
                  <a:cubicBezTo>
                    <a:pt x="2556231" y="2092393"/>
                    <a:pt x="2537739" y="2126449"/>
                    <a:pt x="2507051" y="2146378"/>
                  </a:cubicBezTo>
                  <a:lnTo>
                    <a:pt x="1336937" y="2906252"/>
                  </a:lnTo>
                  <a:cubicBezTo>
                    <a:pt x="1301174" y="2929476"/>
                    <a:pt x="1255058" y="2929476"/>
                    <a:pt x="1219295" y="2906252"/>
                  </a:cubicBezTo>
                </a:path>
              </a:pathLst>
            </a:custGeom>
            <a:blipFill rotWithShape="1">
              <a:blip r:embed="rId7"/>
              <a:srcRect/>
              <a:stretch>
                <a:fillRect/>
              </a:stretch>
            </a:blipFill>
            <a:ln w="127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632" name="标题 1"/>
            <p:cNvSpPr/>
            <p:nvPr>
              <p:custDataLst>
                <p:tags r:id="rId14"/>
              </p:custDataLst>
            </p:nvPr>
          </p:nvSpPr>
          <p:spPr>
            <a:xfrm>
              <a:off x="5876280" y="1886760"/>
              <a:ext cx="438840" cy="438840"/>
            </a:xfrm>
            <a:prstGeom prst="ellipse">
              <a:avLst/>
            </a:prstGeom>
            <a:gradFill rotWithShape="0">
              <a:gsLst>
                <a:gs pos="0">
                  <a:srgbClr val="C0D8FD"/>
                </a:gs>
                <a:gs pos="100000">
                  <a:srgbClr val="5F98FC"/>
                </a:gs>
              </a:gsLst>
              <a:lin ang="5400000"/>
            </a:gra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633" name="标题 1"/>
            <p:cNvSpPr/>
            <p:nvPr>
              <p:custDataLst>
                <p:tags r:id="rId15"/>
              </p:custDataLst>
            </p:nvPr>
          </p:nvSpPr>
          <p:spPr>
            <a:xfrm>
              <a:off x="5907960" y="1971720"/>
              <a:ext cx="3751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uFillTx/>
                  <a:latin typeface="OPPOSans H" panose="00020600040101010101" charset="-122"/>
                  <a:ea typeface="OPPOSans H" panose="00020600040101010101" charset="-122"/>
                </a:rPr>
                <a:t>02</a:t>
              </a:r>
              <a:endPara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endParaRPr>
            </a:p>
          </p:txBody>
        </p:sp>
      </p:grpSp>
      <p:grpSp>
        <p:nvGrpSpPr>
          <p:cNvPr id="636" name="组合 73"/>
          <p:cNvGrpSpPr/>
          <p:nvPr>
            <p:custDataLst>
              <p:tags r:id="rId16"/>
            </p:custDataLst>
          </p:nvPr>
        </p:nvGrpSpPr>
        <p:grpSpPr>
          <a:xfrm>
            <a:off x="8012530" y="1704840"/>
            <a:ext cx="2228040" cy="2548080"/>
            <a:chOff x="7988400" y="1628640"/>
            <a:chExt cx="2228040" cy="2548080"/>
          </a:xfrm>
        </p:grpSpPr>
        <p:sp>
          <p:nvSpPr>
            <p:cNvPr id="637" name="标题 1"/>
            <p:cNvSpPr/>
            <p:nvPr>
              <p:custDataLst>
                <p:tags r:id="rId17"/>
              </p:custDataLst>
            </p:nvPr>
          </p:nvSpPr>
          <p:spPr>
            <a:xfrm>
              <a:off x="7988400" y="1628640"/>
              <a:ext cx="2228040" cy="2548080"/>
            </a:xfrm>
            <a:custGeom>
              <a:avLst/>
              <a:gdLst>
                <a:gd name="textAreaLeft" fmla="*/ 0 w 2228040"/>
                <a:gd name="textAreaRight" fmla="*/ 2228760 w 2228040"/>
                <a:gd name="textAreaTop" fmla="*/ 0 h 2548080"/>
                <a:gd name="textAreaBottom" fmla="*/ 2548800 h 2548080"/>
              </a:gdLst>
              <a:ahLst/>
              <a:cxnLst/>
              <a:rect l="textAreaLeft" t="textAreaTop" r="textAreaRight" b="textAreaBottom"/>
              <a:pathLst>
                <a:path w="2556231" h="2923670">
                  <a:moveTo>
                    <a:pt x="1219295" y="2906252"/>
                  </a:moveTo>
                  <a:lnTo>
                    <a:pt x="49179" y="2146378"/>
                  </a:lnTo>
                  <a:cubicBezTo>
                    <a:pt x="18492" y="2126449"/>
                    <a:pt x="0" y="2092393"/>
                    <a:pt x="0" y="2055801"/>
                  </a:cubicBezTo>
                  <a:lnTo>
                    <a:pt x="0" y="867869"/>
                  </a:lnTo>
                  <a:cubicBezTo>
                    <a:pt x="0" y="831278"/>
                    <a:pt x="18492" y="797221"/>
                    <a:pt x="49179" y="777292"/>
                  </a:cubicBezTo>
                  <a:lnTo>
                    <a:pt x="1219295" y="17418"/>
                  </a:lnTo>
                  <a:cubicBezTo>
                    <a:pt x="1255058" y="-5806"/>
                    <a:pt x="1301174" y="-5806"/>
                    <a:pt x="1336937" y="17418"/>
                  </a:cubicBezTo>
                  <a:lnTo>
                    <a:pt x="2507051" y="777292"/>
                  </a:lnTo>
                  <a:cubicBezTo>
                    <a:pt x="2537739" y="797221"/>
                    <a:pt x="2556231" y="831278"/>
                    <a:pt x="2556231" y="867869"/>
                  </a:cubicBezTo>
                  <a:lnTo>
                    <a:pt x="2556231" y="2055801"/>
                  </a:lnTo>
                  <a:cubicBezTo>
                    <a:pt x="2556231" y="2092393"/>
                    <a:pt x="2537739" y="2126449"/>
                    <a:pt x="2507051" y="2146378"/>
                  </a:cubicBezTo>
                  <a:lnTo>
                    <a:pt x="1336937" y="2906252"/>
                  </a:lnTo>
                  <a:cubicBezTo>
                    <a:pt x="1301174" y="2929476"/>
                    <a:pt x="1255058" y="2929476"/>
                    <a:pt x="1219295" y="2906252"/>
                  </a:cubicBezTo>
                </a:path>
              </a:pathLst>
            </a:custGeom>
            <a:blipFill rotWithShape="1">
              <a:blip r:embed="rId7"/>
              <a:srcRect/>
              <a:stretch>
                <a:fillRect/>
              </a:stretch>
            </a:blipFill>
            <a:ln w="127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638" name="标题 1"/>
            <p:cNvSpPr/>
            <p:nvPr>
              <p:custDataLst>
                <p:tags r:id="rId18"/>
              </p:custDataLst>
            </p:nvPr>
          </p:nvSpPr>
          <p:spPr>
            <a:xfrm>
              <a:off x="8883000" y="1886760"/>
              <a:ext cx="438840" cy="438840"/>
            </a:xfrm>
            <a:prstGeom prst="ellipse">
              <a:avLst/>
            </a:prstGeom>
            <a:gradFill rotWithShape="0">
              <a:gsLst>
                <a:gs pos="0">
                  <a:srgbClr val="C0D8FD"/>
                </a:gs>
                <a:gs pos="100000">
                  <a:srgbClr val="5F98FC"/>
                </a:gs>
              </a:gsLst>
              <a:lin ang="5400000"/>
            </a:gradFill>
            <a:ln w="9525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639" name="标题 1"/>
            <p:cNvSpPr/>
            <p:nvPr>
              <p:custDataLst>
                <p:tags r:id="rId19"/>
              </p:custDataLst>
            </p:nvPr>
          </p:nvSpPr>
          <p:spPr>
            <a:xfrm>
              <a:off x="8914680" y="1971720"/>
              <a:ext cx="3751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t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uFillTx/>
                  <a:latin typeface="OPPOSans H" panose="00020600040101010101" charset="-122"/>
                  <a:ea typeface="OPPOSans H" panose="00020600040101010101" charset="-122"/>
                </a:rPr>
                <a:t>03</a:t>
              </a:r>
              <a:endPara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endParaRPr>
            </a:p>
          </p:txBody>
        </p:sp>
      </p:grpSp>
      <p:sp>
        <p:nvSpPr>
          <p:cNvPr id="2" name="标题 1"/>
          <p:cNvSpPr/>
          <p:nvPr>
            <p:custDataLst>
              <p:tags r:id="rId20"/>
            </p:custDataLst>
          </p:nvPr>
        </p:nvSpPr>
        <p:spPr>
          <a:xfrm>
            <a:off x="7744460" y="4507865"/>
            <a:ext cx="2806065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altLang="zh-CN" sz="2000">
                <a:solidFill>
                  <a:srgbClr val="0445A8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{{content_points[2]}}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" name="标题 1"/>
          <p:cNvSpPr/>
          <p:nvPr>
            <p:custDataLst>
              <p:tags r:id="rId21"/>
            </p:custDataLst>
          </p:nvPr>
        </p:nvSpPr>
        <p:spPr>
          <a:xfrm>
            <a:off x="7889230" y="4903985"/>
            <a:ext cx="2450520" cy="3041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/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[2]}}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035" y="1039495"/>
            <a:ext cx="109613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>
                <a:solidFill>
                  <a:srgbClr val="172B84"/>
                </a:solidFill>
                <a:latin typeface="思源黑体" panose="020B0800000000000000" charset="-122"/>
                <a:ea typeface="思源黑体" panose="020B0800000000000000" charset="-122"/>
              </a:rPr>
              <a:t>{{title}}</a:t>
            </a:r>
            <a:endParaRPr lang="en-US" altLang="zh-CN" sz="2200">
              <a:solidFill>
                <a:srgbClr val="172B84"/>
              </a:solidFill>
              <a:latin typeface="思源黑体" panose="020B0800000000000000" charset="-122"/>
              <a:ea typeface="思源黑体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 flipV="1">
            <a:off x="0" y="-6350"/>
            <a:ext cx="12192000" cy="6858000"/>
          </a:xfrm>
          <a:prstGeom prst="rect">
            <a:avLst/>
          </a:prstGeom>
          <a:gradFill>
            <a:gsLst>
              <a:gs pos="0">
                <a:srgbClr val="D3E4FE">
                  <a:alpha val="50000"/>
                </a:srgbClr>
              </a:gs>
              <a:gs pos="60000">
                <a:schemeClr val="bg1"/>
              </a:gs>
            </a:gsLst>
            <a:lin ang="5400000" scaled="0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8399780" y="2058670"/>
            <a:ext cx="3343910" cy="648335"/>
          </a:xfrm>
          <a:prstGeom prst="rect">
            <a:avLst/>
          </a:prstGeom>
          <a:solidFill>
            <a:srgbClr val="172B8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433070" y="4262755"/>
            <a:ext cx="3502660" cy="648335"/>
          </a:xfrm>
          <a:prstGeom prst="rect">
            <a:avLst/>
          </a:prstGeom>
          <a:solidFill>
            <a:srgbClr val="172B8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433070" y="2058670"/>
            <a:ext cx="3502660" cy="648335"/>
          </a:xfrm>
          <a:prstGeom prst="rect">
            <a:avLst/>
          </a:prstGeom>
          <a:solidFill>
            <a:srgbClr val="172B8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6" name="Freeform 20"/>
          <p:cNvSpPr/>
          <p:nvPr/>
        </p:nvSpPr>
        <p:spPr>
          <a:xfrm>
            <a:off x="479160" y="3999685"/>
            <a:ext cx="3593880" cy="399240"/>
          </a:xfrm>
          <a:prstGeom prst="roundRect">
            <a:avLst>
              <a:gd name="adj" fmla="val 107"/>
            </a:avLst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chemeClr val="accent5">
                  <a:lumMod val="75000"/>
                </a:schemeClr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239" name="标题 1"/>
          <p:cNvSpPr/>
          <p:nvPr/>
        </p:nvSpPr>
        <p:spPr>
          <a:xfrm>
            <a:off x="0" y="6351840"/>
            <a:ext cx="12191400" cy="505440"/>
          </a:xfrm>
          <a:prstGeom prst="parallelogram">
            <a:avLst>
              <a:gd name="adj" fmla="val 0"/>
            </a:avLst>
          </a:prstGeom>
          <a:gradFill rotWithShape="0">
            <a:gsLst>
              <a:gs pos="0">
                <a:srgbClr val="172B84">
                  <a:alpha val="0"/>
                </a:srgbClr>
              </a:gs>
              <a:gs pos="50000">
                <a:srgbClr val="172B84"/>
              </a:gs>
              <a:gs pos="100000">
                <a:srgbClr val="172B84">
                  <a:alpha val="0"/>
                </a:srgbClr>
              </a:gs>
            </a:gsLst>
            <a:lin ang="0"/>
          </a:gradFill>
          <a:ln w="1905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54990" y="403225"/>
            <a:ext cx="10793730" cy="505460"/>
            <a:chOff x="874" y="861"/>
            <a:chExt cx="16998" cy="796"/>
          </a:xfrm>
        </p:grpSpPr>
        <p:sp>
          <p:nvSpPr>
            <p:cNvPr id="223" name="标题 1"/>
            <p:cNvSpPr/>
            <p:nvPr/>
          </p:nvSpPr>
          <p:spPr>
            <a:xfrm>
              <a:off x="874" y="861"/>
              <a:ext cx="950" cy="796"/>
            </a:xfrm>
            <a:prstGeom prst="homePlate">
              <a:avLst>
                <a:gd name="adj" fmla="val 44221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7" name="标题 1"/>
            <p:cNvSpPr/>
            <p:nvPr/>
          </p:nvSpPr>
          <p:spPr>
            <a:xfrm>
              <a:off x="1662" y="861"/>
              <a:ext cx="793" cy="796"/>
            </a:xfrm>
            <a:prstGeom prst="chevron">
              <a:avLst>
                <a:gd name="adj" fmla="val 49306"/>
              </a:avLst>
            </a:prstGeom>
            <a:solidFill>
              <a:srgbClr val="172B84"/>
            </a:soli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8" name="标题 1"/>
            <p:cNvSpPr/>
            <p:nvPr/>
          </p:nvSpPr>
          <p:spPr>
            <a:xfrm>
              <a:off x="2456" y="861"/>
              <a:ext cx="15416" cy="796"/>
            </a:xfrm>
            <a:prstGeom prst="rect">
              <a:avLst/>
            </a:prstGeom>
            <a:gradFill>
              <a:gsLst>
                <a:gs pos="100000">
                  <a:srgbClr val="F6F7F7">
                    <a:alpha val="0"/>
                  </a:srgbClr>
                </a:gs>
                <a:gs pos="0">
                  <a:srgbClr val="F5F5F7"/>
                </a:gs>
              </a:gsLst>
              <a:lin ang="2700000" scaled="0"/>
            </a:gradFill>
            <a:ln w="1905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225" name="标题 1"/>
            <p:cNvSpPr/>
            <p:nvPr/>
          </p:nvSpPr>
          <p:spPr>
            <a:xfrm>
              <a:off x="2682" y="920"/>
              <a:ext cx="11671" cy="6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0" tIns="0" rIns="0" bIns="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altLang="zh-CN" sz="2800" b="0" u="none" strike="noStrike">
                  <a:solidFill>
                    <a:srgbClr val="172B84"/>
                  </a:solidFill>
                  <a:uFillTx/>
                  <a:latin typeface="思源黑体 CN Bold" panose="020B0800000000000000" charset="-122"/>
                  <a:ea typeface="思源黑体 CN Bold" panose="020B0800000000000000" charset="-122"/>
                </a:rPr>
                <a:t>{{section_title}}</a:t>
              </a:r>
              <a:endParaRPr lang="en-US" altLang="zh-CN" sz="2800" b="0" u="none" strike="noStrike">
                <a:solidFill>
                  <a:srgbClr val="172B84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sp>
        <p:nvSpPr>
          <p:cNvPr id="330" name="标题 1"/>
          <p:cNvSpPr/>
          <p:nvPr>
            <p:custDataLst>
              <p:tags r:id="rId4"/>
            </p:custDataLst>
          </p:nvPr>
        </p:nvSpPr>
        <p:spPr>
          <a:xfrm>
            <a:off x="1680840" y="3201925"/>
            <a:ext cx="294480" cy="280800"/>
          </a:xfrm>
          <a:custGeom>
            <a:avLst/>
            <a:gdLst>
              <a:gd name="textAreaLeft" fmla="*/ 0 w 294480"/>
              <a:gd name="textAreaRight" fmla="*/ 295200 w 294480"/>
              <a:gd name="textAreaTop" fmla="*/ 0 h 280800"/>
              <a:gd name="textAreaBottom" fmla="*/ 281520 h 280800"/>
            </a:gdLst>
            <a:ahLst/>
            <a:cxnLst/>
            <a:rect l="textAreaLeft" t="textAreaTop" r="textAreaRight" b="textAreaBottom"/>
            <a:pathLst>
              <a:path w="363510" h="346970">
                <a:moveTo>
                  <a:pt x="362582" y="267165"/>
                </a:moveTo>
                <a:cubicBezTo>
                  <a:pt x="365347" y="275075"/>
                  <a:pt x="361754" y="283802"/>
                  <a:pt x="354221" y="287471"/>
                </a:cubicBezTo>
                <a:lnTo>
                  <a:pt x="352437" y="288215"/>
                </a:lnTo>
                <a:lnTo>
                  <a:pt x="187213" y="346043"/>
                </a:lnTo>
                <a:cubicBezTo>
                  <a:pt x="184401" y="347027"/>
                  <a:pt x="181375" y="347233"/>
                  <a:pt x="178456" y="346638"/>
                </a:cubicBezTo>
                <a:lnTo>
                  <a:pt x="176308" y="346043"/>
                </a:lnTo>
                <a:lnTo>
                  <a:pt x="11084" y="288215"/>
                </a:lnTo>
                <a:cubicBezTo>
                  <a:pt x="2468" y="285208"/>
                  <a:pt x="-2079" y="275787"/>
                  <a:pt x="927" y="267171"/>
                </a:cubicBezTo>
                <a:cubicBezTo>
                  <a:pt x="3691" y="259251"/>
                  <a:pt x="11952" y="254658"/>
                  <a:pt x="20138" y="256492"/>
                </a:cubicBezTo>
                <a:lnTo>
                  <a:pt x="21989" y="257021"/>
                </a:lnTo>
                <a:lnTo>
                  <a:pt x="181760" y="312932"/>
                </a:lnTo>
                <a:lnTo>
                  <a:pt x="341532" y="257021"/>
                </a:lnTo>
                <a:cubicBezTo>
                  <a:pt x="350146" y="254009"/>
                  <a:pt x="359570" y="258551"/>
                  <a:pt x="362581" y="267165"/>
                </a:cubicBezTo>
                <a:cubicBezTo>
                  <a:pt x="362582" y="267165"/>
                  <a:pt x="362582" y="267165"/>
                  <a:pt x="362582" y="267165"/>
                </a:cubicBezTo>
                <a:close/>
                <a:moveTo>
                  <a:pt x="362582" y="201075"/>
                </a:moveTo>
                <a:cubicBezTo>
                  <a:pt x="365347" y="208985"/>
                  <a:pt x="361754" y="217712"/>
                  <a:pt x="354221" y="221382"/>
                </a:cubicBezTo>
                <a:lnTo>
                  <a:pt x="352437" y="222125"/>
                </a:lnTo>
                <a:lnTo>
                  <a:pt x="187213" y="279954"/>
                </a:lnTo>
                <a:cubicBezTo>
                  <a:pt x="184401" y="280938"/>
                  <a:pt x="181375" y="281143"/>
                  <a:pt x="178456" y="280548"/>
                </a:cubicBezTo>
                <a:lnTo>
                  <a:pt x="176308" y="279954"/>
                </a:lnTo>
                <a:lnTo>
                  <a:pt x="11084" y="222125"/>
                </a:lnTo>
                <a:cubicBezTo>
                  <a:pt x="2468" y="219119"/>
                  <a:pt x="-2079" y="209697"/>
                  <a:pt x="927" y="201082"/>
                </a:cubicBezTo>
                <a:cubicBezTo>
                  <a:pt x="3691" y="193161"/>
                  <a:pt x="11952" y="188569"/>
                  <a:pt x="20138" y="190402"/>
                </a:cubicBezTo>
                <a:lnTo>
                  <a:pt x="21989" y="190931"/>
                </a:lnTo>
                <a:lnTo>
                  <a:pt x="181760" y="246843"/>
                </a:lnTo>
                <a:lnTo>
                  <a:pt x="341532" y="190931"/>
                </a:lnTo>
                <a:cubicBezTo>
                  <a:pt x="350143" y="187911"/>
                  <a:pt x="359572" y="192444"/>
                  <a:pt x="362591" y="201055"/>
                </a:cubicBezTo>
                <a:cubicBezTo>
                  <a:pt x="362593" y="201062"/>
                  <a:pt x="362596" y="201069"/>
                  <a:pt x="362598" y="201075"/>
                </a:cubicBezTo>
                <a:close/>
                <a:moveTo>
                  <a:pt x="362582" y="134986"/>
                </a:moveTo>
                <a:cubicBezTo>
                  <a:pt x="365347" y="142895"/>
                  <a:pt x="361754" y="151622"/>
                  <a:pt x="354221" y="155292"/>
                </a:cubicBezTo>
                <a:lnTo>
                  <a:pt x="352437" y="156035"/>
                </a:lnTo>
                <a:lnTo>
                  <a:pt x="187213" y="213864"/>
                </a:lnTo>
                <a:cubicBezTo>
                  <a:pt x="184401" y="214848"/>
                  <a:pt x="181375" y="215053"/>
                  <a:pt x="178456" y="214459"/>
                </a:cubicBezTo>
                <a:lnTo>
                  <a:pt x="176308" y="213864"/>
                </a:lnTo>
                <a:lnTo>
                  <a:pt x="11084" y="156035"/>
                </a:lnTo>
                <a:cubicBezTo>
                  <a:pt x="2468" y="153029"/>
                  <a:pt x="-2079" y="143608"/>
                  <a:pt x="927" y="134992"/>
                </a:cubicBezTo>
                <a:cubicBezTo>
                  <a:pt x="3691" y="127071"/>
                  <a:pt x="11952" y="122479"/>
                  <a:pt x="20138" y="124312"/>
                </a:cubicBezTo>
                <a:lnTo>
                  <a:pt x="21989" y="124841"/>
                </a:lnTo>
                <a:lnTo>
                  <a:pt x="181760" y="180753"/>
                </a:lnTo>
                <a:lnTo>
                  <a:pt x="341532" y="124841"/>
                </a:lnTo>
                <a:cubicBezTo>
                  <a:pt x="350146" y="121830"/>
                  <a:pt x="359570" y="126371"/>
                  <a:pt x="362581" y="134985"/>
                </a:cubicBezTo>
                <a:cubicBezTo>
                  <a:pt x="362582" y="134986"/>
                  <a:pt x="362582" y="134986"/>
                  <a:pt x="362582" y="134986"/>
                </a:cubicBezTo>
                <a:close/>
                <a:moveTo>
                  <a:pt x="185032" y="328"/>
                </a:moveTo>
                <a:lnTo>
                  <a:pt x="187163" y="907"/>
                </a:lnTo>
                <a:lnTo>
                  <a:pt x="352387" y="58024"/>
                </a:lnTo>
                <a:cubicBezTo>
                  <a:pt x="366481" y="62899"/>
                  <a:pt x="367191" y="82131"/>
                  <a:pt x="354420" y="88409"/>
                </a:cubicBezTo>
                <a:lnTo>
                  <a:pt x="352503" y="89219"/>
                </a:lnTo>
                <a:lnTo>
                  <a:pt x="187279" y="147758"/>
                </a:lnTo>
                <a:cubicBezTo>
                  <a:pt x="184436" y="148760"/>
                  <a:pt x="181374" y="148966"/>
                  <a:pt x="178423" y="148353"/>
                </a:cubicBezTo>
                <a:lnTo>
                  <a:pt x="176242" y="147758"/>
                </a:lnTo>
                <a:lnTo>
                  <a:pt x="11018" y="89219"/>
                </a:lnTo>
                <a:cubicBezTo>
                  <a:pt x="-3043" y="84229"/>
                  <a:pt x="-3605" y="64997"/>
                  <a:pt x="9200" y="58817"/>
                </a:cubicBezTo>
                <a:lnTo>
                  <a:pt x="11133" y="58024"/>
                </a:lnTo>
                <a:lnTo>
                  <a:pt x="176358" y="907"/>
                </a:lnTo>
                <a:cubicBezTo>
                  <a:pt x="179145" y="-57"/>
                  <a:pt x="182141" y="-257"/>
                  <a:pt x="185032" y="328"/>
                </a:cubicBezTo>
                <a:close/>
                <a:moveTo>
                  <a:pt x="181760" y="34001"/>
                </a:moveTo>
                <a:lnTo>
                  <a:pt x="66549" y="73820"/>
                </a:lnTo>
                <a:lnTo>
                  <a:pt x="181760" y="114647"/>
                </a:lnTo>
                <a:lnTo>
                  <a:pt x="296955" y="73820"/>
                </a:lnTo>
                <a:lnTo>
                  <a:pt x="181760" y="34001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331" name="标题 1"/>
          <p:cNvSpPr/>
          <p:nvPr>
            <p:custDataLst>
              <p:tags r:id="rId5"/>
            </p:custDataLst>
          </p:nvPr>
        </p:nvSpPr>
        <p:spPr>
          <a:xfrm>
            <a:off x="3854880" y="3301645"/>
            <a:ext cx="278640" cy="253800"/>
          </a:xfrm>
          <a:custGeom>
            <a:avLst/>
            <a:gdLst>
              <a:gd name="textAreaLeft" fmla="*/ 0 w 278640"/>
              <a:gd name="textAreaRight" fmla="*/ 279360 w 278640"/>
              <a:gd name="textAreaTop" fmla="*/ 0 h 253800"/>
              <a:gd name="textAreaBottom" fmla="*/ 254520 h 253800"/>
            </a:gdLst>
            <a:ahLst/>
            <a:cxnLst/>
            <a:rect l="textAreaLeft" t="textAreaTop" r="textAreaRight" b="textAreaBottom"/>
            <a:pathLst>
              <a:path w="397990" h="361810">
                <a:moveTo>
                  <a:pt x="18507" y="361810"/>
                </a:moveTo>
                <a:cubicBezTo>
                  <a:pt x="8973" y="361810"/>
                  <a:pt x="1122" y="354755"/>
                  <a:pt x="109" y="345692"/>
                </a:cubicBezTo>
                <a:lnTo>
                  <a:pt x="0" y="343720"/>
                </a:lnTo>
                <a:lnTo>
                  <a:pt x="0" y="126634"/>
                </a:lnTo>
                <a:cubicBezTo>
                  <a:pt x="0" y="117317"/>
                  <a:pt x="7236" y="109628"/>
                  <a:pt x="16499" y="108651"/>
                </a:cubicBezTo>
                <a:lnTo>
                  <a:pt x="18507" y="108543"/>
                </a:lnTo>
                <a:lnTo>
                  <a:pt x="120320" y="108543"/>
                </a:lnTo>
                <a:lnTo>
                  <a:pt x="120320" y="18091"/>
                </a:lnTo>
                <a:cubicBezTo>
                  <a:pt x="120320" y="8774"/>
                  <a:pt x="127556" y="1085"/>
                  <a:pt x="136819" y="109"/>
                </a:cubicBezTo>
                <a:lnTo>
                  <a:pt x="138827" y="0"/>
                </a:lnTo>
                <a:lnTo>
                  <a:pt x="259164" y="0"/>
                </a:lnTo>
                <a:cubicBezTo>
                  <a:pt x="268698" y="0"/>
                  <a:pt x="276549" y="7055"/>
                  <a:pt x="277562" y="16119"/>
                </a:cubicBezTo>
                <a:lnTo>
                  <a:pt x="277671" y="18091"/>
                </a:lnTo>
                <a:lnTo>
                  <a:pt x="277653" y="180905"/>
                </a:lnTo>
                <a:lnTo>
                  <a:pt x="379484" y="180905"/>
                </a:lnTo>
                <a:cubicBezTo>
                  <a:pt x="389018" y="180905"/>
                  <a:pt x="396869" y="187960"/>
                  <a:pt x="397882" y="197024"/>
                </a:cubicBezTo>
                <a:lnTo>
                  <a:pt x="397991" y="198996"/>
                </a:lnTo>
                <a:lnTo>
                  <a:pt x="397991" y="343720"/>
                </a:lnTo>
                <a:cubicBezTo>
                  <a:pt x="397991" y="353705"/>
                  <a:pt x="389706" y="361810"/>
                  <a:pt x="379484" y="361810"/>
                </a:cubicBezTo>
                <a:lnTo>
                  <a:pt x="18507" y="361810"/>
                </a:lnTo>
                <a:close/>
                <a:moveTo>
                  <a:pt x="120320" y="144724"/>
                </a:moveTo>
                <a:lnTo>
                  <a:pt x="37031" y="144724"/>
                </a:lnTo>
                <a:lnTo>
                  <a:pt x="37031" y="325629"/>
                </a:lnTo>
                <a:lnTo>
                  <a:pt x="120302" y="325629"/>
                </a:lnTo>
                <a:lnTo>
                  <a:pt x="120302" y="144724"/>
                </a:lnTo>
                <a:close/>
                <a:moveTo>
                  <a:pt x="240640" y="36181"/>
                </a:moveTo>
                <a:lnTo>
                  <a:pt x="157351" y="36181"/>
                </a:lnTo>
                <a:lnTo>
                  <a:pt x="157351" y="325629"/>
                </a:lnTo>
                <a:lnTo>
                  <a:pt x="240640" y="325629"/>
                </a:lnTo>
                <a:lnTo>
                  <a:pt x="240640" y="36181"/>
                </a:lnTo>
                <a:close/>
                <a:moveTo>
                  <a:pt x="360960" y="217086"/>
                </a:moveTo>
                <a:lnTo>
                  <a:pt x="277689" y="217086"/>
                </a:lnTo>
                <a:lnTo>
                  <a:pt x="277689" y="325629"/>
                </a:lnTo>
                <a:lnTo>
                  <a:pt x="360978" y="325629"/>
                </a:lnTo>
                <a:lnTo>
                  <a:pt x="360978" y="217086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654" name="标题 1"/>
          <p:cNvSpPr/>
          <p:nvPr>
            <p:custDataLst>
              <p:tags r:id="rId6"/>
            </p:custDataLst>
          </p:nvPr>
        </p:nvSpPr>
        <p:spPr>
          <a:xfrm>
            <a:off x="4654440" y="2507125"/>
            <a:ext cx="2532240" cy="2532240"/>
          </a:xfrm>
          <a:prstGeom prst="ellipse">
            <a:avLst/>
          </a:prstGeom>
          <a:solidFill>
            <a:srgbClr val="172B84">
              <a:alpha val="30000"/>
            </a:srgb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659" name="标题 1"/>
          <p:cNvSpPr/>
          <p:nvPr>
            <p:custDataLst>
              <p:tags r:id="rId7"/>
            </p:custDataLst>
          </p:nvPr>
        </p:nvSpPr>
        <p:spPr>
          <a:xfrm>
            <a:off x="632160" y="2768485"/>
            <a:ext cx="3213720" cy="3041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r"/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[0]}}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61" name="标题 1"/>
          <p:cNvSpPr/>
          <p:nvPr>
            <p:custDataLst>
              <p:tags r:id="rId8"/>
            </p:custDataLst>
          </p:nvPr>
        </p:nvSpPr>
        <p:spPr>
          <a:xfrm>
            <a:off x="672120" y="4924165"/>
            <a:ext cx="3213720" cy="3041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r"/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[2]}}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63" name="标题 1"/>
          <p:cNvSpPr/>
          <p:nvPr>
            <p:custDataLst>
              <p:tags r:id="rId9"/>
            </p:custDataLst>
          </p:nvPr>
        </p:nvSpPr>
        <p:spPr>
          <a:xfrm>
            <a:off x="8399855" y="2768485"/>
            <a:ext cx="3207240" cy="3041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l"/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[1]}}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65" name="标题 1"/>
          <p:cNvSpPr/>
          <p:nvPr>
            <p:custDataLst>
              <p:tags r:id="rId10"/>
            </p:custDataLst>
          </p:nvPr>
        </p:nvSpPr>
        <p:spPr>
          <a:xfrm>
            <a:off x="8399495" y="4924165"/>
            <a:ext cx="3207600" cy="3041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algn="l"/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{{</a:t>
            </a:r>
            <a:r>
              <a:rPr lang="en-US" altLang="zh-CN" sz="1400" dirty="0" err="1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detailed_content</a:t>
            </a:r>
            <a:r>
              <a:rPr lang="en-US" altLang="zh-CN" sz="1400" dirty="0">
                <a:solidFill>
                  <a:schemeClr val="dk1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[3]}}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68" name="标题 1"/>
          <p:cNvSpPr/>
          <p:nvPr>
            <p:custDataLst>
              <p:tags r:id="rId11"/>
            </p:custDataLst>
          </p:nvPr>
        </p:nvSpPr>
        <p:spPr>
          <a:xfrm>
            <a:off x="4783680" y="2634925"/>
            <a:ext cx="2304360" cy="2304360"/>
          </a:xfrm>
          <a:prstGeom prst="ellipse">
            <a:avLst/>
          </a:prstGeom>
          <a:solidFill>
            <a:srgbClr val="172B84">
              <a:alpha val="50000"/>
            </a:srgb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6840" tIns="48600" rIns="96840" bIns="486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669" name="标题 1"/>
          <p:cNvSpPr/>
          <p:nvPr>
            <p:custDataLst>
              <p:tags r:id="rId12"/>
            </p:custDataLst>
          </p:nvPr>
        </p:nvSpPr>
        <p:spPr>
          <a:xfrm>
            <a:off x="4140000" y="1945165"/>
            <a:ext cx="3590640" cy="3590640"/>
          </a:xfrm>
          <a:prstGeom prst="ellipse">
            <a:avLst/>
          </a:prstGeom>
          <a:noFill/>
          <a:ln w="38100" cap="sq">
            <a:solidFill>
              <a:srgbClr val="172B84">
                <a:alpha val="50000"/>
              </a:srgbClr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670" name="标题 1"/>
          <p:cNvSpPr/>
          <p:nvPr>
            <p:custDataLst>
              <p:tags r:id="rId13"/>
            </p:custDataLst>
          </p:nvPr>
        </p:nvSpPr>
        <p:spPr>
          <a:xfrm>
            <a:off x="4975560" y="2778925"/>
            <a:ext cx="1920960" cy="1920960"/>
          </a:xfrm>
          <a:prstGeom prst="ellipse">
            <a:avLst/>
          </a:prstGeom>
          <a:solidFill>
            <a:srgbClr val="172B84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6840" tIns="48600" rIns="96840" bIns="486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671" name="标题 1"/>
          <p:cNvSpPr/>
          <p:nvPr>
            <p:custDataLst>
              <p:tags r:id="rId14"/>
            </p:custDataLst>
          </p:nvPr>
        </p:nvSpPr>
        <p:spPr>
          <a:xfrm>
            <a:off x="4456440" y="2567965"/>
            <a:ext cx="142920" cy="142920"/>
          </a:xfrm>
          <a:prstGeom prst="ellipse">
            <a:avLst/>
          </a:prstGeom>
          <a:solidFill>
            <a:srgbClr val="172B84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672" name="标题 1"/>
          <p:cNvSpPr/>
          <p:nvPr>
            <p:custDataLst>
              <p:tags r:id="rId15"/>
            </p:custDataLst>
          </p:nvPr>
        </p:nvSpPr>
        <p:spPr>
          <a:xfrm>
            <a:off x="4374360" y="4691245"/>
            <a:ext cx="142920" cy="142920"/>
          </a:xfrm>
          <a:prstGeom prst="ellipse">
            <a:avLst/>
          </a:prstGeom>
          <a:solidFill>
            <a:srgbClr val="172B84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673" name="标题 1"/>
          <p:cNvSpPr/>
          <p:nvPr>
            <p:custDataLst>
              <p:tags r:id="rId16"/>
            </p:custDataLst>
          </p:nvPr>
        </p:nvSpPr>
        <p:spPr>
          <a:xfrm>
            <a:off x="7250400" y="2567965"/>
            <a:ext cx="142920" cy="142920"/>
          </a:xfrm>
          <a:prstGeom prst="ellipse">
            <a:avLst/>
          </a:prstGeom>
          <a:solidFill>
            <a:srgbClr val="172B84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6840" tIns="48600" rIns="96840" bIns="486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674" name="标题 1"/>
          <p:cNvSpPr/>
          <p:nvPr>
            <p:custDataLst>
              <p:tags r:id="rId17"/>
            </p:custDataLst>
          </p:nvPr>
        </p:nvSpPr>
        <p:spPr>
          <a:xfrm>
            <a:off x="7364160" y="4691245"/>
            <a:ext cx="142920" cy="142920"/>
          </a:xfrm>
          <a:prstGeom prst="ellipse">
            <a:avLst/>
          </a:prstGeom>
          <a:solidFill>
            <a:srgbClr val="172B84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6840" tIns="48600" rIns="96840" bIns="486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675" name="标题 1"/>
          <p:cNvSpPr/>
          <p:nvPr>
            <p:custDataLst>
              <p:tags r:id="rId18"/>
            </p:custDataLst>
          </p:nvPr>
        </p:nvSpPr>
        <p:spPr>
          <a:xfrm>
            <a:off x="5417640" y="3257005"/>
            <a:ext cx="1032480" cy="1032480"/>
          </a:xfrm>
          <a:custGeom>
            <a:avLst/>
            <a:gdLst>
              <a:gd name="textAreaLeft" fmla="*/ 0 w 1032480"/>
              <a:gd name="textAreaRight" fmla="*/ 1033200 w 1032480"/>
              <a:gd name="textAreaTop" fmla="*/ 0 h 1032480"/>
              <a:gd name="textAreaBottom" fmla="*/ 1033200 h 1032480"/>
            </a:gdLst>
            <a:ahLst/>
            <a:cxnLst/>
            <a:rect l="textAreaLeft" t="textAreaTop" r="textAreaRight" b="textAreaBottom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sp>
        <p:nvSpPr>
          <p:cNvPr id="10" name="矩形 9"/>
          <p:cNvSpPr/>
          <p:nvPr>
            <p:custDataLst>
              <p:tags r:id="rId19"/>
            </p:custDataLst>
          </p:nvPr>
        </p:nvSpPr>
        <p:spPr>
          <a:xfrm>
            <a:off x="8399780" y="4262755"/>
            <a:ext cx="3343910" cy="648335"/>
          </a:xfrm>
          <a:prstGeom prst="rect">
            <a:avLst/>
          </a:prstGeom>
          <a:solidFill>
            <a:srgbClr val="172B8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07035" y="1039495"/>
            <a:ext cx="109613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>
                <a:solidFill>
                  <a:srgbClr val="172B84"/>
                </a:solidFill>
                <a:latin typeface="思源黑体" panose="020B0800000000000000" charset="-122"/>
                <a:ea typeface="思源黑体" panose="020B0800000000000000" charset="-122"/>
              </a:rPr>
              <a:t>{{title}}</a:t>
            </a:r>
            <a:endParaRPr lang="en-US" altLang="zh-CN" sz="2200">
              <a:solidFill>
                <a:srgbClr val="172B84"/>
              </a:solidFill>
              <a:latin typeface="思源黑体" panose="020B0800000000000000" charset="-122"/>
              <a:ea typeface="思源黑体" panose="020B08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3560" y="2181860"/>
            <a:ext cx="33026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0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{{content_points[0]}}</a:t>
            </a:r>
            <a:endParaRPr lang="en-US" altLang="zh-CN" sz="20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441055" y="2169160"/>
            <a:ext cx="33026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{{content_points[1]}}</a:t>
            </a:r>
            <a:endParaRPr lang="en-US" altLang="zh-CN" sz="20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3720" y="4364990"/>
            <a:ext cx="33026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0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{{content_points[2]}}</a:t>
            </a:r>
            <a:endParaRPr lang="en-US" altLang="zh-CN" sz="20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441055" y="4364990"/>
            <a:ext cx="33026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{{content_points[3]}}</a:t>
            </a:r>
            <a:endParaRPr lang="en-US" altLang="zh-CN" sz="20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 descr="cbf817c14755c1270f078f2242b22d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31875" y="0"/>
            <a:ext cx="5406390" cy="6860540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4241165" y="0"/>
            <a:ext cx="7950835" cy="6858000"/>
          </a:xfrm>
          <a:prstGeom prst="rect">
            <a:avLst/>
          </a:prstGeom>
          <a:solidFill>
            <a:srgbClr val="172B8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5" name="标题 1"/>
          <p:cNvSpPr/>
          <p:nvPr/>
        </p:nvSpPr>
        <p:spPr>
          <a:xfrm>
            <a:off x="10128130" y="4650820"/>
            <a:ext cx="982800" cy="110520"/>
          </a:xfrm>
          <a:prstGeom prst="rect">
            <a:avLst/>
          </a:prstGeom>
          <a:gradFill rotWithShape="0">
            <a:gsLst>
              <a:gs pos="100000">
                <a:srgbClr val="4E61EB"/>
              </a:gs>
              <a:gs pos="20000">
                <a:srgbClr val="4E61EB">
                  <a:alpha val="0"/>
                </a:srgbClr>
              </a:gs>
            </a:gsLst>
            <a:lin ang="0"/>
          </a:gradFill>
          <a:ln w="1587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等线" panose="02010600030101010101" charset="-122"/>
            </a:endParaRPr>
          </a:p>
        </p:txBody>
      </p:sp>
      <p:grpSp>
        <p:nvGrpSpPr>
          <p:cNvPr id="6" name="组合 36"/>
          <p:cNvGrpSpPr/>
          <p:nvPr/>
        </p:nvGrpSpPr>
        <p:grpSpPr>
          <a:xfrm>
            <a:off x="5595445" y="5281920"/>
            <a:ext cx="2098080" cy="496440"/>
            <a:chOff x="7028640" y="5281920"/>
            <a:chExt cx="2098080" cy="496440"/>
          </a:xfrm>
        </p:grpSpPr>
        <p:sp>
          <p:nvSpPr>
            <p:cNvPr id="7" name="标题 1"/>
            <p:cNvSpPr/>
            <p:nvPr/>
          </p:nvSpPr>
          <p:spPr>
            <a:xfrm>
              <a:off x="7028640" y="5281920"/>
              <a:ext cx="2098080" cy="496440"/>
            </a:xfrm>
            <a:prstGeom prst="roundRect">
              <a:avLst>
                <a:gd name="adj" fmla="val 16667"/>
              </a:avLst>
            </a:prstGeom>
            <a:solidFill>
              <a:srgbClr val="D3E4FE">
                <a:alpha val="55000"/>
              </a:srgbClr>
            </a:solidFill>
            <a:ln w="12700">
              <a:solidFill>
                <a:srgbClr val="FFFFFF"/>
              </a:solidFill>
              <a:miter/>
            </a:ln>
            <a:effectLst>
              <a:outerShdw blurRad="190440" dist="62621" dir="2700000" algn="tl" rotWithShape="0">
                <a:schemeClr val="tx1">
                  <a:alpha val="10000"/>
                </a:schemeClr>
              </a:outerShdw>
            </a:effec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9" name="标题 1"/>
            <p:cNvSpPr/>
            <p:nvPr/>
          </p:nvSpPr>
          <p:spPr>
            <a:xfrm>
              <a:off x="7148160" y="5374800"/>
              <a:ext cx="311040" cy="311040"/>
            </a:xfrm>
            <a:prstGeom prst="roundRect">
              <a:avLst>
                <a:gd name="adj" fmla="val 16667"/>
              </a:avLst>
            </a:prstGeom>
            <a:solidFill>
              <a:srgbClr val="152982"/>
            </a:solidFill>
            <a:ln w="127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10" name="标题 1"/>
            <p:cNvSpPr/>
            <p:nvPr/>
          </p:nvSpPr>
          <p:spPr>
            <a:xfrm>
              <a:off x="7222320" y="5442480"/>
              <a:ext cx="162360" cy="175680"/>
            </a:xfrm>
            <a:custGeom>
              <a:avLst/>
              <a:gdLst>
                <a:gd name="textAreaLeft" fmla="*/ 0 w 162360"/>
                <a:gd name="textAreaRight" fmla="*/ 163080 w 162360"/>
                <a:gd name="textAreaTop" fmla="*/ 0 h 175680"/>
                <a:gd name="textAreaBottom" fmla="*/ 176400 h 175680"/>
              </a:gdLst>
              <a:ahLst/>
              <a:cxnLst/>
              <a:rect l="textAreaLeft" t="textAreaTop" r="textAreaRight" b="textAreaBottom"/>
              <a:pathLst>
                <a:path w="1425436" h="1544091">
                  <a:moveTo>
                    <a:pt x="712625" y="111621"/>
                  </a:moveTo>
                  <a:cubicBezTo>
                    <a:pt x="784435" y="111621"/>
                    <a:pt x="851780" y="139526"/>
                    <a:pt x="902567" y="190314"/>
                  </a:cubicBezTo>
                  <a:cubicBezTo>
                    <a:pt x="953355" y="241102"/>
                    <a:pt x="981260" y="308446"/>
                    <a:pt x="981260" y="380256"/>
                  </a:cubicBezTo>
                  <a:cubicBezTo>
                    <a:pt x="981260" y="452065"/>
                    <a:pt x="953355" y="519410"/>
                    <a:pt x="902567" y="570198"/>
                  </a:cubicBezTo>
                  <a:cubicBezTo>
                    <a:pt x="851780" y="620985"/>
                    <a:pt x="784435" y="648891"/>
                    <a:pt x="712625" y="648891"/>
                  </a:cubicBezTo>
                  <a:cubicBezTo>
                    <a:pt x="640816" y="648891"/>
                    <a:pt x="573471" y="620985"/>
                    <a:pt x="522684" y="570198"/>
                  </a:cubicBezTo>
                  <a:cubicBezTo>
                    <a:pt x="472082" y="519224"/>
                    <a:pt x="444177" y="451693"/>
                    <a:pt x="444177" y="380070"/>
                  </a:cubicBezTo>
                  <a:cubicBezTo>
                    <a:pt x="444177" y="308446"/>
                    <a:pt x="472082" y="240916"/>
                    <a:pt x="522870" y="190128"/>
                  </a:cubicBezTo>
                  <a:cubicBezTo>
                    <a:pt x="573471" y="139526"/>
                    <a:pt x="641002" y="111621"/>
                    <a:pt x="712625" y="111621"/>
                  </a:cubicBezTo>
                  <a:moveTo>
                    <a:pt x="712625" y="0"/>
                  </a:moveTo>
                  <a:cubicBezTo>
                    <a:pt x="502778" y="0"/>
                    <a:pt x="332556" y="170036"/>
                    <a:pt x="332556" y="380070"/>
                  </a:cubicBezTo>
                  <a:cubicBezTo>
                    <a:pt x="332556" y="589917"/>
                    <a:pt x="502778" y="760140"/>
                    <a:pt x="712625" y="760140"/>
                  </a:cubicBezTo>
                  <a:cubicBezTo>
                    <a:pt x="922473" y="760140"/>
                    <a:pt x="1092695" y="589917"/>
                    <a:pt x="1092695" y="380070"/>
                  </a:cubicBezTo>
                  <a:cubicBezTo>
                    <a:pt x="1092881" y="170036"/>
                    <a:pt x="922659" y="0"/>
                    <a:pt x="712625" y="0"/>
                  </a:cubicBezTo>
                  <a:close/>
                  <a:moveTo>
                    <a:pt x="712625" y="943012"/>
                  </a:moveTo>
                  <a:cubicBezTo>
                    <a:pt x="813643" y="943012"/>
                    <a:pt x="903126" y="954360"/>
                    <a:pt x="978842" y="976685"/>
                  </a:cubicBezTo>
                  <a:cubicBezTo>
                    <a:pt x="1043582" y="995846"/>
                    <a:pt x="1099951" y="1023752"/>
                    <a:pt x="1146087" y="1059470"/>
                  </a:cubicBezTo>
                  <a:cubicBezTo>
                    <a:pt x="1186829" y="1091096"/>
                    <a:pt x="1220315" y="1128675"/>
                    <a:pt x="1248593" y="1174440"/>
                  </a:cubicBezTo>
                  <a:cubicBezTo>
                    <a:pt x="1273708" y="1215368"/>
                    <a:pt x="1293985" y="1261877"/>
                    <a:pt x="1310356" y="1316385"/>
                  </a:cubicBezTo>
                  <a:cubicBezTo>
                    <a:pt x="1320774" y="1350801"/>
                    <a:pt x="1306264" y="1377404"/>
                    <a:pt x="1296590" y="1390241"/>
                  </a:cubicBezTo>
                  <a:cubicBezTo>
                    <a:pt x="1276684" y="1417030"/>
                    <a:pt x="1244686" y="1432285"/>
                    <a:pt x="1208595" y="1432285"/>
                  </a:cubicBezTo>
                  <a:lnTo>
                    <a:pt x="216842" y="1432285"/>
                  </a:lnTo>
                  <a:cubicBezTo>
                    <a:pt x="180937" y="1432285"/>
                    <a:pt x="148753" y="1417030"/>
                    <a:pt x="128847" y="1390241"/>
                  </a:cubicBezTo>
                  <a:cubicBezTo>
                    <a:pt x="119359" y="1377404"/>
                    <a:pt x="104849" y="1350801"/>
                    <a:pt x="115081" y="1316385"/>
                  </a:cubicBezTo>
                  <a:cubicBezTo>
                    <a:pt x="131452" y="1261877"/>
                    <a:pt x="151543" y="1215368"/>
                    <a:pt x="176844" y="1174440"/>
                  </a:cubicBezTo>
                  <a:cubicBezTo>
                    <a:pt x="204936" y="1128675"/>
                    <a:pt x="238422" y="1090910"/>
                    <a:pt x="279350" y="1059470"/>
                  </a:cubicBezTo>
                  <a:cubicBezTo>
                    <a:pt x="325486" y="1023752"/>
                    <a:pt x="381855" y="995846"/>
                    <a:pt x="446595" y="976685"/>
                  </a:cubicBezTo>
                  <a:cubicBezTo>
                    <a:pt x="522125" y="954360"/>
                    <a:pt x="611794" y="943012"/>
                    <a:pt x="712625" y="943012"/>
                  </a:cubicBezTo>
                  <a:moveTo>
                    <a:pt x="712625" y="831391"/>
                  </a:moveTo>
                  <a:cubicBezTo>
                    <a:pt x="244561" y="831391"/>
                    <a:pt x="77501" y="1053331"/>
                    <a:pt x="8296" y="1284387"/>
                  </a:cubicBezTo>
                  <a:cubicBezTo>
                    <a:pt x="-30771" y="1414611"/>
                    <a:pt x="73037" y="1544092"/>
                    <a:pt x="216842" y="1544092"/>
                  </a:cubicBezTo>
                  <a:lnTo>
                    <a:pt x="1208595" y="1544092"/>
                  </a:lnTo>
                  <a:cubicBezTo>
                    <a:pt x="1352400" y="1544092"/>
                    <a:pt x="1456208" y="1414611"/>
                    <a:pt x="1417141" y="1284387"/>
                  </a:cubicBezTo>
                  <a:cubicBezTo>
                    <a:pt x="1347750" y="1053331"/>
                    <a:pt x="1180690" y="831391"/>
                    <a:pt x="712625" y="831391"/>
                  </a:cubicBezTo>
                  <a:close/>
                </a:path>
              </a:pathLst>
            </a:custGeom>
            <a:solidFill>
              <a:schemeClr val="bg1"/>
            </a:solidFill>
            <a:ln w="186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</p:grpSp>
      <p:grpSp>
        <p:nvGrpSpPr>
          <p:cNvPr id="11" name="组合 37"/>
          <p:cNvGrpSpPr/>
          <p:nvPr/>
        </p:nvGrpSpPr>
        <p:grpSpPr>
          <a:xfrm>
            <a:off x="9012850" y="5285095"/>
            <a:ext cx="2098080" cy="496440"/>
            <a:chOff x="9461880" y="5281920"/>
            <a:chExt cx="2098080" cy="496440"/>
          </a:xfrm>
        </p:grpSpPr>
        <p:sp>
          <p:nvSpPr>
            <p:cNvPr id="12" name="标题 1"/>
            <p:cNvSpPr/>
            <p:nvPr/>
          </p:nvSpPr>
          <p:spPr>
            <a:xfrm>
              <a:off x="9461880" y="5281920"/>
              <a:ext cx="2098080" cy="496440"/>
            </a:xfrm>
            <a:prstGeom prst="roundRect">
              <a:avLst>
                <a:gd name="adj" fmla="val 16667"/>
              </a:avLst>
            </a:prstGeom>
            <a:solidFill>
              <a:srgbClr val="D3E4FE">
                <a:alpha val="55000"/>
              </a:srgbClr>
            </a:solidFill>
            <a:ln w="12700">
              <a:solidFill>
                <a:srgbClr val="FFFFFF"/>
              </a:solidFill>
              <a:miter/>
            </a:ln>
            <a:effectLst>
              <a:outerShdw blurRad="190440" dist="62621" dir="2700000" algn="tl" rotWithShape="0">
                <a:schemeClr val="tx1">
                  <a:alpha val="10000"/>
                </a:schemeClr>
              </a:outerShdw>
            </a:effec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14" name="标题 1"/>
            <p:cNvSpPr/>
            <p:nvPr/>
          </p:nvSpPr>
          <p:spPr>
            <a:xfrm>
              <a:off x="9565920" y="5372280"/>
              <a:ext cx="316080" cy="316080"/>
            </a:xfrm>
            <a:prstGeom prst="roundRect">
              <a:avLst>
                <a:gd name="adj" fmla="val 16667"/>
              </a:avLst>
            </a:prstGeom>
            <a:solidFill>
              <a:srgbClr val="152982"/>
            </a:solidFill>
            <a:ln w="127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  <p:sp>
          <p:nvSpPr>
            <p:cNvPr id="15" name="标题 1"/>
            <p:cNvSpPr/>
            <p:nvPr/>
          </p:nvSpPr>
          <p:spPr>
            <a:xfrm>
              <a:off x="9646560" y="5449680"/>
              <a:ext cx="155520" cy="162000"/>
            </a:xfrm>
            <a:custGeom>
              <a:avLst/>
              <a:gdLst>
                <a:gd name="textAreaLeft" fmla="*/ 0 w 155520"/>
                <a:gd name="textAreaRight" fmla="*/ 156240 w 155520"/>
                <a:gd name="textAreaTop" fmla="*/ 0 h 162000"/>
                <a:gd name="textAreaBottom" fmla="*/ 162720 h 162000"/>
              </a:gdLst>
              <a:ahLst/>
              <a:cxnLst/>
              <a:rect l="textAreaLeft" t="textAreaTop" r="textAreaRight" b="textAreaBottom"/>
              <a:pathLst>
                <a:path w="1372282" h="1426949">
                  <a:moveTo>
                    <a:pt x="337768" y="1315328"/>
                  </a:moveTo>
                  <a:lnTo>
                    <a:pt x="530173" y="1315328"/>
                  </a:lnTo>
                  <a:lnTo>
                    <a:pt x="842109" y="1315328"/>
                  </a:lnTo>
                  <a:lnTo>
                    <a:pt x="1034514" y="1315328"/>
                  </a:lnTo>
                  <a:cubicBezTo>
                    <a:pt x="1065396" y="1315328"/>
                    <a:pt x="1090325" y="1340257"/>
                    <a:pt x="1090325" y="1371139"/>
                  </a:cubicBezTo>
                  <a:cubicBezTo>
                    <a:pt x="1090325" y="1402021"/>
                    <a:pt x="1065210" y="1426949"/>
                    <a:pt x="1034514" y="1426949"/>
                  </a:cubicBezTo>
                  <a:lnTo>
                    <a:pt x="842109" y="1426949"/>
                  </a:lnTo>
                  <a:lnTo>
                    <a:pt x="530173" y="1426949"/>
                  </a:lnTo>
                  <a:lnTo>
                    <a:pt x="337768" y="1426949"/>
                  </a:lnTo>
                  <a:cubicBezTo>
                    <a:pt x="306886" y="1426949"/>
                    <a:pt x="281957" y="1402021"/>
                    <a:pt x="281957" y="1371139"/>
                  </a:cubicBezTo>
                  <a:cubicBezTo>
                    <a:pt x="281957" y="1340257"/>
                    <a:pt x="306886" y="1315328"/>
                    <a:pt x="337768" y="1315328"/>
                  </a:cubicBezTo>
                  <a:close/>
                  <a:moveTo>
                    <a:pt x="686154" y="111621"/>
                  </a:moveTo>
                  <a:cubicBezTo>
                    <a:pt x="438914" y="111621"/>
                    <a:pt x="237624" y="312725"/>
                    <a:pt x="237624" y="560152"/>
                  </a:cubicBezTo>
                  <a:lnTo>
                    <a:pt x="237624" y="985614"/>
                  </a:lnTo>
                  <a:cubicBezTo>
                    <a:pt x="237624" y="996032"/>
                    <a:pt x="234833" y="1006078"/>
                    <a:pt x="229252" y="1014822"/>
                  </a:cubicBezTo>
                  <a:lnTo>
                    <a:pt x="155768" y="1134814"/>
                  </a:lnTo>
                  <a:lnTo>
                    <a:pt x="1214680" y="1134814"/>
                  </a:lnTo>
                  <a:lnTo>
                    <a:pt x="1143429" y="1023565"/>
                  </a:lnTo>
                  <a:cubicBezTo>
                    <a:pt x="1137662" y="1014636"/>
                    <a:pt x="1134685" y="1004218"/>
                    <a:pt x="1134685" y="993428"/>
                  </a:cubicBezTo>
                  <a:lnTo>
                    <a:pt x="1134685" y="560152"/>
                  </a:lnTo>
                  <a:cubicBezTo>
                    <a:pt x="1134685" y="312911"/>
                    <a:pt x="933581" y="111621"/>
                    <a:pt x="686154" y="111621"/>
                  </a:cubicBezTo>
                  <a:close/>
                  <a:moveTo>
                    <a:pt x="686154" y="0"/>
                  </a:moveTo>
                  <a:cubicBezTo>
                    <a:pt x="761499" y="0"/>
                    <a:pt x="834610" y="14883"/>
                    <a:pt x="903815" y="44276"/>
                  </a:cubicBezTo>
                  <a:cubicBezTo>
                    <a:pt x="970416" y="72554"/>
                    <a:pt x="1030319" y="113109"/>
                    <a:pt x="1081851" y="164455"/>
                  </a:cubicBezTo>
                  <a:cubicBezTo>
                    <a:pt x="1133383" y="215987"/>
                    <a:pt x="1173753" y="275890"/>
                    <a:pt x="1202030" y="342491"/>
                  </a:cubicBezTo>
                  <a:cubicBezTo>
                    <a:pt x="1231423" y="411510"/>
                    <a:pt x="1246306" y="484808"/>
                    <a:pt x="1246306" y="560152"/>
                  </a:cubicBezTo>
                  <a:lnTo>
                    <a:pt x="1246306" y="977243"/>
                  </a:lnTo>
                  <a:lnTo>
                    <a:pt x="1363508" y="1160487"/>
                  </a:lnTo>
                  <a:cubicBezTo>
                    <a:pt x="1374484" y="1177603"/>
                    <a:pt x="1375229" y="1199555"/>
                    <a:pt x="1365369" y="1217414"/>
                  </a:cubicBezTo>
                  <a:cubicBezTo>
                    <a:pt x="1355695" y="1235273"/>
                    <a:pt x="1336905" y="1246436"/>
                    <a:pt x="1316628" y="1246436"/>
                  </a:cubicBezTo>
                  <a:lnTo>
                    <a:pt x="55867" y="1246436"/>
                  </a:lnTo>
                  <a:cubicBezTo>
                    <a:pt x="35589" y="1246436"/>
                    <a:pt x="16986" y="1235460"/>
                    <a:pt x="7126" y="1217786"/>
                  </a:cubicBezTo>
                  <a:cubicBezTo>
                    <a:pt x="-2734" y="1200113"/>
                    <a:pt x="-2362" y="1178533"/>
                    <a:pt x="8242" y="1161232"/>
                  </a:cubicBezTo>
                  <a:lnTo>
                    <a:pt x="126002" y="969801"/>
                  </a:lnTo>
                  <a:lnTo>
                    <a:pt x="126002" y="560152"/>
                  </a:lnTo>
                  <a:cubicBezTo>
                    <a:pt x="126002" y="484808"/>
                    <a:pt x="140885" y="411696"/>
                    <a:pt x="170279" y="342491"/>
                  </a:cubicBezTo>
                  <a:cubicBezTo>
                    <a:pt x="198556" y="275890"/>
                    <a:pt x="239112" y="215987"/>
                    <a:pt x="290458" y="164455"/>
                  </a:cubicBezTo>
                  <a:cubicBezTo>
                    <a:pt x="341803" y="112923"/>
                    <a:pt x="401893" y="72554"/>
                    <a:pt x="468493" y="44276"/>
                  </a:cubicBezTo>
                  <a:cubicBezTo>
                    <a:pt x="537512" y="14883"/>
                    <a:pt x="610810" y="0"/>
                    <a:pt x="686154" y="0"/>
                  </a:cubicBezTo>
                  <a:close/>
                </a:path>
              </a:pathLst>
            </a:custGeom>
            <a:solidFill>
              <a:schemeClr val="bg1"/>
            </a:solidFill>
            <a:ln w="186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等线" panose="02010600030101010101" charset="-122"/>
              </a:endParaRPr>
            </a:p>
          </p:txBody>
        </p:sp>
      </p:grpSp>
      <p:sp>
        <p:nvSpPr>
          <p:cNvPr id="678" name="标题 1"/>
          <p:cNvSpPr/>
          <p:nvPr/>
        </p:nvSpPr>
        <p:spPr>
          <a:xfrm>
            <a:off x="1895290" y="2095223"/>
            <a:ext cx="9215640" cy="2031365"/>
          </a:xfrm>
          <a:prstGeom prst="rect">
            <a:avLst/>
          </a:prstGeom>
          <a:noFill/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zh-CN" sz="6600" b="0" u="none" strike="noStrike">
                <a:solidFill>
                  <a:schemeClr val="bg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</a:rPr>
              <a:t>谢谢大家观看</a:t>
            </a:r>
            <a:endParaRPr lang="en-US" sz="6600" b="0" u="none" strike="noStrike">
              <a:solidFill>
                <a:schemeClr val="bg1"/>
              </a:solidFill>
              <a:uFillTx/>
              <a:latin typeface="Arial" panose="020B0604020202020204"/>
            </a:endParaRPr>
          </a:p>
          <a:p>
            <a:pPr algn="r" defTabSz="914400">
              <a:lnSpc>
                <a:spcPct val="100000"/>
              </a:lnSpc>
            </a:pPr>
            <a:endParaRPr lang="en-US" sz="6600" b="0" u="none" strike="noStrike">
              <a:solidFill>
                <a:schemeClr val="bg1"/>
              </a:solidFill>
              <a:uFillTx/>
              <a:latin typeface="Arial" panose="020B0604020202020204"/>
            </a:endParaRPr>
          </a:p>
        </p:txBody>
      </p:sp>
      <p:sp>
        <p:nvSpPr>
          <p:cNvPr id="685" name="标题 1"/>
          <p:cNvSpPr/>
          <p:nvPr/>
        </p:nvSpPr>
        <p:spPr>
          <a:xfrm>
            <a:off x="7745290" y="1114180"/>
            <a:ext cx="3365280" cy="427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lang="zh-CN" sz="2800" b="0" u="none" strike="noStrike">
                <a:solidFill>
                  <a:schemeClr val="bg1"/>
                </a:solidFill>
                <a:uFillTx/>
                <a:latin typeface="思源黑体 CN Light" panose="020B0300000000000000" charset="-122"/>
                <a:ea typeface="思源黑体 CN Light" panose="020B0300000000000000" charset="-122"/>
              </a:rPr>
              <a:t>小土豆科技有限公司</a:t>
            </a:r>
            <a:endParaRPr lang="zh-CN" sz="2800" b="0" u="none" strike="noStrike">
              <a:solidFill>
                <a:schemeClr val="bg1"/>
              </a:solidFill>
              <a:uFillTx/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sp>
        <p:nvSpPr>
          <p:cNvPr id="686" name="标题 1"/>
          <p:cNvSpPr/>
          <p:nvPr/>
        </p:nvSpPr>
        <p:spPr>
          <a:xfrm>
            <a:off x="6801370" y="3548300"/>
            <a:ext cx="4309560" cy="55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bg1"/>
                </a:solidFill>
                <a:uFillTx/>
                <a:latin typeface="思源黑体 CN Medium" panose="020B0600000000000000" charset="-122"/>
                <a:ea typeface="思源黑体 CN Medium" panose="020B0600000000000000" charset="-122"/>
              </a:rPr>
              <a:t>THANKS</a:t>
            </a:r>
            <a:endParaRPr lang="en-US" sz="3600" b="0" u="none" strike="noStrike">
              <a:solidFill>
                <a:schemeClr val="bg1"/>
              </a:solidFill>
              <a:uFillTx/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86475" y="5375275"/>
            <a:ext cx="1546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{{author}}</a:t>
            </a:r>
            <a:endParaRPr lang="en-US" altLang="zh-CN" sz="16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80550" y="5361305"/>
            <a:ext cx="1666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{{contact_info}}</a:t>
            </a:r>
            <a:endParaRPr lang="en-US" altLang="zh-CN" sz="16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83.3795275590551,&quot;left&quot;:49.15275590551181,&quot;top&quot;:149.2724409448819,&quot;width&quot;:601.0866141732283}"/>
</p:tagLst>
</file>

<file path=ppt/tags/tag2.xml><?xml version="1.0" encoding="utf-8"?>
<p:tagLst xmlns:p="http://schemas.openxmlformats.org/presentationml/2006/main">
  <p:tag name="KSO_WM_DIAGRAM_VIRTUALLY_FRAME" val="{&quot;height&quot;:283.3795275590551,&quot;left&quot;:49.15275590551181,&quot;top&quot;:149.2724409448819,&quot;width&quot;:601.0866141732283}"/>
</p:tagLst>
</file>

<file path=ppt/tags/tag3.xml><?xml version="1.0" encoding="utf-8"?>
<p:tagLst xmlns:p="http://schemas.openxmlformats.org/presentationml/2006/main">
  <p:tag name="KSO_WM_DIAGRAM_VIRTUALLY_FRAME" val="{&quot;height&quot;:283.3795275590551,&quot;left&quot;:49.15275590551181,&quot;top&quot;:149.2724409448819,&quot;width&quot;:601.0866141732283}"/>
</p:tagLst>
</file>

<file path=ppt/tags/tag4.xml><?xml version="1.0" encoding="utf-8"?>
<p:tagLst xmlns:p="http://schemas.openxmlformats.org/presentationml/2006/main">
  <p:tag name="KSO_WM_DIAGRAM_VIRTUALLY_FRAME" val="{&quot;height&quot;:283.3795275590551,&quot;left&quot;:49.15275590551181,&quot;top&quot;:149.2724409448819,&quot;width&quot;:601.0866141732283}"/>
</p:tagLst>
</file>

<file path=ppt/tags/tag5.xml><?xml version="1.0" encoding="utf-8"?>
<p:tagLst xmlns:p="http://schemas.openxmlformats.org/presentationml/2006/main">
  <p:tag name="KSO_WM_DIAGRAM_VIRTUALLY_FRAME" val="{&quot;height&quot;:283.3795275590551,&quot;left&quot;:49.15275590551181,&quot;top&quot;:149.2724409448819,&quot;width&quot;:601.0866141732283}"/>
</p:tagLst>
</file>

<file path=ppt/tags/tag6.xml><?xml version="1.0" encoding="utf-8"?>
<p:tagLst xmlns:p="http://schemas.openxmlformats.org/presentationml/2006/main">
  <p:tag name="KSO_WM_DIAGRAM_VIRTUALLY_FRAME" val="{&quot;height&quot;:283.3795275590551,&quot;left&quot;:49.15275590551181,&quot;top&quot;:149.2724409448819,&quot;width&quot;:601.0866141732283}"/>
</p:tagLst>
</file>

<file path=ppt/tags/tag7.xml><?xml version="1.0" encoding="utf-8"?>
<p:tagLst xmlns:p="http://schemas.openxmlformats.org/presentationml/2006/main">
  <p:tag name="KSO_WM_DIAGRAM_VIRTUALLY_FRAME" val="{&quot;height&quot;:283.3795275590551,&quot;left&quot;:49.15275590551181,&quot;top&quot;:149.2724409448819,&quot;width&quot;:601.0866141732283}"/>
</p:tagLst>
</file>

<file path=ppt/tags/tag8.xml><?xml version="1.0" encoding="utf-8"?>
<p:tagLst xmlns:p="http://schemas.openxmlformats.org/presentationml/2006/main">
  <p:tag name="KSO_WM_DIAGRAM_VIRTUALLY_FRAME" val="{&quot;height&quot;:283.3795275590551,&quot;left&quot;:49.15275590551181,&quot;top&quot;:149.2724409448819,&quot;width&quot;:601.0866141732283}"/>
</p:tagLst>
</file>

<file path=ppt/tags/tag9.xml><?xml version="1.0" encoding="utf-8"?>
<p:tagLst xmlns:p="http://schemas.openxmlformats.org/presentationml/2006/main">
  <p:tag name="KSO_WM_DIAGRAM_VIRTUALLY_FRAME" val="{&quot;height&quot;:283.3795275590551,&quot;left&quot;:49.15275590551181,&quot;top&quot;:149.2724409448819,&quot;width&quot;:601.0866141732283}"/>
</p:tagLst>
</file>

<file path=ppt/tags/tag10.xml><?xml version="1.0" encoding="utf-8"?>
<p:tagLst xmlns:p="http://schemas.openxmlformats.org/presentationml/2006/main">
  <p:tag name="KSO_WM_DIAGRAM_VIRTUALLY_FRAME" val="{&quot;height&quot;:283.3795275590551,&quot;left&quot;:49.15275590551181,&quot;top&quot;:149.2724409448819,&quot;width&quot;:601.0866141732283}"/>
</p:tagLst>
</file>

<file path=ppt/tags/tag11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12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13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14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15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16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17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18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19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20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21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22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23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24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25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26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27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28.xml><?xml version="1.0" encoding="utf-8"?>
<p:tagLst xmlns:p="http://schemas.openxmlformats.org/presentationml/2006/main">
  <p:tag name="KSO_WM_DIAGRAM_VIRTUALLY_FRAME" val="{&quot;height&quot;:377.3763779527559,&quot;left&quot;:429.5338582677165,&quot;top&quot;:94.98897637795275,&quot;width&quot;:414.3500000000002}"/>
</p:tagLst>
</file>

<file path=ppt/tags/tag29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30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31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32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33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34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35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36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37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38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39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40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41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42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43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44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45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46.xml><?xml version="1.0" encoding="utf-8"?>
<p:tagLst xmlns:p="http://schemas.openxmlformats.org/presentationml/2006/main">
  <p:tag name="KSO_WM_DIAGRAM_VIRTUALLY_FRAME" val="{&quot;height&quot;:396.68031496062986,&quot;left&quot;:87.59055118110237,&quot;top&quot;:98.10708661417323,&quot;width&quot;:777.4594488188976}"/>
</p:tagLst>
</file>

<file path=ppt/tags/tag47.xml><?xml version="1.0" encoding="utf-8"?>
<p:tagLst xmlns:p="http://schemas.openxmlformats.org/presentationml/2006/main">
  <p:tag name="KSO_WM_DIAGRAM_VIRTUALLY_FRAME" val="{&quot;height&quot;:295.58385826771655,&quot;left&quot;:352.7716535433071,&quot;top&quot;:147.78188976377953,&quot;width&quot;:541.2783464566929}"/>
</p:tagLst>
</file>

<file path=ppt/tags/tag48.xml><?xml version="1.0" encoding="utf-8"?>
<p:tagLst xmlns:p="http://schemas.openxmlformats.org/presentationml/2006/main">
  <p:tag name="KSO_WM_DIAGRAM_VIRTUALLY_FRAME" val="{&quot;height&quot;:295.58385826771655,&quot;left&quot;:352.7716535433071,&quot;top&quot;:147.78188976377953,&quot;width&quot;:541.2783464566929}"/>
</p:tagLst>
</file>

<file path=ppt/tags/tag49.xml><?xml version="1.0" encoding="utf-8"?>
<p:tagLst xmlns:p="http://schemas.openxmlformats.org/presentationml/2006/main">
  <p:tag name="KSO_WM_DIAGRAM_VIRTUALLY_FRAME" val="{&quot;height&quot;:295.58385826771655,&quot;left&quot;:352.7716535433071,&quot;top&quot;:147.78188976377953,&quot;width&quot;:541.2783464566929}"/>
</p:tagLst>
</file>

<file path=ppt/tags/tag50.xml><?xml version="1.0" encoding="utf-8"?>
<p:tagLst xmlns:p="http://schemas.openxmlformats.org/presentationml/2006/main">
  <p:tag name="KSO_WM_DIAGRAM_VIRTUALLY_FRAME" val="{&quot;height&quot;:295.58385826771655,&quot;left&quot;:352.7716535433071,&quot;top&quot;:147.78188976377953,&quot;width&quot;:541.2783464566929}"/>
</p:tagLst>
</file>

<file path=ppt/tags/tag51.xml><?xml version="1.0" encoding="utf-8"?>
<p:tagLst xmlns:p="http://schemas.openxmlformats.org/presentationml/2006/main">
  <p:tag name="KSO_WM_DIAGRAM_VIRTUALLY_FRAME" val="{&quot;height&quot;:295.58385826771655,&quot;left&quot;:352.7716535433071,&quot;top&quot;:147.78188976377953,&quot;width&quot;:541.2783464566929}"/>
</p:tagLst>
</file>

<file path=ppt/tags/tag52.xml><?xml version="1.0" encoding="utf-8"?>
<p:tagLst xmlns:p="http://schemas.openxmlformats.org/presentationml/2006/main">
  <p:tag name="KSO_WM_DIAGRAM_VIRTUALLY_FRAME" val="{&quot;height&quot;:295.58385826771655,&quot;left&quot;:352.7716535433071,&quot;top&quot;:147.78188976377953,&quot;width&quot;:541.2783464566929}"/>
</p:tagLst>
</file>

<file path=ppt/tags/tag53.xml><?xml version="1.0" encoding="utf-8"?>
<p:tagLst xmlns:p="http://schemas.openxmlformats.org/presentationml/2006/main">
  <p:tag name="KSO_WM_DIAGRAM_VIRTUALLY_FRAME" val="{&quot;height&quot;:295.58385826771655,&quot;left&quot;:352.7716535433071,&quot;top&quot;:147.78188976377953,&quot;width&quot;:541.2783464566929}"/>
</p:tagLst>
</file>

<file path=ppt/tags/tag54.xml><?xml version="1.0" encoding="utf-8"?>
<p:tagLst xmlns:p="http://schemas.openxmlformats.org/presentationml/2006/main">
  <p:tag name="KSO_WM_DIAGRAM_VIRTUALLY_FRAME" val="{&quot;height&quot;:295.58385826771655,&quot;left&quot;:352.7716535433071,&quot;top&quot;:147.78188976377953,&quot;width&quot;:541.2783464566929}"/>
</p:tagLst>
</file>

<file path=ppt/tags/tag55.xml><?xml version="1.0" encoding="utf-8"?>
<p:tagLst xmlns:p="http://schemas.openxmlformats.org/presentationml/2006/main">
  <p:tag name="KSO_WM_DIAGRAM_VIRTUALLY_FRAME" val="{&quot;height&quot;:295.58385826771655,&quot;left&quot;:352.7716535433071,&quot;top&quot;:147.78188976377953,&quot;width&quot;:541.2783464566929}"/>
</p:tagLst>
</file>

<file path=ppt/tags/tag56.xml><?xml version="1.0" encoding="utf-8"?>
<p:tagLst xmlns:p="http://schemas.openxmlformats.org/presentationml/2006/main">
  <p:tag name="KSO_WM_DIAGRAM_VIRTUALLY_FRAME" val="{&quot;height&quot;:295.58385826771655,&quot;left&quot;:352.7716535433071,&quot;top&quot;:147.78188976377953,&quot;width&quot;:541.2783464566929}"/>
</p:tagLst>
</file>

<file path=ppt/tags/tag57.xml><?xml version="1.0" encoding="utf-8"?>
<p:tagLst xmlns:p="http://schemas.openxmlformats.org/presentationml/2006/main">
  <p:tag name="KSO_WM_DIAGRAM_VIRTUALLY_FRAME" val="{&quot;height&quot;:295.58385826771655,&quot;left&quot;:352.7716535433071,&quot;top&quot;:147.78188976377953,&quot;width&quot;:541.2783464566929}"/>
</p:tagLst>
</file>

<file path=ppt/tags/tag58.xml><?xml version="1.0" encoding="utf-8"?>
<p:tagLst xmlns:p="http://schemas.openxmlformats.org/presentationml/2006/main">
  <p:tag name="KSO_WM_DIAGRAM_VIRTUALLY_FRAME" val="{&quot;height&quot;:295.58385826771655,&quot;left&quot;:352.7716535433071,&quot;top&quot;:147.78188976377953,&quot;width&quot;:541.2783464566929}"/>
</p:tagLst>
</file>

<file path=ppt/tags/tag59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60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61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62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63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64.xml><?xml version="1.0" encoding="utf-8"?>
<p:tagLst xmlns:p="http://schemas.openxmlformats.org/presentationml/2006/main">
  <p:tag name="KSO_WM_DIAGRAM_VIRTUALLY_FRAME" val="{&quot;height&quot;:328.89244094488186,&quot;left&quot;:52,&quot;top&quot;:111.17897637795275,&quot;width&quot;:856.8440944881892}"/>
</p:tagLst>
</file>

<file path=ppt/tags/tag65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66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67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68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69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70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71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72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73.xml><?xml version="1.0" encoding="utf-8"?>
<p:tagLst xmlns:p="http://schemas.openxmlformats.org/presentationml/2006/main">
  <p:tag name="KSO_WM_DIAGRAM_VIRTUALLY_FRAME" val="{&quot;height&quot;:328.89244094488186,&quot;left&quot;:52,&quot;top&quot;:111.17897637795275,&quot;width&quot;:856.8440944881892}"/>
</p:tagLst>
</file>

<file path=ppt/tags/tag74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75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76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77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78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79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80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81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82.xml><?xml version="1.0" encoding="utf-8"?>
<p:tagLst xmlns:p="http://schemas.openxmlformats.org/presentationml/2006/main">
  <p:tag name="KSO_WM_DIAGRAM_VIRTUALLY_FRAME" val="{&quot;height&quot;:328.89244094488186,&quot;left&quot;:52,&quot;top&quot;:111.17897637795275,&quot;width&quot;:856.8440944881892}"/>
</p:tagLst>
</file>

<file path=ppt/tags/tag83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84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85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86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87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88.xml><?xml version="1.0" encoding="utf-8"?>
<p:tagLst xmlns:p="http://schemas.openxmlformats.org/presentationml/2006/main">
  <p:tag name="KSO_WM_DIAGRAM_VIRTUALLY_FRAME" val="{&quot;height&quot;:391.8210236220472,&quot;left&quot;:39.4,&quot;top&quot;:55.22897637795275,&quot;width&quot;:879.8}"/>
</p:tagLst>
</file>

<file path=ppt/tags/tag89.xml><?xml version="1.0" encoding="utf-8"?>
<p:tagLst xmlns:p="http://schemas.openxmlformats.org/presentationml/2006/main">
  <p:tag name="KSO_WM_DIAGRAM_VIRTUALLY_FRAME" val="{&quot;height&quot;:410.9767716535433,&quot;left&quot;:50.46338582677165,&quot;top&quot;:99.37283464566929,&quot;width&quot;:837.4893700787401}"/>
</p:tagLst>
</file>

<file path=ppt/tags/tag90.xml><?xml version="1.0" encoding="utf-8"?>
<p:tagLst xmlns:p="http://schemas.openxmlformats.org/presentationml/2006/main">
  <p:tag name="KSO_WM_DIAGRAM_VIRTUALLY_FRAME" val="{&quot;height&quot;:410.9767716535433,&quot;left&quot;:50.46338582677165,&quot;top&quot;:99.37283464566929,&quot;width&quot;:837.4893700787401}"/>
</p:tagLst>
</file>

<file path=ppt/tags/tag91.xml><?xml version="1.0" encoding="utf-8"?>
<p:tagLst xmlns:p="http://schemas.openxmlformats.org/presentationml/2006/main">
  <p:tag name="KSO_WM_DIAGRAM_VIRTUALLY_FRAME" val="{&quot;height&quot;:410.9767716535433,&quot;left&quot;:50.46338582677165,&quot;top&quot;:99.37283464566929,&quot;width&quot;:837.4893700787401}"/>
</p:tagLst>
</file>

<file path=ppt/tags/tag92.xml><?xml version="1.0" encoding="utf-8"?>
<p:tagLst xmlns:p="http://schemas.openxmlformats.org/presentationml/2006/main">
  <p:tag name="KSO_WM_DIAGRAM_VIRTUALLY_FRAME" val="{&quot;height&quot;:410.9767716535433,&quot;left&quot;:50.46338582677165,&quot;top&quot;:99.37283464566929,&quot;width&quot;:837.4893700787401}"/>
</p:tagLst>
</file>

<file path=ppt/tags/tag93.xml><?xml version="1.0" encoding="utf-8"?>
<p:tagLst xmlns:p="http://schemas.openxmlformats.org/presentationml/2006/main">
  <p:tag name="KSO_WM_DIAGRAM_VIRTUALLY_FRAME" val="{&quot;height&quot;:410.9767716535433,&quot;left&quot;:50.46338582677165,&quot;top&quot;:99.37283464566929,&quot;width&quot;:837.4893700787401}"/>
</p:tagLst>
</file>

<file path=ppt/tags/tag94.xml><?xml version="1.0" encoding="utf-8"?>
<p:tagLst xmlns:p="http://schemas.openxmlformats.org/presentationml/2006/main">
  <p:tag name="KSO_WM_DIAGRAM_VIRTUALLY_FRAME" val="{&quot;height&quot;:410.9767716535433,&quot;left&quot;:50.46338582677165,&quot;top&quot;:99.37283464566929,&quot;width&quot;:837.4893700787401}"/>
</p:tagLst>
</file>

<file path=ppt/tags/tag95.xml><?xml version="1.0" encoding="utf-8"?>
<p:tagLst xmlns:p="http://schemas.openxmlformats.org/presentationml/2006/main">
  <p:tag name="KSO_WM_DIAGRAM_VIRTUALLY_FRAME" val="{&quot;height&quot;:410.9767716535433,&quot;left&quot;:50.46338582677165,&quot;top&quot;:99.37283464566929,&quot;width&quot;:837.4893700787401}"/>
</p:tagLst>
</file>

<file path=ppt/tags/tag96.xml><?xml version="1.0" encoding="utf-8"?>
<p:tagLst xmlns:p="http://schemas.openxmlformats.org/presentationml/2006/main">
  <p:tag name="KSO_WM_DIAGRAM_VIRTUALLY_FRAME" val="{&quot;height&quot;:410.9767716535433,&quot;left&quot;:50.46338582677165,&quot;top&quot;:99.37283464566929,&quot;width&quot;:837.4893700787401}"/>
</p:tagLst>
</file>

<file path=ppt/tags/tag97.xml><?xml version="1.0" encoding="utf-8"?>
<p:tagLst xmlns:p="http://schemas.openxmlformats.org/presentationml/2006/main">
  <p:tag name="KSO_WM_DIAGRAM_VIRTUALLY_FRAME" val="{&quot;height&quot;:410.9767716535433,&quot;left&quot;:50.46338582677165,&quot;top&quot;:99.37283464566929,&quot;width&quot;:837.4893700787401}"/>
</p:tagLst>
</file>

<file path=ppt/tags/tag98.xml><?xml version="1.0" encoding="utf-8"?>
<p:tagLst xmlns:p="http://schemas.openxmlformats.org/presentationml/2006/main">
  <p:tag name="KSO_WM_DIAGRAM_VIRTUALLY_FRAME" val="{&quot;height&quot;:410.9767716535433,&quot;left&quot;:50.46338582677165,&quot;top&quot;:99.37283464566929,&quot;width&quot;:837.4893700787401}"/>
</p:tagLst>
</file>

<file path=ppt/tags/tag99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00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01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02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03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04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05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06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07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08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09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10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11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12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13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14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15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16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17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18.xml><?xml version="1.0" encoding="utf-8"?>
<p:tagLst xmlns:p="http://schemas.openxmlformats.org/presentationml/2006/main">
  <p:tag name="KSO_WM_DIAGRAM_VIRTUALLY_FRAME" val="{&quot;height&quot;:352.8011811023623,&quot;left&quot;:132.34960629921258,&quot;top&quot;:128.23937007874014,&quot;width&quot;:702.7503937007874}"/>
</p:tagLst>
</file>

<file path=ppt/tags/tag119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20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21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22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23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24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25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26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27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28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29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30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31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32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33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34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35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36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ags/tag137.xml><?xml version="1.0" encoding="utf-8"?>
<p:tagLst xmlns:p="http://schemas.openxmlformats.org/presentationml/2006/main">
  <p:tag name="KSO_WM_DIAGRAM_VIRTUALLY_FRAME" val="{&quot;height&quot;:357.13700787401575,&quot;left&quot;:0.25,&quot;top&quot;:113.61259842519685,&quot;width&quot;:924.4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9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9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0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0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3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5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5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5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6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7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17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7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7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19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19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9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20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20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20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2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2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2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2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2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2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2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2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22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2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24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25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25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25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28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28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1633</Words>
  <Application>WPS 演示</Application>
  <PresentationFormat/>
  <Paragraphs>201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59</vt:i4>
      </vt:variant>
      <vt:variant>
        <vt:lpstr>幻灯片标题</vt:lpstr>
      </vt:variant>
      <vt:variant>
        <vt:i4>13</vt:i4>
      </vt:variant>
    </vt:vector>
  </HeadingPairs>
  <TitlesOfParts>
    <vt:vector size="89" baseType="lpstr">
      <vt:lpstr>Arial</vt:lpstr>
      <vt:lpstr>宋体</vt:lpstr>
      <vt:lpstr>Wingdings</vt:lpstr>
      <vt:lpstr>等线</vt:lpstr>
      <vt:lpstr>Symbol</vt:lpstr>
      <vt:lpstr>Times New Roman</vt:lpstr>
      <vt:lpstr>Arial</vt:lpstr>
      <vt:lpstr>思源黑体 CN Light</vt:lpstr>
      <vt:lpstr>思源黑体</vt:lpstr>
      <vt:lpstr>思源黑体 CN Regular</vt:lpstr>
      <vt:lpstr>思源黑体 CN Bold</vt:lpstr>
      <vt:lpstr>OPPOSans H</vt:lpstr>
      <vt:lpstr>思源黑体 CN Medium</vt:lpstr>
      <vt:lpstr>思源黑体 CN Heavy</vt:lpstr>
      <vt:lpstr>微软雅黑</vt:lpstr>
      <vt:lpstr>Arial Unicode MS</vt:lpstr>
      <vt:lpstr>Calibri</vt:lpstr>
      <vt:lpstr>Office 主题​​</vt:lpstr>
      <vt:lpstr>2_Office 主题​​</vt:lpstr>
      <vt:lpstr>2_Office 主题​​</vt:lpstr>
      <vt:lpstr>2_Office 主题​​</vt:lpstr>
      <vt:lpstr>3_Office 主题​​</vt:lpstr>
      <vt:lpstr>3_Office 主题​​</vt:lpstr>
      <vt:lpstr>4_Office 主题​​</vt:lpstr>
      <vt:lpstr>6_Office 主题​​</vt:lpstr>
      <vt:lpstr>7_Office 主题​​</vt:lpstr>
      <vt:lpstr>7_Office 主题​​</vt:lpstr>
      <vt:lpstr>9_Office 主题​​</vt:lpstr>
      <vt:lpstr>9_Office 主题​​</vt:lpstr>
      <vt:lpstr>9_Office 主题​​</vt:lpstr>
      <vt:lpstr>11_Office 主题​​</vt:lpstr>
      <vt:lpstr>11_Office 主题​​</vt:lpstr>
      <vt:lpstr>10_Office 主题​​</vt:lpstr>
      <vt:lpstr>10_Office 主题​​</vt:lpstr>
      <vt:lpstr>10_Office 主题​​</vt:lpstr>
      <vt:lpstr>12_Office 主题​​</vt:lpstr>
      <vt:lpstr>12_Office 主题​​</vt:lpstr>
      <vt:lpstr>12_Office 主题​​</vt:lpstr>
      <vt:lpstr>12_Office 主题​​</vt:lpstr>
      <vt:lpstr>13_Office 主题​​</vt:lpstr>
      <vt:lpstr>14_Office 主题​​</vt:lpstr>
      <vt:lpstr>14_Office 主题​​</vt:lpstr>
      <vt:lpstr>14_Office 主题​​</vt:lpstr>
      <vt:lpstr>14_Office 主题​​</vt:lpstr>
      <vt:lpstr>15_Office 主题​​</vt:lpstr>
      <vt:lpstr>15_Office 主题​​</vt:lpstr>
      <vt:lpstr>15_Office 主题​​</vt:lpstr>
      <vt:lpstr>16_Office 主题​​</vt:lpstr>
      <vt:lpstr>17_Office 主题​​</vt:lpstr>
      <vt:lpstr>17_Office 主题​​</vt:lpstr>
      <vt:lpstr>17_Office 主题​​</vt:lpstr>
      <vt:lpstr>17_Office 主题​​</vt:lpstr>
      <vt:lpstr>19_Office 主题​​</vt:lpstr>
      <vt:lpstr>19_Office 主题​​</vt:lpstr>
      <vt:lpstr>19_Office 主题​​</vt:lpstr>
      <vt:lpstr>20_Office 主题​​</vt:lpstr>
      <vt:lpstr>20_Office 主题​​</vt:lpstr>
      <vt:lpstr>20_Office 主题​​</vt:lpstr>
      <vt:lpstr>21_Office 主题​​</vt:lpstr>
      <vt:lpstr>21_Office 主题​​</vt:lpstr>
      <vt:lpstr>21_Office 主题​​</vt:lpstr>
      <vt:lpstr>21_Office 主题​​</vt:lpstr>
      <vt:lpstr>22_Office 主题​​</vt:lpstr>
      <vt:lpstr>22_Office 主题​​</vt:lpstr>
      <vt:lpstr>22_Office 主题​​</vt:lpstr>
      <vt:lpstr>22_Office 主题​​</vt:lpstr>
      <vt:lpstr>22_Office 主题​​</vt:lpstr>
      <vt:lpstr>24_Office 主题​​</vt:lpstr>
      <vt:lpstr>24_Office 主题​​</vt:lpstr>
      <vt:lpstr>25_Office 主题​​</vt:lpstr>
      <vt:lpstr>25_Office 主题​​</vt:lpstr>
      <vt:lpstr>25_Office 主题​​</vt:lpstr>
      <vt:lpstr>28_Office 主题​​</vt:lpstr>
      <vt:lpstr>28_Office 主题​​</vt:lpstr>
      <vt:lpstr>1_Office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nisjsj</cp:lastModifiedBy>
  <cp:revision>32</cp:revision>
  <dcterms:created xsi:type="dcterms:W3CDTF">2025-02-11T16:09:00Z</dcterms:created>
  <dcterms:modified xsi:type="dcterms:W3CDTF">2025-08-20T01:58:00Z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679C393698624F1FB1E7607A6E0C9531_13</vt:lpwstr>
  </property>
  <property fmtid="{D5CDD505-2E9C-101B-9397-08002B2CF9AE}" pid="3" name="KSOProductBuildVer">
    <vt:lpwstr>2052-12.1.0.21915</vt:lpwstr>
  </property>
  <property fmtid="{D5CDD505-2E9C-101B-9397-08002B2CF9AE}" pid="4" name="Slides">
    <vt:i4>24</vt:i4>
  </property>
</Properties>
</file>